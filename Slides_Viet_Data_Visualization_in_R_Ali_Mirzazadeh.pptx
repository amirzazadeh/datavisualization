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978" r:id="rId4"/>
    <p:sldMasterId id="2147483943" r:id="rId5"/>
  </p:sldMasterIdLst>
  <p:notesMasterIdLst>
    <p:notesMasterId r:id="rId46"/>
  </p:notesMasterIdLst>
  <p:handoutMasterIdLst>
    <p:handoutMasterId r:id="rId47"/>
  </p:handoutMasterIdLst>
  <p:sldIdLst>
    <p:sldId id="2147471252" r:id="rId6"/>
    <p:sldId id="259" r:id="rId7"/>
    <p:sldId id="2147471337" r:id="rId8"/>
    <p:sldId id="2147471315" r:id="rId9"/>
    <p:sldId id="260" r:id="rId10"/>
    <p:sldId id="261" r:id="rId11"/>
    <p:sldId id="2147471319" r:id="rId12"/>
    <p:sldId id="2147471316" r:id="rId13"/>
    <p:sldId id="262" r:id="rId14"/>
    <p:sldId id="2147471322" r:id="rId15"/>
    <p:sldId id="2147471323" r:id="rId16"/>
    <p:sldId id="2147471321" r:id="rId17"/>
    <p:sldId id="2147471324" r:id="rId18"/>
    <p:sldId id="2147471325" r:id="rId19"/>
    <p:sldId id="2147471326" r:id="rId20"/>
    <p:sldId id="2147471327" r:id="rId21"/>
    <p:sldId id="2147471317" r:id="rId22"/>
    <p:sldId id="263" r:id="rId23"/>
    <p:sldId id="258" r:id="rId24"/>
    <p:sldId id="2147471329" r:id="rId25"/>
    <p:sldId id="2147471330" r:id="rId26"/>
    <p:sldId id="2147471331" r:id="rId27"/>
    <p:sldId id="2147471333" r:id="rId28"/>
    <p:sldId id="271" r:id="rId29"/>
    <p:sldId id="2147471318" r:id="rId30"/>
    <p:sldId id="2147471314" r:id="rId31"/>
    <p:sldId id="273" r:id="rId32"/>
    <p:sldId id="274" r:id="rId33"/>
    <p:sldId id="2147471334" r:id="rId34"/>
    <p:sldId id="2147471336" r:id="rId35"/>
    <p:sldId id="275" r:id="rId36"/>
    <p:sldId id="276" r:id="rId37"/>
    <p:sldId id="277" r:id="rId38"/>
    <p:sldId id="768" r:id="rId39"/>
    <p:sldId id="278" r:id="rId40"/>
    <p:sldId id="2147471294" r:id="rId41"/>
    <p:sldId id="2147471313" r:id="rId42"/>
    <p:sldId id="2147471338" r:id="rId43"/>
    <p:sldId id="2147471312" r:id="rId44"/>
    <p:sldId id="517" r:id="rId45"/>
  </p:sldIdLst>
  <p:sldSz cx="9144000" cy="5143500" type="screen16x9"/>
  <p:notesSz cx="68580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789" userDrawn="1">
          <p15:clr>
            <a:srgbClr val="A4A3A4"/>
          </p15:clr>
        </p15:guide>
        <p15:guide id="2" orient="horz" pos="2608" userDrawn="1">
          <p15:clr>
            <a:srgbClr val="A4A3A4"/>
          </p15:clr>
        </p15:guide>
        <p15:guide id="3" orient="horz" pos="3024" userDrawn="1">
          <p15:clr>
            <a:srgbClr val="A4A3A4"/>
          </p15:clr>
        </p15:guide>
        <p15:guide id="4" orient="horz" pos="1637" userDrawn="1">
          <p15:clr>
            <a:srgbClr val="A4A3A4"/>
          </p15:clr>
        </p15:guide>
        <p15:guide id="5" orient="horz" pos="215" userDrawn="1">
          <p15:clr>
            <a:srgbClr val="A4A3A4"/>
          </p15:clr>
        </p15:guide>
        <p15:guide id="6" orient="horz" pos="1103" userDrawn="1">
          <p15:clr>
            <a:srgbClr val="A4A3A4"/>
          </p15:clr>
        </p15:guide>
        <p15:guide id="7" orient="horz" pos="401" userDrawn="1">
          <p15:clr>
            <a:srgbClr val="A4A3A4"/>
          </p15:clr>
        </p15:guide>
        <p15:guide id="8" orient="horz" pos="2954" userDrawn="1">
          <p15:clr>
            <a:srgbClr val="A4A3A4"/>
          </p15:clr>
        </p15:guide>
        <p15:guide id="9" orient="horz" pos="173" userDrawn="1">
          <p15:clr>
            <a:srgbClr val="A4A3A4"/>
          </p15:clr>
        </p15:guide>
        <p15:guide id="10" pos="175" userDrawn="1">
          <p15:clr>
            <a:srgbClr val="A4A3A4"/>
          </p15:clr>
        </p15:guide>
        <p15:guide id="11" pos="5590" userDrawn="1">
          <p15:clr>
            <a:srgbClr val="A4A3A4"/>
          </p15:clr>
        </p15:guide>
        <p15:guide id="12" pos="2880" userDrawn="1">
          <p15:clr>
            <a:srgbClr val="A4A3A4"/>
          </p15:clr>
        </p15:guide>
        <p15:guide id="13" pos="776" userDrawn="1">
          <p15:clr>
            <a:srgbClr val="A4A3A4"/>
          </p15:clr>
        </p15:guide>
        <p15:guide id="14" pos="1411" userDrawn="1">
          <p15:clr>
            <a:srgbClr val="A4A3A4"/>
          </p15:clr>
        </p15:guide>
        <p15:guide id="15" pos="5287" userDrawn="1">
          <p15:clr>
            <a:srgbClr val="A4A3A4"/>
          </p15:clr>
        </p15:guide>
        <p15:guide id="16" pos="346" userDrawn="1">
          <p15:clr>
            <a:srgbClr val="A4A3A4"/>
          </p15:clr>
        </p15:guide>
        <p15:guide id="17" pos="4090" userDrawn="1">
          <p15:clr>
            <a:srgbClr val="A4A3A4"/>
          </p15:clr>
        </p15:guide>
      </p15:sldGuideLst>
    </p:ext>
    <p:ext uri="{2D200454-40CA-4A62-9FC3-DE9A4176ACB9}">
      <p15:notesGuideLst xmlns:p15="http://schemas.microsoft.com/office/powerpoint/2012/main">
        <p15:guide id="1" orient="horz" pos="2592" userDrawn="1">
          <p15:clr>
            <a:srgbClr val="A4A3A4"/>
          </p15:clr>
        </p15:guide>
        <p15:guide id="2" orient="horz" pos="5542" userDrawn="1">
          <p15:clr>
            <a:srgbClr val="A4A3A4"/>
          </p15:clr>
        </p15:guide>
        <p15:guide id="3" orient="horz" pos="5777" userDrawn="1">
          <p15:clr>
            <a:srgbClr val="A4A3A4"/>
          </p15:clr>
        </p15:guide>
        <p15:guide id="4" pos="286" userDrawn="1">
          <p15:clr>
            <a:srgbClr val="A4A3A4"/>
          </p15:clr>
        </p15:guide>
        <p15:guide id="5" pos="4033" userDrawn="1">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82C4806-E75D-8695-526E-CF2350718B9E}" name="Nguyen, Asia (CDC/DDPHSIS/CGH/DGHT) (CTR)" initials="NA((" userId="Nguyen, Asia (CDC/DDPHSIS/CGH/DGHT) (CTR)" providerId="None"/>
  <p188:author id="{B516C23D-9F48-62D4-14C2-BC56DB3B3867}" name="Mcfarland, Willi" initials="WM" userId="S::Willi.McFarland@ucsf.edu::c645bd91-98ac-42fc-93b6-d92f94e10f64" providerId="AD"/>
  <p188:author id="{8E67C668-85AB-246D-B9C5-201A2179400D}" name="Microsoft Office User" initials="MOU" userId="10272014444_tp_box_2"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C1848"/>
    <a:srgbClr val="178CCB"/>
    <a:srgbClr val="18A3AC"/>
    <a:srgbClr val="6C62D0"/>
    <a:srgbClr val="052049"/>
    <a:srgbClr val="90BD31"/>
    <a:srgbClr val="000000"/>
    <a:srgbClr val="F48024"/>
    <a:srgbClr val="E8E7DE"/>
    <a:srgbClr val="F5F0D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461" autoAdjust="0"/>
    <p:restoredTop sz="86712" autoAdjust="0"/>
  </p:normalViewPr>
  <p:slideViewPr>
    <p:cSldViewPr snapToGrid="0" showGuides="1">
      <p:cViewPr varScale="1">
        <p:scale>
          <a:sx n="140" d="100"/>
          <a:sy n="140" d="100"/>
        </p:scale>
        <p:origin x="1000" y="184"/>
      </p:cViewPr>
      <p:guideLst>
        <p:guide orient="horz" pos="789"/>
        <p:guide orient="horz" pos="2608"/>
        <p:guide orient="horz" pos="3024"/>
        <p:guide orient="horz" pos="1637"/>
        <p:guide orient="horz" pos="215"/>
        <p:guide orient="horz" pos="1103"/>
        <p:guide orient="horz" pos="401"/>
        <p:guide orient="horz" pos="2954"/>
        <p:guide orient="horz" pos="173"/>
        <p:guide pos="175"/>
        <p:guide pos="5590"/>
        <p:guide pos="2880"/>
        <p:guide pos="776"/>
        <p:guide pos="1411"/>
        <p:guide pos="5287"/>
        <p:guide pos="346"/>
        <p:guide pos="4090"/>
      </p:guideLst>
    </p:cSldViewPr>
  </p:slideViewPr>
  <p:outlineViewPr>
    <p:cViewPr>
      <p:scale>
        <a:sx n="33" d="100"/>
        <a:sy n="33" d="100"/>
      </p:scale>
      <p:origin x="0" y="0"/>
    </p:cViewPr>
  </p:outlineViewPr>
  <p:notesTextViewPr>
    <p:cViewPr>
      <p:scale>
        <a:sx n="3" d="2"/>
        <a:sy n="3" d="2"/>
      </p:scale>
      <p:origin x="0" y="0"/>
    </p:cViewPr>
  </p:notesTextViewPr>
  <p:sorterViewPr>
    <p:cViewPr>
      <p:scale>
        <a:sx n="71" d="100"/>
        <a:sy n="71" d="100"/>
      </p:scale>
      <p:origin x="0" y="0"/>
    </p:cViewPr>
  </p:sorterViewPr>
  <p:notesViewPr>
    <p:cSldViewPr snapToGrid="0">
      <p:cViewPr>
        <p:scale>
          <a:sx n="108" d="100"/>
          <a:sy n="108" d="100"/>
        </p:scale>
        <p:origin x="2576" y="-240"/>
      </p:cViewPr>
      <p:guideLst>
        <p:guide orient="horz" pos="2592"/>
        <p:guide orient="horz" pos="5542"/>
        <p:guide orient="horz" pos="5777"/>
        <p:guide pos="286"/>
        <p:guide pos="4033"/>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handoutMaster" Target="handoutMasters/handoutMaster1.xml"/><Relationship Id="rId50" Type="http://schemas.openxmlformats.org/officeDocument/2006/relationships/theme" Target="theme/theme1.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viewProps" Target="viewProps.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slide" Target="slides/slide39.xml"/><Relationship Id="rId52"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presProps" Target="presProps.xml"/><Relationship Id="rId8" Type="http://schemas.openxmlformats.org/officeDocument/2006/relationships/slide" Target="slides/slide3.xml"/><Relationship Id="rId51" Type="http://schemas.openxmlformats.org/officeDocument/2006/relationships/tableStyles" Target="tableStyles.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notesMaster" Target="notesMasters/notesMaster1.xml"/><Relationship Id="rId20" Type="http://schemas.openxmlformats.org/officeDocument/2006/relationships/slide" Target="slides/slide15.xml"/><Relationship Id="rId41" Type="http://schemas.openxmlformats.org/officeDocument/2006/relationships/slide" Target="slides/slide36.xml"/><Relationship Id="rId1" Type="http://schemas.openxmlformats.org/officeDocument/2006/relationships/customXml" Target="../customXml/item1.xml"/><Relationship Id="rId6" Type="http://schemas.openxmlformats.org/officeDocument/2006/relationships/slide" Target="slides/slide1.xml"/></Relationships>
</file>

<file path=ppt/handoutMasters/_rels/handoutMaster1.xml.rels><?xml version="1.0" encoding="UTF-8" standalone="yes"?>
<Relationships xmlns="http://schemas.openxmlformats.org/package/2006/relationships"><Relationship Id="rId2" Type="http://schemas.openxmlformats.org/officeDocument/2006/relationships/image" Target="../media/image34.emf"/><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cxnSp>
        <p:nvCxnSpPr>
          <p:cNvPr id="44" name="Straight Connector 43"/>
          <p:cNvCxnSpPr/>
          <p:nvPr/>
        </p:nvCxnSpPr>
        <p:spPr>
          <a:xfrm>
            <a:off x="455585" y="8795705"/>
            <a:ext cx="59436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48" name="Slide Number Placeholder 6"/>
          <p:cNvSpPr>
            <a:spLocks noGrp="1"/>
          </p:cNvSpPr>
          <p:nvPr>
            <p:ph type="sldNum" sz="quarter" idx="3"/>
          </p:nvPr>
        </p:nvSpPr>
        <p:spPr>
          <a:xfrm>
            <a:off x="403350" y="8880855"/>
            <a:ext cx="281232" cy="105317"/>
          </a:xfrm>
          <a:prstGeom prst="rect">
            <a:avLst/>
          </a:prstGeom>
        </p:spPr>
        <p:txBody>
          <a:bodyPr vert="horz" wrap="square" lIns="0" tIns="0" rIns="0" bIns="0" rtlCol="0" anchor="b" anchorCtr="0"/>
          <a:lstStyle>
            <a:lvl1pPr marL="0" algn="l" defTabSz="914400" rtl="0" eaLnBrk="1" latinLnBrk="0" hangingPunct="1">
              <a:defRPr lang="en-US" sz="800" kern="1200" smtClean="0">
                <a:solidFill>
                  <a:schemeClr val="tx1"/>
                </a:solidFill>
                <a:latin typeface="+mn-lt"/>
                <a:ea typeface="+mn-ea"/>
                <a:cs typeface="+mn-cs"/>
              </a:defRPr>
            </a:lvl1pPr>
          </a:lstStyle>
          <a:p>
            <a:pPr algn="r"/>
            <a:fld id="{111E5896-917A-4035-A860-408E1EC3CD51}" type="slidenum">
              <a:rPr lang="en-US">
                <a:solidFill>
                  <a:srgbClr val="052049"/>
                </a:solidFill>
                <a:latin typeface="Arial" panose="020B0604020202020204" pitchFamily="34" charset="0"/>
                <a:cs typeface="Arial" panose="020B0604020202020204" pitchFamily="34" charset="0"/>
              </a:rPr>
              <a:pPr algn="r"/>
              <a:t>‹#›</a:t>
            </a:fld>
            <a:endParaRPr lang="en-US" dirty="0">
              <a:solidFill>
                <a:srgbClr val="052049"/>
              </a:solidFill>
              <a:latin typeface="Arial" panose="020B0604020202020204" pitchFamily="34" charset="0"/>
              <a:cs typeface="Arial" panose="020B0604020202020204" pitchFamily="34" charset="0"/>
            </a:endParaRPr>
          </a:p>
        </p:txBody>
      </p:sp>
      <p:pic>
        <p:nvPicPr>
          <p:cNvPr id="20" name="Picture 7"/>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5802407" y="8866372"/>
            <a:ext cx="599982" cy="2911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Footer Placeholder 3"/>
          <p:cNvSpPr>
            <a:spLocks noGrp="1"/>
          </p:cNvSpPr>
          <p:nvPr>
            <p:ph type="ftr" sz="quarter" idx="2"/>
          </p:nvPr>
        </p:nvSpPr>
        <p:spPr>
          <a:xfrm>
            <a:off x="636536" y="8821324"/>
            <a:ext cx="2971800" cy="131586"/>
          </a:xfrm>
          <a:prstGeom prst="rect">
            <a:avLst/>
          </a:prstGeom>
        </p:spPr>
        <p:txBody>
          <a:bodyPr vert="horz" lIns="91440" tIns="45720" rIns="91440" bIns="45720" rtlCol="0" anchor="t"/>
          <a:lstStyle>
            <a:lvl1pPr algn="l">
              <a:defRPr sz="1200"/>
            </a:lvl1pPr>
          </a:lstStyle>
          <a:p>
            <a:r>
              <a:rPr lang="en-US" sz="800" dirty="0">
                <a:solidFill>
                  <a:srgbClr val="052049"/>
                </a:solidFill>
                <a:latin typeface="Arial" panose="020B0604020202020204" pitchFamily="34" charset="0"/>
              </a:rPr>
              <a:t>| [footer text here]</a:t>
            </a:r>
          </a:p>
        </p:txBody>
      </p:sp>
    </p:spTree>
    <p:extLst>
      <p:ext uri="{BB962C8B-B14F-4D97-AF65-F5344CB8AC3E}">
        <p14:creationId xmlns:p14="http://schemas.microsoft.com/office/powerpoint/2010/main" val="1828329429"/>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2" Type="http://schemas.openxmlformats.org/officeDocument/2006/relationships/image" Target="../media/image34.emf"/><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412750" y="400050"/>
            <a:ext cx="6197600" cy="3486150"/>
          </a:xfrm>
          <a:prstGeom prst="rect">
            <a:avLst/>
          </a:prstGeom>
          <a:noFill/>
          <a:ln w="12700">
            <a:solidFill>
              <a:prstClr val="black"/>
            </a:solidFill>
          </a:ln>
        </p:spPr>
        <p:txBody>
          <a:bodyPr vert="horz" lIns="93177" tIns="46589" rIns="93177" bIns="46589" rtlCol="0" anchor="ctr"/>
          <a:lstStyle/>
          <a:p>
            <a:endParaRPr lang="en-US" dirty="0"/>
          </a:p>
        </p:txBody>
      </p:sp>
      <p:sp>
        <p:nvSpPr>
          <p:cNvPr id="5" name="Notes Placeholder 4"/>
          <p:cNvSpPr>
            <a:spLocks noGrp="1"/>
          </p:cNvSpPr>
          <p:nvPr>
            <p:ph type="body" sz="quarter" idx="3"/>
          </p:nvPr>
        </p:nvSpPr>
        <p:spPr>
          <a:xfrm>
            <a:off x="441268" y="4080297"/>
            <a:ext cx="5961120" cy="4480560"/>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cxnSp>
        <p:nvCxnSpPr>
          <p:cNvPr id="29" name="Straight Connector 28"/>
          <p:cNvCxnSpPr/>
          <p:nvPr/>
        </p:nvCxnSpPr>
        <p:spPr>
          <a:xfrm>
            <a:off x="455585" y="8795705"/>
            <a:ext cx="59436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pic>
        <p:nvPicPr>
          <p:cNvPr id="30"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02407" y="8866372"/>
            <a:ext cx="599982" cy="2911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Slide Number Placeholder 6"/>
          <p:cNvSpPr>
            <a:spLocks noGrp="1"/>
          </p:cNvSpPr>
          <p:nvPr>
            <p:ph type="sldNum" sz="quarter" idx="5"/>
          </p:nvPr>
        </p:nvSpPr>
        <p:spPr>
          <a:xfrm>
            <a:off x="403350" y="8880855"/>
            <a:ext cx="281232" cy="105317"/>
          </a:xfrm>
          <a:prstGeom prst="rect">
            <a:avLst/>
          </a:prstGeom>
        </p:spPr>
        <p:txBody>
          <a:bodyPr vert="horz" wrap="square" lIns="0" tIns="0" rIns="0" bIns="0" rtlCol="0" anchor="b" anchorCtr="0"/>
          <a:lstStyle>
            <a:lvl1pPr marL="0" algn="l" defTabSz="914400" rtl="0" eaLnBrk="1" latinLnBrk="0" hangingPunct="1">
              <a:defRPr lang="en-US" sz="800" b="0" i="0" kern="1200" smtClean="0">
                <a:solidFill>
                  <a:schemeClr val="tx1"/>
                </a:solidFill>
                <a:latin typeface="Arial" panose="020B0604020202020204" pitchFamily="34" charset="0"/>
                <a:ea typeface="+mn-ea"/>
                <a:cs typeface="Arial" panose="020B0604020202020204" pitchFamily="34" charset="0"/>
              </a:defRPr>
            </a:lvl1pPr>
          </a:lstStyle>
          <a:p>
            <a:pPr algn="r"/>
            <a:fld id="{111E5896-917A-4035-A860-408E1EC3CD51}" type="slidenum">
              <a:rPr lang="en-US" smtClean="0">
                <a:solidFill>
                  <a:srgbClr val="052049"/>
                </a:solidFill>
              </a:rPr>
              <a:pPr algn="r"/>
              <a:t>‹#›</a:t>
            </a:fld>
            <a:endParaRPr lang="en-US" dirty="0">
              <a:solidFill>
                <a:srgbClr val="052049"/>
              </a:solidFill>
            </a:endParaRPr>
          </a:p>
        </p:txBody>
      </p:sp>
      <p:sp>
        <p:nvSpPr>
          <p:cNvPr id="10" name="Footer Placeholder 3"/>
          <p:cNvSpPr>
            <a:spLocks noGrp="1"/>
          </p:cNvSpPr>
          <p:nvPr>
            <p:ph type="ftr" sz="quarter" idx="4"/>
          </p:nvPr>
        </p:nvSpPr>
        <p:spPr>
          <a:xfrm>
            <a:off x="636536" y="8821324"/>
            <a:ext cx="2971800" cy="131586"/>
          </a:xfrm>
          <a:prstGeom prst="rect">
            <a:avLst/>
          </a:prstGeom>
        </p:spPr>
        <p:txBody>
          <a:bodyPr vert="horz" lIns="91440" tIns="45720" rIns="91440" bIns="45720" rtlCol="0" anchor="t"/>
          <a:lstStyle>
            <a:lvl1pPr algn="l">
              <a:defRPr sz="1200" b="0" i="0">
                <a:latin typeface="Arial" panose="020B0604020202020204" pitchFamily="34" charset="0"/>
              </a:defRPr>
            </a:lvl1pPr>
          </a:lstStyle>
          <a:p>
            <a:r>
              <a:rPr lang="en-US" sz="800" dirty="0">
                <a:solidFill>
                  <a:srgbClr val="052049"/>
                </a:solidFill>
              </a:rPr>
              <a:t>| [footer text here]</a:t>
            </a:r>
          </a:p>
        </p:txBody>
      </p:sp>
      <p:sp>
        <p:nvSpPr>
          <p:cNvPr id="2" name="Date Placeholder 1"/>
          <p:cNvSpPr>
            <a:spLocks noGrp="1"/>
          </p:cNvSpPr>
          <p:nvPr>
            <p:ph type="dt" idx="1"/>
          </p:nvPr>
        </p:nvSpPr>
        <p:spPr>
          <a:xfrm>
            <a:off x="3884613" y="3"/>
            <a:ext cx="2971800" cy="466725"/>
          </a:xfrm>
          <a:prstGeom prst="rect">
            <a:avLst/>
          </a:prstGeom>
        </p:spPr>
        <p:txBody>
          <a:bodyPr vert="horz" lIns="91440" tIns="45720" rIns="91440" bIns="45720" rtlCol="0"/>
          <a:lstStyle>
            <a:lvl1pPr algn="r">
              <a:defRPr sz="1200" b="0" i="0">
                <a:latin typeface="Arial" panose="020B0604020202020204" pitchFamily="34" charset="0"/>
              </a:defRPr>
            </a:lvl1pPr>
          </a:lstStyle>
          <a:p>
            <a:fld id="{EF798EC2-7587-174C-8F9B-BEC1CFBF2B9A}" type="datetimeFigureOut">
              <a:rPr lang="en-US" smtClean="0"/>
              <a:pPr/>
              <a:t>3/17/26</a:t>
            </a:fld>
            <a:endParaRPr lang="en-US" dirty="0"/>
          </a:p>
        </p:txBody>
      </p:sp>
    </p:spTree>
    <p:extLst>
      <p:ext uri="{BB962C8B-B14F-4D97-AF65-F5344CB8AC3E}">
        <p14:creationId xmlns:p14="http://schemas.microsoft.com/office/powerpoint/2010/main" val="450748310"/>
      </p:ext>
    </p:extLst>
  </p:cSld>
  <p:clrMap bg1="lt1" tx1="dk1" bg2="lt2" tx2="dk2" accent1="accent1" accent2="accent2" accent3="accent3" accent4="accent4" accent5="accent5" accent6="accent6" hlink="hlink" folHlink="folHlink"/>
  <p:hf hdr="0" dt="0"/>
  <p:notesStyle>
    <a:lvl1pPr marL="114300" indent="-114300" algn="l" defTabSz="914400" rtl="0" eaLnBrk="1" latinLnBrk="0" hangingPunct="1">
      <a:spcBef>
        <a:spcPts val="800"/>
      </a:spcBef>
      <a:buClr>
        <a:srgbClr val="178CCB"/>
      </a:buClr>
      <a:buFont typeface="Arial" pitchFamily="34" charset="0"/>
      <a:buChar char="•"/>
      <a:defRPr sz="1200" b="0" i="0" kern="1200">
        <a:solidFill>
          <a:srgbClr val="052049"/>
        </a:solidFill>
        <a:latin typeface="Arial" panose="020B0604020202020204" pitchFamily="34" charset="0"/>
        <a:ea typeface="+mn-ea"/>
        <a:cs typeface="Arial" panose="020B0604020202020204" pitchFamily="34" charset="0"/>
      </a:defRPr>
    </a:lvl1pPr>
    <a:lvl2pPr marL="285750" indent="-112713" algn="l" defTabSz="914400" rtl="0" eaLnBrk="1" latinLnBrk="0" hangingPunct="1">
      <a:spcBef>
        <a:spcPts val="200"/>
      </a:spcBef>
      <a:buClr>
        <a:srgbClr val="178CCB"/>
      </a:buClr>
      <a:buFont typeface="Arial" pitchFamily="34" charset="0"/>
      <a:buChar char="•"/>
      <a:defRPr sz="1100" b="0" i="0" kern="1200">
        <a:solidFill>
          <a:srgbClr val="052049"/>
        </a:solidFill>
        <a:latin typeface="Arial" panose="020B0604020202020204" pitchFamily="34" charset="0"/>
        <a:ea typeface="+mn-ea"/>
        <a:cs typeface="Arial" panose="020B0604020202020204" pitchFamily="34" charset="0"/>
      </a:defRPr>
    </a:lvl2pPr>
    <a:lvl3pPr marL="403225" indent="-117475" algn="l" defTabSz="914400" rtl="0" eaLnBrk="1" latinLnBrk="0" hangingPunct="1">
      <a:spcBef>
        <a:spcPts val="200"/>
      </a:spcBef>
      <a:buClr>
        <a:srgbClr val="178CCB"/>
      </a:buClr>
      <a:buFont typeface="Arial" pitchFamily="34" charset="0"/>
      <a:buChar char="•"/>
      <a:defRPr sz="1050" b="0" i="0" kern="1200">
        <a:solidFill>
          <a:srgbClr val="052049"/>
        </a:solidFill>
        <a:latin typeface="Arial" panose="020B0604020202020204" pitchFamily="34" charset="0"/>
        <a:ea typeface="+mn-ea"/>
        <a:cs typeface="Arial" panose="020B0604020202020204" pitchFamily="34" charset="0"/>
      </a:defRPr>
    </a:lvl3pPr>
    <a:lvl4pPr marL="569913" indent="-112713" algn="l" defTabSz="914400" rtl="0" eaLnBrk="1" latinLnBrk="0" hangingPunct="1">
      <a:spcBef>
        <a:spcPts val="200"/>
      </a:spcBef>
      <a:buClr>
        <a:srgbClr val="178CCB"/>
      </a:buClr>
      <a:buFont typeface="Arial" pitchFamily="34" charset="0"/>
      <a:buChar char="•"/>
      <a:defRPr sz="1050" b="0" i="0" kern="1200">
        <a:solidFill>
          <a:srgbClr val="052049"/>
        </a:solidFill>
        <a:latin typeface="Arial" panose="020B0604020202020204" pitchFamily="34" charset="0"/>
        <a:ea typeface="+mn-ea"/>
        <a:cs typeface="Arial" panose="020B0604020202020204" pitchFamily="34" charset="0"/>
      </a:defRPr>
    </a:lvl4pPr>
    <a:lvl5pPr marL="457200" indent="114300" algn="l" defTabSz="914400" rtl="0" eaLnBrk="1" latinLnBrk="0" hangingPunct="1">
      <a:buFont typeface="Arial" pitchFamily="34" charset="0"/>
      <a:buChar char="•"/>
      <a:defRPr sz="1050" kern="1200">
        <a:solidFill>
          <a:schemeClr val="tx1"/>
        </a:solidFill>
        <a:latin typeface="+mn-lt"/>
        <a:ea typeface="+mn-ea"/>
        <a:cs typeface="Arial"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3" Type="http://schemas.openxmlformats.org/officeDocument/2006/relationships/hyperlink" Target="https://gadm.org/" TargetMode="External"/><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3" Type="http://schemas.openxmlformats.org/officeDocument/2006/relationships/hyperlink" Target="https://gadm.org/" TargetMode="External"/><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lgn="r"/>
            <a:fld id="{111E5896-917A-4035-A860-408E1EC3CD51}" type="slidenum">
              <a:rPr lang="en-US" smtClean="0">
                <a:solidFill>
                  <a:srgbClr val="052049"/>
                </a:solidFill>
              </a:rPr>
              <a:pPr algn="r"/>
              <a:t>1</a:t>
            </a:fld>
            <a:endParaRPr lang="en-US" dirty="0">
              <a:solidFill>
                <a:srgbClr val="052049"/>
              </a:solidFill>
            </a:endParaRPr>
          </a:p>
        </p:txBody>
      </p:sp>
      <p:sp>
        <p:nvSpPr>
          <p:cNvPr id="5" name="Footer Placeholder 4"/>
          <p:cNvSpPr>
            <a:spLocks noGrp="1"/>
          </p:cNvSpPr>
          <p:nvPr>
            <p:ph type="ftr" sz="quarter" idx="4"/>
          </p:nvPr>
        </p:nvSpPr>
        <p:spPr/>
        <p:txBody>
          <a:bodyPr/>
          <a:lstStyle/>
          <a:p>
            <a:r>
              <a:rPr lang="en-US" sz="800">
                <a:solidFill>
                  <a:srgbClr val="052049"/>
                </a:solidFill>
              </a:rPr>
              <a:t>| [footer text here]</a:t>
            </a:r>
            <a:endParaRPr lang="en-US" sz="800" dirty="0">
              <a:solidFill>
                <a:srgbClr val="052049"/>
              </a:solidFill>
            </a:endParaRPr>
          </a:p>
        </p:txBody>
      </p:sp>
    </p:spTree>
    <p:extLst>
      <p:ext uri="{BB962C8B-B14F-4D97-AF65-F5344CB8AC3E}">
        <p14:creationId xmlns:p14="http://schemas.microsoft.com/office/powerpoint/2010/main" val="3503030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lgn="r"/>
            <a:fld id="{111E5896-917A-4035-A860-408E1EC3CD51}" type="slidenum">
              <a:rPr lang="en-US" smtClean="0">
                <a:solidFill>
                  <a:srgbClr val="052049"/>
                </a:solidFill>
              </a:rPr>
              <a:pPr algn="r"/>
              <a:t>2</a:t>
            </a:fld>
            <a:endParaRPr lang="en-US" dirty="0">
              <a:solidFill>
                <a:srgbClr val="052049"/>
              </a:solidFill>
            </a:endParaRPr>
          </a:p>
        </p:txBody>
      </p:sp>
      <p:sp>
        <p:nvSpPr>
          <p:cNvPr id="5" name="Footer Placeholder 4"/>
          <p:cNvSpPr>
            <a:spLocks noGrp="1"/>
          </p:cNvSpPr>
          <p:nvPr>
            <p:ph type="ftr" sz="quarter" idx="4"/>
          </p:nvPr>
        </p:nvSpPr>
        <p:spPr/>
        <p:txBody>
          <a:bodyPr/>
          <a:lstStyle/>
          <a:p>
            <a:r>
              <a:rPr lang="en-US" sz="800">
                <a:solidFill>
                  <a:srgbClr val="052049"/>
                </a:solidFill>
              </a:rPr>
              <a:t>| [footer text here]</a:t>
            </a:r>
            <a:endParaRPr lang="en-US" sz="800" dirty="0">
              <a:solidFill>
                <a:srgbClr val="052049"/>
              </a:solidFill>
            </a:endParaRPr>
          </a:p>
        </p:txBody>
      </p:sp>
    </p:spTree>
    <p:extLst>
      <p:ext uri="{BB962C8B-B14F-4D97-AF65-F5344CB8AC3E}">
        <p14:creationId xmlns:p14="http://schemas.microsoft.com/office/powerpoint/2010/main" val="17031475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FD96E0-2AC2-289C-A6D7-CABCDCC39C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45DC83-F853-4D34-D2DD-D1CCF42D53E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5F126F0-084E-15BF-80F5-2742E2B8AEE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D4BA6C2-9F35-70E4-3DEB-31336ECDAE07}"/>
              </a:ext>
            </a:extLst>
          </p:cNvPr>
          <p:cNvSpPr>
            <a:spLocks noGrp="1"/>
          </p:cNvSpPr>
          <p:nvPr>
            <p:ph type="sldNum" sz="quarter" idx="5"/>
          </p:nvPr>
        </p:nvSpPr>
        <p:spPr/>
        <p:txBody>
          <a:bodyPr/>
          <a:lstStyle/>
          <a:p>
            <a:pPr algn="r"/>
            <a:fld id="{111E5896-917A-4035-A860-408E1EC3CD51}" type="slidenum">
              <a:rPr lang="en-US" smtClean="0">
                <a:solidFill>
                  <a:srgbClr val="052049"/>
                </a:solidFill>
              </a:rPr>
              <a:pPr algn="r"/>
              <a:t>4</a:t>
            </a:fld>
            <a:endParaRPr lang="en-US" dirty="0">
              <a:solidFill>
                <a:srgbClr val="052049"/>
              </a:solidFill>
            </a:endParaRPr>
          </a:p>
        </p:txBody>
      </p:sp>
      <p:sp>
        <p:nvSpPr>
          <p:cNvPr id="5" name="Footer Placeholder 4">
            <a:extLst>
              <a:ext uri="{FF2B5EF4-FFF2-40B4-BE49-F238E27FC236}">
                <a16:creationId xmlns:a16="http://schemas.microsoft.com/office/drawing/2014/main" id="{35AEC56E-AEB2-E0FD-D57E-CBBACA85D8EA}"/>
              </a:ext>
            </a:extLst>
          </p:cNvPr>
          <p:cNvSpPr>
            <a:spLocks noGrp="1"/>
          </p:cNvSpPr>
          <p:nvPr>
            <p:ph type="ftr" sz="quarter" idx="4"/>
          </p:nvPr>
        </p:nvSpPr>
        <p:spPr/>
        <p:txBody>
          <a:bodyPr/>
          <a:lstStyle/>
          <a:p>
            <a:r>
              <a:rPr lang="en-US" sz="800">
                <a:solidFill>
                  <a:srgbClr val="052049"/>
                </a:solidFill>
              </a:rPr>
              <a:t>| [footer text here]</a:t>
            </a:r>
            <a:endParaRPr lang="en-US" sz="800" dirty="0">
              <a:solidFill>
                <a:srgbClr val="052049"/>
              </a:solidFill>
            </a:endParaRPr>
          </a:p>
        </p:txBody>
      </p:sp>
    </p:spTree>
    <p:extLst>
      <p:ext uri="{BB962C8B-B14F-4D97-AF65-F5344CB8AC3E}">
        <p14:creationId xmlns:p14="http://schemas.microsoft.com/office/powerpoint/2010/main" val="308712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lgn="r"/>
            <a:fld id="{111E5896-917A-4035-A860-408E1EC3CD51}" type="slidenum">
              <a:rPr lang="en-US" smtClean="0">
                <a:solidFill>
                  <a:srgbClr val="052049"/>
                </a:solidFill>
              </a:rPr>
              <a:pPr algn="r"/>
              <a:t>5</a:t>
            </a:fld>
            <a:endParaRPr lang="en-US" dirty="0">
              <a:solidFill>
                <a:srgbClr val="052049"/>
              </a:solidFill>
            </a:endParaRPr>
          </a:p>
        </p:txBody>
      </p:sp>
      <p:sp>
        <p:nvSpPr>
          <p:cNvPr id="5" name="Footer Placeholder 4"/>
          <p:cNvSpPr>
            <a:spLocks noGrp="1"/>
          </p:cNvSpPr>
          <p:nvPr>
            <p:ph type="ftr" sz="quarter" idx="4"/>
          </p:nvPr>
        </p:nvSpPr>
        <p:spPr/>
        <p:txBody>
          <a:bodyPr/>
          <a:lstStyle/>
          <a:p>
            <a:r>
              <a:rPr lang="en-US" sz="800">
                <a:solidFill>
                  <a:srgbClr val="052049"/>
                </a:solidFill>
              </a:rPr>
              <a:t>| [footer text here]</a:t>
            </a:r>
            <a:endParaRPr lang="en-US" sz="800" dirty="0">
              <a:solidFill>
                <a:srgbClr val="052049"/>
              </a:solidFill>
            </a:endParaRPr>
          </a:p>
        </p:txBody>
      </p:sp>
    </p:spTree>
    <p:extLst>
      <p:ext uri="{BB962C8B-B14F-4D97-AF65-F5344CB8AC3E}">
        <p14:creationId xmlns:p14="http://schemas.microsoft.com/office/powerpoint/2010/main" val="36494697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lgn="r"/>
            <a:fld id="{111E5896-917A-4035-A860-408E1EC3CD51}" type="slidenum">
              <a:rPr lang="en-US" smtClean="0">
                <a:solidFill>
                  <a:srgbClr val="052049"/>
                </a:solidFill>
              </a:rPr>
              <a:pPr algn="r"/>
              <a:t>6</a:t>
            </a:fld>
            <a:endParaRPr lang="en-US" dirty="0">
              <a:solidFill>
                <a:srgbClr val="052049"/>
              </a:solidFill>
            </a:endParaRPr>
          </a:p>
        </p:txBody>
      </p:sp>
      <p:sp>
        <p:nvSpPr>
          <p:cNvPr id="5" name="Footer Placeholder 4"/>
          <p:cNvSpPr>
            <a:spLocks noGrp="1"/>
          </p:cNvSpPr>
          <p:nvPr>
            <p:ph type="ftr" sz="quarter" idx="4"/>
          </p:nvPr>
        </p:nvSpPr>
        <p:spPr/>
        <p:txBody>
          <a:bodyPr/>
          <a:lstStyle/>
          <a:p>
            <a:r>
              <a:rPr lang="en-US" sz="800">
                <a:solidFill>
                  <a:srgbClr val="052049"/>
                </a:solidFill>
              </a:rPr>
              <a:t>| [footer text here]</a:t>
            </a:r>
            <a:endParaRPr lang="en-US" sz="800" dirty="0">
              <a:solidFill>
                <a:srgbClr val="052049"/>
              </a:solidFill>
            </a:endParaRPr>
          </a:p>
        </p:txBody>
      </p:sp>
    </p:spTree>
    <p:extLst>
      <p:ext uri="{BB962C8B-B14F-4D97-AF65-F5344CB8AC3E}">
        <p14:creationId xmlns:p14="http://schemas.microsoft.com/office/powerpoint/2010/main" val="55854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C8B3FE-3366-8A4E-76AE-C7736D7AB3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08612D-DDD7-0D08-E13E-967DAF6996B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2E2770E-6B67-CFD1-ED99-6FB71A880CC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F3857DD-8F20-2261-78A6-F34001F9C34C}"/>
              </a:ext>
            </a:extLst>
          </p:cNvPr>
          <p:cNvSpPr>
            <a:spLocks noGrp="1"/>
          </p:cNvSpPr>
          <p:nvPr>
            <p:ph type="sldNum" sz="quarter" idx="5"/>
          </p:nvPr>
        </p:nvSpPr>
        <p:spPr/>
        <p:txBody>
          <a:bodyPr/>
          <a:lstStyle/>
          <a:p>
            <a:pPr algn="r"/>
            <a:fld id="{111E5896-917A-4035-A860-408E1EC3CD51}" type="slidenum">
              <a:rPr lang="en-US" smtClean="0">
                <a:solidFill>
                  <a:srgbClr val="052049"/>
                </a:solidFill>
              </a:rPr>
              <a:pPr algn="r"/>
              <a:t>7</a:t>
            </a:fld>
            <a:endParaRPr lang="en-US" dirty="0">
              <a:solidFill>
                <a:srgbClr val="052049"/>
              </a:solidFill>
            </a:endParaRPr>
          </a:p>
        </p:txBody>
      </p:sp>
      <p:sp>
        <p:nvSpPr>
          <p:cNvPr id="5" name="Footer Placeholder 4">
            <a:extLst>
              <a:ext uri="{FF2B5EF4-FFF2-40B4-BE49-F238E27FC236}">
                <a16:creationId xmlns:a16="http://schemas.microsoft.com/office/drawing/2014/main" id="{B2E25A45-8C14-DC5D-2C41-038A0BAC46EE}"/>
              </a:ext>
            </a:extLst>
          </p:cNvPr>
          <p:cNvSpPr>
            <a:spLocks noGrp="1"/>
          </p:cNvSpPr>
          <p:nvPr>
            <p:ph type="ftr" sz="quarter" idx="4"/>
          </p:nvPr>
        </p:nvSpPr>
        <p:spPr/>
        <p:txBody>
          <a:bodyPr/>
          <a:lstStyle/>
          <a:p>
            <a:r>
              <a:rPr lang="en-US" sz="800">
                <a:solidFill>
                  <a:srgbClr val="052049"/>
                </a:solidFill>
              </a:rPr>
              <a:t>| [footer text here]</a:t>
            </a:r>
            <a:endParaRPr lang="en-US" sz="800" dirty="0">
              <a:solidFill>
                <a:srgbClr val="052049"/>
              </a:solidFill>
            </a:endParaRPr>
          </a:p>
        </p:txBody>
      </p:sp>
    </p:spTree>
    <p:extLst>
      <p:ext uri="{BB962C8B-B14F-4D97-AF65-F5344CB8AC3E}">
        <p14:creationId xmlns:p14="http://schemas.microsoft.com/office/powerpoint/2010/main" val="9833355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F5DE7A-23F9-1AA0-7D34-1D0B820427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0898E2-C1DE-A698-9616-49F9ECCF74E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D7FE3F7-1C56-A9D3-82CD-6B97C38F8FE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A126E24-7B0B-8C99-043C-1B1DD7D19DD1}"/>
              </a:ext>
            </a:extLst>
          </p:cNvPr>
          <p:cNvSpPr>
            <a:spLocks noGrp="1"/>
          </p:cNvSpPr>
          <p:nvPr>
            <p:ph type="sldNum" sz="quarter" idx="5"/>
          </p:nvPr>
        </p:nvSpPr>
        <p:spPr/>
        <p:txBody>
          <a:bodyPr/>
          <a:lstStyle/>
          <a:p>
            <a:pPr algn="r"/>
            <a:fld id="{111E5896-917A-4035-A860-408E1EC3CD51}" type="slidenum">
              <a:rPr lang="en-US" smtClean="0">
                <a:solidFill>
                  <a:srgbClr val="052049"/>
                </a:solidFill>
              </a:rPr>
              <a:pPr algn="r"/>
              <a:t>8</a:t>
            </a:fld>
            <a:endParaRPr lang="en-US" dirty="0">
              <a:solidFill>
                <a:srgbClr val="052049"/>
              </a:solidFill>
            </a:endParaRPr>
          </a:p>
        </p:txBody>
      </p:sp>
      <p:sp>
        <p:nvSpPr>
          <p:cNvPr id="5" name="Footer Placeholder 4">
            <a:extLst>
              <a:ext uri="{FF2B5EF4-FFF2-40B4-BE49-F238E27FC236}">
                <a16:creationId xmlns:a16="http://schemas.microsoft.com/office/drawing/2014/main" id="{F4F6C6A5-AB07-7828-113B-E91212AE4A1A}"/>
              </a:ext>
            </a:extLst>
          </p:cNvPr>
          <p:cNvSpPr>
            <a:spLocks noGrp="1"/>
          </p:cNvSpPr>
          <p:nvPr>
            <p:ph type="ftr" sz="quarter" idx="4"/>
          </p:nvPr>
        </p:nvSpPr>
        <p:spPr/>
        <p:txBody>
          <a:bodyPr/>
          <a:lstStyle/>
          <a:p>
            <a:r>
              <a:rPr lang="en-US" sz="800">
                <a:solidFill>
                  <a:srgbClr val="052049"/>
                </a:solidFill>
              </a:rPr>
              <a:t>| [footer text here]</a:t>
            </a:r>
            <a:endParaRPr lang="en-US" sz="800" dirty="0">
              <a:solidFill>
                <a:srgbClr val="052049"/>
              </a:solidFill>
            </a:endParaRPr>
          </a:p>
        </p:txBody>
      </p:sp>
    </p:spTree>
    <p:extLst>
      <p:ext uri="{BB962C8B-B14F-4D97-AF65-F5344CB8AC3E}">
        <p14:creationId xmlns:p14="http://schemas.microsoft.com/office/powerpoint/2010/main" val="322221695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lgn="r"/>
            <a:fld id="{111E5896-917A-4035-A860-408E1EC3CD51}" type="slidenum">
              <a:rPr lang="en-US" smtClean="0">
                <a:solidFill>
                  <a:srgbClr val="052049"/>
                </a:solidFill>
              </a:rPr>
              <a:pPr algn="r"/>
              <a:t>9</a:t>
            </a:fld>
            <a:endParaRPr lang="en-US" dirty="0">
              <a:solidFill>
                <a:srgbClr val="052049"/>
              </a:solidFill>
            </a:endParaRPr>
          </a:p>
        </p:txBody>
      </p:sp>
      <p:sp>
        <p:nvSpPr>
          <p:cNvPr id="5" name="Footer Placeholder 4"/>
          <p:cNvSpPr>
            <a:spLocks noGrp="1"/>
          </p:cNvSpPr>
          <p:nvPr>
            <p:ph type="ftr" sz="quarter" idx="4"/>
          </p:nvPr>
        </p:nvSpPr>
        <p:spPr/>
        <p:txBody>
          <a:bodyPr/>
          <a:lstStyle/>
          <a:p>
            <a:r>
              <a:rPr lang="en-US" sz="800">
                <a:solidFill>
                  <a:srgbClr val="052049"/>
                </a:solidFill>
              </a:rPr>
              <a:t>| [footer text here]</a:t>
            </a:r>
            <a:endParaRPr lang="en-US" sz="800" dirty="0">
              <a:solidFill>
                <a:srgbClr val="052049"/>
              </a:solidFill>
            </a:endParaRPr>
          </a:p>
        </p:txBody>
      </p:sp>
    </p:spTree>
    <p:extLst>
      <p:ext uri="{BB962C8B-B14F-4D97-AF65-F5344CB8AC3E}">
        <p14:creationId xmlns:p14="http://schemas.microsoft.com/office/powerpoint/2010/main" val="5111014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FA9437-01E7-A33D-12BB-75EEA7E025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20AA86-7A64-7B2B-86C8-ABEBE1BA994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38B9186F-C8AA-0F95-4E0F-32FF5AE4E08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6F83B07-E878-4ABC-1456-1D3E835BC711}"/>
              </a:ext>
            </a:extLst>
          </p:cNvPr>
          <p:cNvSpPr>
            <a:spLocks noGrp="1"/>
          </p:cNvSpPr>
          <p:nvPr>
            <p:ph type="sldNum" sz="quarter" idx="5"/>
          </p:nvPr>
        </p:nvSpPr>
        <p:spPr/>
        <p:txBody>
          <a:bodyPr/>
          <a:lstStyle/>
          <a:p>
            <a:pPr algn="r"/>
            <a:fld id="{111E5896-917A-4035-A860-408E1EC3CD51}" type="slidenum">
              <a:rPr lang="en-US" smtClean="0">
                <a:solidFill>
                  <a:srgbClr val="052049"/>
                </a:solidFill>
              </a:rPr>
              <a:pPr algn="r"/>
              <a:t>10</a:t>
            </a:fld>
            <a:endParaRPr lang="en-US" dirty="0">
              <a:solidFill>
                <a:srgbClr val="052049"/>
              </a:solidFill>
            </a:endParaRPr>
          </a:p>
        </p:txBody>
      </p:sp>
      <p:sp>
        <p:nvSpPr>
          <p:cNvPr id="5" name="Footer Placeholder 4">
            <a:extLst>
              <a:ext uri="{FF2B5EF4-FFF2-40B4-BE49-F238E27FC236}">
                <a16:creationId xmlns:a16="http://schemas.microsoft.com/office/drawing/2014/main" id="{3A797C27-8D5A-5CED-BA13-3318F215125D}"/>
              </a:ext>
            </a:extLst>
          </p:cNvPr>
          <p:cNvSpPr>
            <a:spLocks noGrp="1"/>
          </p:cNvSpPr>
          <p:nvPr>
            <p:ph type="ftr" sz="quarter" idx="4"/>
          </p:nvPr>
        </p:nvSpPr>
        <p:spPr/>
        <p:txBody>
          <a:bodyPr/>
          <a:lstStyle/>
          <a:p>
            <a:r>
              <a:rPr lang="en-US" sz="800">
                <a:solidFill>
                  <a:srgbClr val="052049"/>
                </a:solidFill>
              </a:rPr>
              <a:t>| [footer text here]</a:t>
            </a:r>
            <a:endParaRPr lang="en-US" sz="800" dirty="0">
              <a:solidFill>
                <a:srgbClr val="052049"/>
              </a:solidFill>
            </a:endParaRPr>
          </a:p>
        </p:txBody>
      </p:sp>
    </p:spTree>
    <p:extLst>
      <p:ext uri="{BB962C8B-B14F-4D97-AF65-F5344CB8AC3E}">
        <p14:creationId xmlns:p14="http://schemas.microsoft.com/office/powerpoint/2010/main" val="363533196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77C2B7-6228-9686-1990-08D57EB4FE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83DB55-31FA-E416-8CCE-EC0AD143C47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A9939B8-25D9-4B40-109C-65DD71B8689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FEA1097-3841-6DE9-7849-21DA59262579}"/>
              </a:ext>
            </a:extLst>
          </p:cNvPr>
          <p:cNvSpPr>
            <a:spLocks noGrp="1"/>
          </p:cNvSpPr>
          <p:nvPr>
            <p:ph type="sldNum" sz="quarter" idx="5"/>
          </p:nvPr>
        </p:nvSpPr>
        <p:spPr/>
        <p:txBody>
          <a:bodyPr/>
          <a:lstStyle/>
          <a:p>
            <a:pPr algn="r"/>
            <a:fld id="{111E5896-917A-4035-A860-408E1EC3CD51}" type="slidenum">
              <a:rPr lang="en-US" smtClean="0">
                <a:solidFill>
                  <a:srgbClr val="052049"/>
                </a:solidFill>
              </a:rPr>
              <a:pPr algn="r"/>
              <a:t>11</a:t>
            </a:fld>
            <a:endParaRPr lang="en-US" dirty="0">
              <a:solidFill>
                <a:srgbClr val="052049"/>
              </a:solidFill>
            </a:endParaRPr>
          </a:p>
        </p:txBody>
      </p:sp>
      <p:sp>
        <p:nvSpPr>
          <p:cNvPr id="5" name="Footer Placeholder 4">
            <a:extLst>
              <a:ext uri="{FF2B5EF4-FFF2-40B4-BE49-F238E27FC236}">
                <a16:creationId xmlns:a16="http://schemas.microsoft.com/office/drawing/2014/main" id="{7E435E79-926F-3EB2-C448-5B94A0AED027}"/>
              </a:ext>
            </a:extLst>
          </p:cNvPr>
          <p:cNvSpPr>
            <a:spLocks noGrp="1"/>
          </p:cNvSpPr>
          <p:nvPr>
            <p:ph type="ftr" sz="quarter" idx="4"/>
          </p:nvPr>
        </p:nvSpPr>
        <p:spPr/>
        <p:txBody>
          <a:bodyPr/>
          <a:lstStyle/>
          <a:p>
            <a:r>
              <a:rPr lang="en-US" sz="800">
                <a:solidFill>
                  <a:srgbClr val="052049"/>
                </a:solidFill>
              </a:rPr>
              <a:t>| [footer text here]</a:t>
            </a:r>
            <a:endParaRPr lang="en-US" sz="800" dirty="0">
              <a:solidFill>
                <a:srgbClr val="052049"/>
              </a:solidFill>
            </a:endParaRPr>
          </a:p>
        </p:txBody>
      </p:sp>
    </p:spTree>
    <p:extLst>
      <p:ext uri="{BB962C8B-B14F-4D97-AF65-F5344CB8AC3E}">
        <p14:creationId xmlns:p14="http://schemas.microsoft.com/office/powerpoint/2010/main" val="73385404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660EFE-1BD9-85C0-3864-FCD5F525D3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D736FF-9C32-A5EA-2EDC-E15FDEDB4394}"/>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23F57F8-8056-2D05-970A-E68A2C76768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AAFD52C-F194-D00A-ACCD-0F4C08192180}"/>
              </a:ext>
            </a:extLst>
          </p:cNvPr>
          <p:cNvSpPr>
            <a:spLocks noGrp="1"/>
          </p:cNvSpPr>
          <p:nvPr>
            <p:ph type="sldNum" sz="quarter" idx="5"/>
          </p:nvPr>
        </p:nvSpPr>
        <p:spPr/>
        <p:txBody>
          <a:bodyPr/>
          <a:lstStyle/>
          <a:p>
            <a:pPr algn="r"/>
            <a:fld id="{111E5896-917A-4035-A860-408E1EC3CD51}" type="slidenum">
              <a:rPr lang="en-US" smtClean="0">
                <a:solidFill>
                  <a:srgbClr val="052049"/>
                </a:solidFill>
              </a:rPr>
              <a:pPr algn="r"/>
              <a:t>12</a:t>
            </a:fld>
            <a:endParaRPr lang="en-US" dirty="0">
              <a:solidFill>
                <a:srgbClr val="052049"/>
              </a:solidFill>
            </a:endParaRPr>
          </a:p>
        </p:txBody>
      </p:sp>
      <p:sp>
        <p:nvSpPr>
          <p:cNvPr id="5" name="Footer Placeholder 4">
            <a:extLst>
              <a:ext uri="{FF2B5EF4-FFF2-40B4-BE49-F238E27FC236}">
                <a16:creationId xmlns:a16="http://schemas.microsoft.com/office/drawing/2014/main" id="{931CB5DA-3442-2236-EA89-C3D3C5D68E34}"/>
              </a:ext>
            </a:extLst>
          </p:cNvPr>
          <p:cNvSpPr>
            <a:spLocks noGrp="1"/>
          </p:cNvSpPr>
          <p:nvPr>
            <p:ph type="ftr" sz="quarter" idx="4"/>
          </p:nvPr>
        </p:nvSpPr>
        <p:spPr/>
        <p:txBody>
          <a:bodyPr/>
          <a:lstStyle/>
          <a:p>
            <a:r>
              <a:rPr lang="en-US" sz="800">
                <a:solidFill>
                  <a:srgbClr val="052049"/>
                </a:solidFill>
              </a:rPr>
              <a:t>| [footer text here]</a:t>
            </a:r>
            <a:endParaRPr lang="en-US" sz="800" dirty="0">
              <a:solidFill>
                <a:srgbClr val="052049"/>
              </a:solidFill>
            </a:endParaRPr>
          </a:p>
        </p:txBody>
      </p:sp>
    </p:spTree>
    <p:extLst>
      <p:ext uri="{BB962C8B-B14F-4D97-AF65-F5344CB8AC3E}">
        <p14:creationId xmlns:p14="http://schemas.microsoft.com/office/powerpoint/2010/main" val="97969208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44F74F-BC74-E30E-339E-0A04193D01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99456C-5E4B-D5C0-2EC9-DD58370EF1E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8F25540-22BB-1C4F-721C-C9122AE1899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5ED7AD3-891C-E503-EF92-BEDEBB38D913}"/>
              </a:ext>
            </a:extLst>
          </p:cNvPr>
          <p:cNvSpPr>
            <a:spLocks noGrp="1"/>
          </p:cNvSpPr>
          <p:nvPr>
            <p:ph type="sldNum" sz="quarter" idx="5"/>
          </p:nvPr>
        </p:nvSpPr>
        <p:spPr/>
        <p:txBody>
          <a:bodyPr/>
          <a:lstStyle/>
          <a:p>
            <a:pPr algn="r"/>
            <a:fld id="{111E5896-917A-4035-A860-408E1EC3CD51}" type="slidenum">
              <a:rPr lang="en-US" smtClean="0">
                <a:solidFill>
                  <a:srgbClr val="052049"/>
                </a:solidFill>
              </a:rPr>
              <a:pPr algn="r"/>
              <a:t>13</a:t>
            </a:fld>
            <a:endParaRPr lang="en-US" dirty="0">
              <a:solidFill>
                <a:srgbClr val="052049"/>
              </a:solidFill>
            </a:endParaRPr>
          </a:p>
        </p:txBody>
      </p:sp>
      <p:sp>
        <p:nvSpPr>
          <p:cNvPr id="5" name="Footer Placeholder 4">
            <a:extLst>
              <a:ext uri="{FF2B5EF4-FFF2-40B4-BE49-F238E27FC236}">
                <a16:creationId xmlns:a16="http://schemas.microsoft.com/office/drawing/2014/main" id="{94330103-8E5D-444D-A390-B9207E1A2AC5}"/>
              </a:ext>
            </a:extLst>
          </p:cNvPr>
          <p:cNvSpPr>
            <a:spLocks noGrp="1"/>
          </p:cNvSpPr>
          <p:nvPr>
            <p:ph type="ftr" sz="quarter" idx="4"/>
          </p:nvPr>
        </p:nvSpPr>
        <p:spPr/>
        <p:txBody>
          <a:bodyPr/>
          <a:lstStyle/>
          <a:p>
            <a:r>
              <a:rPr lang="en-US" sz="800">
                <a:solidFill>
                  <a:srgbClr val="052049"/>
                </a:solidFill>
              </a:rPr>
              <a:t>| [footer text here]</a:t>
            </a:r>
            <a:endParaRPr lang="en-US" sz="800" dirty="0">
              <a:solidFill>
                <a:srgbClr val="052049"/>
              </a:solidFill>
            </a:endParaRPr>
          </a:p>
        </p:txBody>
      </p:sp>
    </p:spTree>
    <p:extLst>
      <p:ext uri="{BB962C8B-B14F-4D97-AF65-F5344CB8AC3E}">
        <p14:creationId xmlns:p14="http://schemas.microsoft.com/office/powerpoint/2010/main" val="146785795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BFE489-60B1-0F9F-4737-785DF1A63C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B38A02-8CA4-6BC1-B5AD-1C552EE988A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34D47A24-B366-29A3-C55F-B3C5BC7DAF9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FA39563-B82B-03AE-1103-5B471143E516}"/>
              </a:ext>
            </a:extLst>
          </p:cNvPr>
          <p:cNvSpPr>
            <a:spLocks noGrp="1"/>
          </p:cNvSpPr>
          <p:nvPr>
            <p:ph type="sldNum" sz="quarter" idx="5"/>
          </p:nvPr>
        </p:nvSpPr>
        <p:spPr/>
        <p:txBody>
          <a:bodyPr/>
          <a:lstStyle/>
          <a:p>
            <a:pPr algn="r"/>
            <a:fld id="{111E5896-917A-4035-A860-408E1EC3CD51}" type="slidenum">
              <a:rPr lang="en-US" smtClean="0">
                <a:solidFill>
                  <a:srgbClr val="052049"/>
                </a:solidFill>
              </a:rPr>
              <a:pPr algn="r"/>
              <a:t>14</a:t>
            </a:fld>
            <a:endParaRPr lang="en-US" dirty="0">
              <a:solidFill>
                <a:srgbClr val="052049"/>
              </a:solidFill>
            </a:endParaRPr>
          </a:p>
        </p:txBody>
      </p:sp>
      <p:sp>
        <p:nvSpPr>
          <p:cNvPr id="5" name="Footer Placeholder 4">
            <a:extLst>
              <a:ext uri="{FF2B5EF4-FFF2-40B4-BE49-F238E27FC236}">
                <a16:creationId xmlns:a16="http://schemas.microsoft.com/office/drawing/2014/main" id="{A39C41DF-A6CC-9D77-1A96-944F46FD26F4}"/>
              </a:ext>
            </a:extLst>
          </p:cNvPr>
          <p:cNvSpPr>
            <a:spLocks noGrp="1"/>
          </p:cNvSpPr>
          <p:nvPr>
            <p:ph type="ftr" sz="quarter" idx="4"/>
          </p:nvPr>
        </p:nvSpPr>
        <p:spPr/>
        <p:txBody>
          <a:bodyPr/>
          <a:lstStyle/>
          <a:p>
            <a:r>
              <a:rPr lang="en-US" sz="800">
                <a:solidFill>
                  <a:srgbClr val="052049"/>
                </a:solidFill>
              </a:rPr>
              <a:t>| [footer text here]</a:t>
            </a:r>
            <a:endParaRPr lang="en-US" sz="800" dirty="0">
              <a:solidFill>
                <a:srgbClr val="052049"/>
              </a:solidFill>
            </a:endParaRPr>
          </a:p>
        </p:txBody>
      </p:sp>
    </p:spTree>
    <p:extLst>
      <p:ext uri="{BB962C8B-B14F-4D97-AF65-F5344CB8AC3E}">
        <p14:creationId xmlns:p14="http://schemas.microsoft.com/office/powerpoint/2010/main" val="279975194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92167B-C91A-9A79-C3E2-203492FDBB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72E9D9-2888-5E06-FDF4-7EEC37EB127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1BCE33C-20A1-112A-DEC7-1526D3780D5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5EC4081-0A63-4374-92D0-BC2AB5034DEB}"/>
              </a:ext>
            </a:extLst>
          </p:cNvPr>
          <p:cNvSpPr>
            <a:spLocks noGrp="1"/>
          </p:cNvSpPr>
          <p:nvPr>
            <p:ph type="sldNum" sz="quarter" idx="5"/>
          </p:nvPr>
        </p:nvSpPr>
        <p:spPr/>
        <p:txBody>
          <a:bodyPr/>
          <a:lstStyle/>
          <a:p>
            <a:pPr algn="r"/>
            <a:fld id="{111E5896-917A-4035-A860-408E1EC3CD51}" type="slidenum">
              <a:rPr lang="en-US" smtClean="0">
                <a:solidFill>
                  <a:srgbClr val="052049"/>
                </a:solidFill>
              </a:rPr>
              <a:pPr algn="r"/>
              <a:t>15</a:t>
            </a:fld>
            <a:endParaRPr lang="en-US" dirty="0">
              <a:solidFill>
                <a:srgbClr val="052049"/>
              </a:solidFill>
            </a:endParaRPr>
          </a:p>
        </p:txBody>
      </p:sp>
      <p:sp>
        <p:nvSpPr>
          <p:cNvPr id="5" name="Footer Placeholder 4">
            <a:extLst>
              <a:ext uri="{FF2B5EF4-FFF2-40B4-BE49-F238E27FC236}">
                <a16:creationId xmlns:a16="http://schemas.microsoft.com/office/drawing/2014/main" id="{630BAD2F-F923-C8F1-D41E-D0D7CC648A23}"/>
              </a:ext>
            </a:extLst>
          </p:cNvPr>
          <p:cNvSpPr>
            <a:spLocks noGrp="1"/>
          </p:cNvSpPr>
          <p:nvPr>
            <p:ph type="ftr" sz="quarter" idx="4"/>
          </p:nvPr>
        </p:nvSpPr>
        <p:spPr/>
        <p:txBody>
          <a:bodyPr/>
          <a:lstStyle/>
          <a:p>
            <a:r>
              <a:rPr lang="en-US" sz="800">
                <a:solidFill>
                  <a:srgbClr val="052049"/>
                </a:solidFill>
              </a:rPr>
              <a:t>| [footer text here]</a:t>
            </a:r>
            <a:endParaRPr lang="en-US" sz="800" dirty="0">
              <a:solidFill>
                <a:srgbClr val="052049"/>
              </a:solidFill>
            </a:endParaRPr>
          </a:p>
        </p:txBody>
      </p:sp>
    </p:spTree>
    <p:extLst>
      <p:ext uri="{BB962C8B-B14F-4D97-AF65-F5344CB8AC3E}">
        <p14:creationId xmlns:p14="http://schemas.microsoft.com/office/powerpoint/2010/main" val="85769194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278CA0-68CD-C387-82C5-B8BD572896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ECB60E-2C69-4F97-E1AD-9259ED714F20}"/>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C28ECD2-14C1-22C0-D4CB-BD5876C15BF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0AE87A3-3C7D-FFDA-EA3D-A3C942D095A4}"/>
              </a:ext>
            </a:extLst>
          </p:cNvPr>
          <p:cNvSpPr>
            <a:spLocks noGrp="1"/>
          </p:cNvSpPr>
          <p:nvPr>
            <p:ph type="sldNum" sz="quarter" idx="5"/>
          </p:nvPr>
        </p:nvSpPr>
        <p:spPr/>
        <p:txBody>
          <a:bodyPr/>
          <a:lstStyle/>
          <a:p>
            <a:pPr algn="r"/>
            <a:fld id="{111E5896-917A-4035-A860-408E1EC3CD51}" type="slidenum">
              <a:rPr lang="en-US" smtClean="0">
                <a:solidFill>
                  <a:srgbClr val="052049"/>
                </a:solidFill>
              </a:rPr>
              <a:pPr algn="r"/>
              <a:t>16</a:t>
            </a:fld>
            <a:endParaRPr lang="en-US" dirty="0">
              <a:solidFill>
                <a:srgbClr val="052049"/>
              </a:solidFill>
            </a:endParaRPr>
          </a:p>
        </p:txBody>
      </p:sp>
      <p:sp>
        <p:nvSpPr>
          <p:cNvPr id="5" name="Footer Placeholder 4">
            <a:extLst>
              <a:ext uri="{FF2B5EF4-FFF2-40B4-BE49-F238E27FC236}">
                <a16:creationId xmlns:a16="http://schemas.microsoft.com/office/drawing/2014/main" id="{7218A383-86BC-3D30-38E5-51B5B8D24095}"/>
              </a:ext>
            </a:extLst>
          </p:cNvPr>
          <p:cNvSpPr>
            <a:spLocks noGrp="1"/>
          </p:cNvSpPr>
          <p:nvPr>
            <p:ph type="ftr" sz="quarter" idx="4"/>
          </p:nvPr>
        </p:nvSpPr>
        <p:spPr/>
        <p:txBody>
          <a:bodyPr/>
          <a:lstStyle/>
          <a:p>
            <a:r>
              <a:rPr lang="en-US" sz="800">
                <a:solidFill>
                  <a:srgbClr val="052049"/>
                </a:solidFill>
              </a:rPr>
              <a:t>| [footer text here]</a:t>
            </a:r>
            <a:endParaRPr lang="en-US" sz="800" dirty="0">
              <a:solidFill>
                <a:srgbClr val="052049"/>
              </a:solidFill>
            </a:endParaRPr>
          </a:p>
        </p:txBody>
      </p:sp>
    </p:spTree>
    <p:extLst>
      <p:ext uri="{BB962C8B-B14F-4D97-AF65-F5344CB8AC3E}">
        <p14:creationId xmlns:p14="http://schemas.microsoft.com/office/powerpoint/2010/main" val="375374942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40B2DE-DB90-4E83-4C65-08FA8B3552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F75513-F27B-12B8-BED6-B31D923E297D}"/>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BA58C0B-F3D6-B195-1767-01424737103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07FCEF1-3048-A005-2B3F-D3C9E3AA71A1}"/>
              </a:ext>
            </a:extLst>
          </p:cNvPr>
          <p:cNvSpPr>
            <a:spLocks noGrp="1"/>
          </p:cNvSpPr>
          <p:nvPr>
            <p:ph type="sldNum" sz="quarter" idx="5"/>
          </p:nvPr>
        </p:nvSpPr>
        <p:spPr/>
        <p:txBody>
          <a:bodyPr/>
          <a:lstStyle/>
          <a:p>
            <a:pPr algn="r"/>
            <a:fld id="{111E5896-917A-4035-A860-408E1EC3CD51}" type="slidenum">
              <a:rPr lang="en-US" smtClean="0">
                <a:solidFill>
                  <a:srgbClr val="052049"/>
                </a:solidFill>
              </a:rPr>
              <a:pPr algn="r"/>
              <a:t>17</a:t>
            </a:fld>
            <a:endParaRPr lang="en-US" dirty="0">
              <a:solidFill>
                <a:srgbClr val="052049"/>
              </a:solidFill>
            </a:endParaRPr>
          </a:p>
        </p:txBody>
      </p:sp>
      <p:sp>
        <p:nvSpPr>
          <p:cNvPr id="5" name="Footer Placeholder 4">
            <a:extLst>
              <a:ext uri="{FF2B5EF4-FFF2-40B4-BE49-F238E27FC236}">
                <a16:creationId xmlns:a16="http://schemas.microsoft.com/office/drawing/2014/main" id="{2154279B-2E09-D31D-9BAC-8C6395B2F8BF}"/>
              </a:ext>
            </a:extLst>
          </p:cNvPr>
          <p:cNvSpPr>
            <a:spLocks noGrp="1"/>
          </p:cNvSpPr>
          <p:nvPr>
            <p:ph type="ftr" sz="quarter" idx="4"/>
          </p:nvPr>
        </p:nvSpPr>
        <p:spPr/>
        <p:txBody>
          <a:bodyPr/>
          <a:lstStyle/>
          <a:p>
            <a:r>
              <a:rPr lang="en-US" sz="800">
                <a:solidFill>
                  <a:srgbClr val="052049"/>
                </a:solidFill>
              </a:rPr>
              <a:t>| [footer text here]</a:t>
            </a:r>
            <a:endParaRPr lang="en-US" sz="800" dirty="0">
              <a:solidFill>
                <a:srgbClr val="052049"/>
              </a:solidFill>
            </a:endParaRPr>
          </a:p>
        </p:txBody>
      </p:sp>
    </p:spTree>
    <p:extLst>
      <p:ext uri="{BB962C8B-B14F-4D97-AF65-F5344CB8AC3E}">
        <p14:creationId xmlns:p14="http://schemas.microsoft.com/office/powerpoint/2010/main" val="175074482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lgn="r"/>
            <a:fld id="{111E5896-917A-4035-A860-408E1EC3CD51}" type="slidenum">
              <a:rPr lang="en-US" smtClean="0">
                <a:solidFill>
                  <a:srgbClr val="052049"/>
                </a:solidFill>
              </a:rPr>
              <a:pPr algn="r"/>
              <a:t>18</a:t>
            </a:fld>
            <a:endParaRPr lang="en-US" dirty="0">
              <a:solidFill>
                <a:srgbClr val="052049"/>
              </a:solidFill>
            </a:endParaRPr>
          </a:p>
        </p:txBody>
      </p:sp>
      <p:sp>
        <p:nvSpPr>
          <p:cNvPr id="5" name="Footer Placeholder 4"/>
          <p:cNvSpPr>
            <a:spLocks noGrp="1"/>
          </p:cNvSpPr>
          <p:nvPr>
            <p:ph type="ftr" sz="quarter" idx="4"/>
          </p:nvPr>
        </p:nvSpPr>
        <p:spPr/>
        <p:txBody>
          <a:bodyPr/>
          <a:lstStyle/>
          <a:p>
            <a:r>
              <a:rPr lang="en-US" sz="800">
                <a:solidFill>
                  <a:srgbClr val="052049"/>
                </a:solidFill>
              </a:rPr>
              <a:t>| [footer text here]</a:t>
            </a:r>
            <a:endParaRPr lang="en-US" sz="800" dirty="0">
              <a:solidFill>
                <a:srgbClr val="052049"/>
              </a:solidFill>
            </a:endParaRPr>
          </a:p>
        </p:txBody>
      </p:sp>
    </p:spTree>
    <p:extLst>
      <p:ext uri="{BB962C8B-B14F-4D97-AF65-F5344CB8AC3E}">
        <p14:creationId xmlns:p14="http://schemas.microsoft.com/office/powerpoint/2010/main" val="151199006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lgn="r"/>
            <a:fld id="{111E5896-917A-4035-A860-408E1EC3CD51}" type="slidenum">
              <a:rPr lang="en-US" smtClean="0">
                <a:solidFill>
                  <a:srgbClr val="052049"/>
                </a:solidFill>
              </a:rPr>
              <a:pPr algn="r"/>
              <a:t>19</a:t>
            </a:fld>
            <a:endParaRPr lang="en-US" dirty="0">
              <a:solidFill>
                <a:srgbClr val="052049"/>
              </a:solidFill>
            </a:endParaRPr>
          </a:p>
        </p:txBody>
      </p:sp>
      <p:sp>
        <p:nvSpPr>
          <p:cNvPr id="5" name="Footer Placeholder 4"/>
          <p:cNvSpPr>
            <a:spLocks noGrp="1"/>
          </p:cNvSpPr>
          <p:nvPr>
            <p:ph type="ftr" sz="quarter" idx="4"/>
          </p:nvPr>
        </p:nvSpPr>
        <p:spPr/>
        <p:txBody>
          <a:bodyPr/>
          <a:lstStyle/>
          <a:p>
            <a:r>
              <a:rPr lang="en-US" sz="800">
                <a:solidFill>
                  <a:srgbClr val="052049"/>
                </a:solidFill>
              </a:rPr>
              <a:t>| [footer text here]</a:t>
            </a:r>
            <a:endParaRPr lang="en-US" sz="800" dirty="0">
              <a:solidFill>
                <a:srgbClr val="052049"/>
              </a:solidFill>
            </a:endParaRPr>
          </a:p>
        </p:txBody>
      </p:sp>
    </p:spTree>
    <p:extLst>
      <p:ext uri="{BB962C8B-B14F-4D97-AF65-F5344CB8AC3E}">
        <p14:creationId xmlns:p14="http://schemas.microsoft.com/office/powerpoint/2010/main" val="285627307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lgn="r"/>
            <a:fld id="{111E5896-917A-4035-A860-408E1EC3CD51}" type="slidenum">
              <a:rPr lang="en-US" smtClean="0">
                <a:solidFill>
                  <a:srgbClr val="052049"/>
                </a:solidFill>
              </a:rPr>
              <a:pPr algn="r"/>
              <a:t>20</a:t>
            </a:fld>
            <a:endParaRPr lang="en-US" dirty="0">
              <a:solidFill>
                <a:srgbClr val="052049"/>
              </a:solidFill>
            </a:endParaRPr>
          </a:p>
        </p:txBody>
      </p:sp>
      <p:sp>
        <p:nvSpPr>
          <p:cNvPr id="5" name="Footer Placeholder 4"/>
          <p:cNvSpPr>
            <a:spLocks noGrp="1"/>
          </p:cNvSpPr>
          <p:nvPr>
            <p:ph type="ftr" sz="quarter" idx="4"/>
          </p:nvPr>
        </p:nvSpPr>
        <p:spPr/>
        <p:txBody>
          <a:bodyPr/>
          <a:lstStyle/>
          <a:p>
            <a:r>
              <a:rPr lang="en-US" sz="800">
                <a:solidFill>
                  <a:srgbClr val="052049"/>
                </a:solidFill>
              </a:rPr>
              <a:t>| [footer text here]</a:t>
            </a:r>
            <a:endParaRPr lang="en-US" sz="800" dirty="0">
              <a:solidFill>
                <a:srgbClr val="052049"/>
              </a:solidFill>
            </a:endParaRPr>
          </a:p>
        </p:txBody>
      </p:sp>
    </p:spTree>
    <p:extLst>
      <p:ext uri="{BB962C8B-B14F-4D97-AF65-F5344CB8AC3E}">
        <p14:creationId xmlns:p14="http://schemas.microsoft.com/office/powerpoint/2010/main" val="387868318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lgn="r"/>
            <a:fld id="{111E5896-917A-4035-A860-408E1EC3CD51}" type="slidenum">
              <a:rPr lang="en-US" smtClean="0">
                <a:solidFill>
                  <a:srgbClr val="052049"/>
                </a:solidFill>
              </a:rPr>
              <a:pPr algn="r"/>
              <a:t>21</a:t>
            </a:fld>
            <a:endParaRPr lang="en-US" dirty="0">
              <a:solidFill>
                <a:srgbClr val="052049"/>
              </a:solidFill>
            </a:endParaRPr>
          </a:p>
        </p:txBody>
      </p:sp>
      <p:sp>
        <p:nvSpPr>
          <p:cNvPr id="5" name="Footer Placeholder 4"/>
          <p:cNvSpPr>
            <a:spLocks noGrp="1"/>
          </p:cNvSpPr>
          <p:nvPr>
            <p:ph type="ftr" sz="quarter" idx="4"/>
          </p:nvPr>
        </p:nvSpPr>
        <p:spPr/>
        <p:txBody>
          <a:bodyPr/>
          <a:lstStyle/>
          <a:p>
            <a:r>
              <a:rPr lang="en-US" sz="800">
                <a:solidFill>
                  <a:srgbClr val="052049"/>
                </a:solidFill>
              </a:rPr>
              <a:t>| [footer text here]</a:t>
            </a:r>
            <a:endParaRPr lang="en-US" sz="800" dirty="0">
              <a:solidFill>
                <a:srgbClr val="052049"/>
              </a:solidFill>
            </a:endParaRPr>
          </a:p>
        </p:txBody>
      </p:sp>
    </p:spTree>
    <p:extLst>
      <p:ext uri="{BB962C8B-B14F-4D97-AF65-F5344CB8AC3E}">
        <p14:creationId xmlns:p14="http://schemas.microsoft.com/office/powerpoint/2010/main" val="420556013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EDCD35-9CD0-E433-A838-F99A0C5CD1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44935F-98B0-A05F-8C8C-3B3C0C4F348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3D0FBA39-06E4-AD7A-F34B-0AC193F78C2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C345F83-54B1-2999-A7B9-0DEA2E591014}"/>
              </a:ext>
            </a:extLst>
          </p:cNvPr>
          <p:cNvSpPr>
            <a:spLocks noGrp="1"/>
          </p:cNvSpPr>
          <p:nvPr>
            <p:ph type="sldNum" sz="quarter" idx="5"/>
          </p:nvPr>
        </p:nvSpPr>
        <p:spPr/>
        <p:txBody>
          <a:bodyPr/>
          <a:lstStyle/>
          <a:p>
            <a:pPr algn="r"/>
            <a:fld id="{111E5896-917A-4035-A860-408E1EC3CD51}" type="slidenum">
              <a:rPr lang="en-US" smtClean="0">
                <a:solidFill>
                  <a:srgbClr val="052049"/>
                </a:solidFill>
              </a:rPr>
              <a:pPr algn="r"/>
              <a:t>22</a:t>
            </a:fld>
            <a:endParaRPr lang="en-US" dirty="0">
              <a:solidFill>
                <a:srgbClr val="052049"/>
              </a:solidFill>
            </a:endParaRPr>
          </a:p>
        </p:txBody>
      </p:sp>
      <p:sp>
        <p:nvSpPr>
          <p:cNvPr id="5" name="Footer Placeholder 4">
            <a:extLst>
              <a:ext uri="{FF2B5EF4-FFF2-40B4-BE49-F238E27FC236}">
                <a16:creationId xmlns:a16="http://schemas.microsoft.com/office/drawing/2014/main" id="{BD43D72D-CB55-4E7B-742F-186E99619452}"/>
              </a:ext>
            </a:extLst>
          </p:cNvPr>
          <p:cNvSpPr>
            <a:spLocks noGrp="1"/>
          </p:cNvSpPr>
          <p:nvPr>
            <p:ph type="ftr" sz="quarter" idx="4"/>
          </p:nvPr>
        </p:nvSpPr>
        <p:spPr/>
        <p:txBody>
          <a:bodyPr/>
          <a:lstStyle/>
          <a:p>
            <a:r>
              <a:rPr lang="en-US" sz="800">
                <a:solidFill>
                  <a:srgbClr val="052049"/>
                </a:solidFill>
              </a:rPr>
              <a:t>| [footer text here]</a:t>
            </a:r>
            <a:endParaRPr lang="en-US" sz="800" dirty="0">
              <a:solidFill>
                <a:srgbClr val="052049"/>
              </a:solidFill>
            </a:endParaRPr>
          </a:p>
        </p:txBody>
      </p:sp>
    </p:spTree>
    <p:extLst>
      <p:ext uri="{BB962C8B-B14F-4D97-AF65-F5344CB8AC3E}">
        <p14:creationId xmlns:p14="http://schemas.microsoft.com/office/powerpoint/2010/main" val="366913083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A7C80E-2E91-C50D-9A2E-3D75857595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827EC8-F734-05FA-F568-7FCA697A15A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E06B23BA-DBF3-3C40-D80F-267E2E48FF0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07CF146-21BF-99CA-8348-C083B08B94A4}"/>
              </a:ext>
            </a:extLst>
          </p:cNvPr>
          <p:cNvSpPr>
            <a:spLocks noGrp="1"/>
          </p:cNvSpPr>
          <p:nvPr>
            <p:ph type="sldNum" sz="quarter" idx="5"/>
          </p:nvPr>
        </p:nvSpPr>
        <p:spPr/>
        <p:txBody>
          <a:bodyPr/>
          <a:lstStyle/>
          <a:p>
            <a:pPr algn="r"/>
            <a:fld id="{111E5896-917A-4035-A860-408E1EC3CD51}" type="slidenum">
              <a:rPr lang="en-US" smtClean="0">
                <a:solidFill>
                  <a:srgbClr val="052049"/>
                </a:solidFill>
              </a:rPr>
              <a:pPr algn="r"/>
              <a:t>23</a:t>
            </a:fld>
            <a:endParaRPr lang="en-US" dirty="0">
              <a:solidFill>
                <a:srgbClr val="052049"/>
              </a:solidFill>
            </a:endParaRPr>
          </a:p>
        </p:txBody>
      </p:sp>
      <p:sp>
        <p:nvSpPr>
          <p:cNvPr id="5" name="Footer Placeholder 4">
            <a:extLst>
              <a:ext uri="{FF2B5EF4-FFF2-40B4-BE49-F238E27FC236}">
                <a16:creationId xmlns:a16="http://schemas.microsoft.com/office/drawing/2014/main" id="{1E09E3FF-E529-B889-DD36-59BF87E0AF2D}"/>
              </a:ext>
            </a:extLst>
          </p:cNvPr>
          <p:cNvSpPr>
            <a:spLocks noGrp="1"/>
          </p:cNvSpPr>
          <p:nvPr>
            <p:ph type="ftr" sz="quarter" idx="4"/>
          </p:nvPr>
        </p:nvSpPr>
        <p:spPr/>
        <p:txBody>
          <a:bodyPr/>
          <a:lstStyle/>
          <a:p>
            <a:r>
              <a:rPr lang="en-US" sz="800">
                <a:solidFill>
                  <a:srgbClr val="052049"/>
                </a:solidFill>
              </a:rPr>
              <a:t>| [footer text here]</a:t>
            </a:r>
            <a:endParaRPr lang="en-US" sz="800" dirty="0">
              <a:solidFill>
                <a:srgbClr val="052049"/>
              </a:solidFill>
            </a:endParaRPr>
          </a:p>
        </p:txBody>
      </p:sp>
    </p:spTree>
    <p:extLst>
      <p:ext uri="{BB962C8B-B14F-4D97-AF65-F5344CB8AC3E}">
        <p14:creationId xmlns:p14="http://schemas.microsoft.com/office/powerpoint/2010/main" val="305854911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lgn="r"/>
            <a:fld id="{111E5896-917A-4035-A860-408E1EC3CD51}" type="slidenum">
              <a:rPr lang="en-US" smtClean="0">
                <a:solidFill>
                  <a:srgbClr val="052049"/>
                </a:solidFill>
              </a:rPr>
              <a:pPr algn="r"/>
              <a:t>24</a:t>
            </a:fld>
            <a:endParaRPr lang="en-US" dirty="0">
              <a:solidFill>
                <a:srgbClr val="052049"/>
              </a:solidFill>
            </a:endParaRPr>
          </a:p>
        </p:txBody>
      </p:sp>
      <p:sp>
        <p:nvSpPr>
          <p:cNvPr id="5" name="Footer Placeholder 4"/>
          <p:cNvSpPr>
            <a:spLocks noGrp="1"/>
          </p:cNvSpPr>
          <p:nvPr>
            <p:ph type="ftr" sz="quarter" idx="4"/>
          </p:nvPr>
        </p:nvSpPr>
        <p:spPr/>
        <p:txBody>
          <a:bodyPr/>
          <a:lstStyle/>
          <a:p>
            <a:r>
              <a:rPr lang="en-US" sz="800">
                <a:solidFill>
                  <a:srgbClr val="052049"/>
                </a:solidFill>
              </a:rPr>
              <a:t>| [footer text here]</a:t>
            </a:r>
            <a:endParaRPr lang="en-US" sz="800" dirty="0">
              <a:solidFill>
                <a:srgbClr val="052049"/>
              </a:solidFill>
            </a:endParaRPr>
          </a:p>
        </p:txBody>
      </p:sp>
    </p:spTree>
    <p:extLst>
      <p:ext uri="{BB962C8B-B14F-4D97-AF65-F5344CB8AC3E}">
        <p14:creationId xmlns:p14="http://schemas.microsoft.com/office/powerpoint/2010/main" val="15050752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C0429C-9F3E-1399-4DAF-E02D2D86CF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E89A7A-7F3E-15EF-F898-8321160C93F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F6883FE-673A-06E7-80B7-18E12B5D5CC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DE687D8-99CB-E3EE-CCF0-710E7168F466}"/>
              </a:ext>
            </a:extLst>
          </p:cNvPr>
          <p:cNvSpPr>
            <a:spLocks noGrp="1"/>
          </p:cNvSpPr>
          <p:nvPr>
            <p:ph type="sldNum" sz="quarter" idx="5"/>
          </p:nvPr>
        </p:nvSpPr>
        <p:spPr/>
        <p:txBody>
          <a:bodyPr/>
          <a:lstStyle/>
          <a:p>
            <a:pPr algn="r"/>
            <a:fld id="{111E5896-917A-4035-A860-408E1EC3CD51}" type="slidenum">
              <a:rPr lang="en-US" smtClean="0">
                <a:solidFill>
                  <a:srgbClr val="052049"/>
                </a:solidFill>
              </a:rPr>
              <a:pPr algn="r"/>
              <a:t>25</a:t>
            </a:fld>
            <a:endParaRPr lang="en-US" dirty="0">
              <a:solidFill>
                <a:srgbClr val="052049"/>
              </a:solidFill>
            </a:endParaRPr>
          </a:p>
        </p:txBody>
      </p:sp>
      <p:sp>
        <p:nvSpPr>
          <p:cNvPr id="5" name="Footer Placeholder 4">
            <a:extLst>
              <a:ext uri="{FF2B5EF4-FFF2-40B4-BE49-F238E27FC236}">
                <a16:creationId xmlns:a16="http://schemas.microsoft.com/office/drawing/2014/main" id="{C80D0C0B-70C4-23F0-4EC1-B6BEB47C2F56}"/>
              </a:ext>
            </a:extLst>
          </p:cNvPr>
          <p:cNvSpPr>
            <a:spLocks noGrp="1"/>
          </p:cNvSpPr>
          <p:nvPr>
            <p:ph type="ftr" sz="quarter" idx="4"/>
          </p:nvPr>
        </p:nvSpPr>
        <p:spPr/>
        <p:txBody>
          <a:bodyPr/>
          <a:lstStyle/>
          <a:p>
            <a:r>
              <a:rPr lang="en-US" sz="800">
                <a:solidFill>
                  <a:srgbClr val="052049"/>
                </a:solidFill>
              </a:rPr>
              <a:t>| [footer text here]</a:t>
            </a:r>
            <a:endParaRPr lang="en-US" sz="800" dirty="0">
              <a:solidFill>
                <a:srgbClr val="052049"/>
              </a:solidFill>
            </a:endParaRPr>
          </a:p>
        </p:txBody>
      </p:sp>
    </p:spTree>
    <p:extLst>
      <p:ext uri="{BB962C8B-B14F-4D97-AF65-F5344CB8AC3E}">
        <p14:creationId xmlns:p14="http://schemas.microsoft.com/office/powerpoint/2010/main" val="140608936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lgn="r"/>
            <a:fld id="{111E5896-917A-4035-A860-408E1EC3CD51}" type="slidenum">
              <a:rPr lang="en-US" smtClean="0">
                <a:solidFill>
                  <a:srgbClr val="052049"/>
                </a:solidFill>
              </a:rPr>
              <a:pPr algn="r"/>
              <a:t>26</a:t>
            </a:fld>
            <a:endParaRPr lang="en-US" dirty="0">
              <a:solidFill>
                <a:srgbClr val="052049"/>
              </a:solidFill>
            </a:endParaRPr>
          </a:p>
        </p:txBody>
      </p:sp>
      <p:sp>
        <p:nvSpPr>
          <p:cNvPr id="5" name="Footer Placeholder 4"/>
          <p:cNvSpPr>
            <a:spLocks noGrp="1"/>
          </p:cNvSpPr>
          <p:nvPr>
            <p:ph type="ftr" sz="quarter" idx="4"/>
          </p:nvPr>
        </p:nvSpPr>
        <p:spPr/>
        <p:txBody>
          <a:bodyPr/>
          <a:lstStyle/>
          <a:p>
            <a:r>
              <a:rPr lang="en-US" sz="800">
                <a:solidFill>
                  <a:srgbClr val="052049"/>
                </a:solidFill>
              </a:rPr>
              <a:t>| [footer text here]</a:t>
            </a:r>
            <a:endParaRPr lang="en-US" sz="800" dirty="0">
              <a:solidFill>
                <a:srgbClr val="052049"/>
              </a:solidFill>
            </a:endParaRPr>
          </a:p>
        </p:txBody>
      </p:sp>
    </p:spTree>
    <p:extLst>
      <p:ext uri="{BB962C8B-B14F-4D97-AF65-F5344CB8AC3E}">
        <p14:creationId xmlns:p14="http://schemas.microsoft.com/office/powerpoint/2010/main" val="170263148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lgn="r"/>
            <a:fld id="{111E5896-917A-4035-A860-408E1EC3CD51}" type="slidenum">
              <a:rPr lang="en-US" smtClean="0">
                <a:solidFill>
                  <a:srgbClr val="052049"/>
                </a:solidFill>
              </a:rPr>
              <a:pPr algn="r"/>
              <a:t>27</a:t>
            </a:fld>
            <a:endParaRPr lang="en-US" dirty="0">
              <a:solidFill>
                <a:srgbClr val="052049"/>
              </a:solidFill>
            </a:endParaRPr>
          </a:p>
        </p:txBody>
      </p:sp>
      <p:sp>
        <p:nvSpPr>
          <p:cNvPr id="5" name="Footer Placeholder 4"/>
          <p:cNvSpPr>
            <a:spLocks noGrp="1"/>
          </p:cNvSpPr>
          <p:nvPr>
            <p:ph type="ftr" sz="quarter" idx="4"/>
          </p:nvPr>
        </p:nvSpPr>
        <p:spPr/>
        <p:txBody>
          <a:bodyPr/>
          <a:lstStyle/>
          <a:p>
            <a:r>
              <a:rPr lang="en-US" sz="800">
                <a:solidFill>
                  <a:srgbClr val="052049"/>
                </a:solidFill>
              </a:rPr>
              <a:t>| [footer text here]</a:t>
            </a:r>
            <a:endParaRPr lang="en-US" sz="800" dirty="0">
              <a:solidFill>
                <a:srgbClr val="052049"/>
              </a:solidFill>
            </a:endParaRPr>
          </a:p>
        </p:txBody>
      </p:sp>
    </p:spTree>
    <p:extLst>
      <p:ext uri="{BB962C8B-B14F-4D97-AF65-F5344CB8AC3E}">
        <p14:creationId xmlns:p14="http://schemas.microsoft.com/office/powerpoint/2010/main" val="282301384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indent="0">
              <a:buNone/>
            </a:pPr>
            <a:r>
              <a:rPr lang="en-US" sz="1200" b="1" dirty="0">
                <a:solidFill>
                  <a:srgbClr val="178CCB"/>
                </a:solidFill>
              </a:rPr>
              <a:t>library(geodata)</a:t>
            </a:r>
          </a:p>
          <a:p>
            <a:pPr marL="0" indent="0">
              <a:buNone/>
            </a:pPr>
            <a:r>
              <a:rPr lang="en-US" sz="1200" dirty="0">
                <a:solidFill>
                  <a:srgbClr val="178CCB"/>
                </a:solidFill>
              </a:rPr>
              <a:t># download Vietnam province boundaries from GADM (</a:t>
            </a:r>
            <a:r>
              <a:rPr lang="en-US" sz="1200" dirty="0">
                <a:solidFill>
                  <a:srgbClr val="178CCB"/>
                </a:solidFill>
                <a:hlinkClick r:id="rId3"/>
              </a:rPr>
              <a:t>https://gadm.org/</a:t>
            </a:r>
            <a:r>
              <a:rPr lang="en-US" sz="1200" dirty="0">
                <a:solidFill>
                  <a:srgbClr val="178CCB"/>
                </a:solidFill>
              </a:rPr>
              <a:t>)</a:t>
            </a:r>
          </a:p>
          <a:p>
            <a:pPr marL="0" indent="0">
              <a:buNone/>
            </a:pPr>
            <a:r>
              <a:rPr lang="en-US" sz="1200" dirty="0">
                <a:solidFill>
                  <a:srgbClr val="178CCB"/>
                </a:solidFill>
              </a:rPr>
              <a:t>map &lt;- geodata::</a:t>
            </a:r>
            <a:r>
              <a:rPr lang="en-US" sz="1200" dirty="0" err="1">
                <a:solidFill>
                  <a:srgbClr val="178CCB"/>
                </a:solidFill>
              </a:rPr>
              <a:t>gadm</a:t>
            </a:r>
            <a:r>
              <a:rPr lang="en-US" sz="1200" dirty="0">
                <a:solidFill>
                  <a:srgbClr val="178CCB"/>
                </a:solidFill>
              </a:rPr>
              <a:t>(country = "VNM", level = 1, path = </a:t>
            </a:r>
            <a:r>
              <a:rPr lang="en-US" sz="1200" dirty="0" err="1">
                <a:solidFill>
                  <a:srgbClr val="178CCB"/>
                </a:solidFill>
              </a:rPr>
              <a:t>tempdir</a:t>
            </a:r>
            <a:r>
              <a:rPr lang="en-US" sz="1200" dirty="0">
                <a:solidFill>
                  <a:srgbClr val="178CCB"/>
                </a:solidFill>
              </a:rPr>
              <a:t>())</a:t>
            </a:r>
          </a:p>
          <a:p>
            <a:pPr marL="0" indent="0">
              <a:buNone/>
            </a:pPr>
            <a:endParaRPr lang="en-US" sz="1200" dirty="0">
              <a:solidFill>
                <a:srgbClr val="178CCB"/>
              </a:solidFill>
            </a:endParaRPr>
          </a:p>
          <a:p>
            <a:pPr marL="0" indent="0">
              <a:buNone/>
            </a:pPr>
            <a:endParaRPr lang="en-US" sz="1200" b="1" dirty="0">
              <a:solidFill>
                <a:srgbClr val="178CCB"/>
              </a:solidFill>
            </a:endParaRPr>
          </a:p>
          <a:p>
            <a:pPr marL="0" indent="0">
              <a:buNone/>
            </a:pPr>
            <a:r>
              <a:rPr lang="en-US" sz="1200" b="1" dirty="0">
                <a:solidFill>
                  <a:srgbClr val="178CCB"/>
                </a:solidFill>
              </a:rPr>
              <a:t>library(sf)</a:t>
            </a:r>
          </a:p>
          <a:p>
            <a:pPr marL="0" indent="0">
              <a:buNone/>
            </a:pPr>
            <a:r>
              <a:rPr lang="en-US" sz="1200" dirty="0">
                <a:solidFill>
                  <a:srgbClr val="178CCB"/>
                </a:solidFill>
              </a:rPr>
              <a:t># converts the map to sf spatial format</a:t>
            </a:r>
          </a:p>
          <a:p>
            <a:pPr marL="0" indent="0">
              <a:buNone/>
            </a:pPr>
            <a:r>
              <a:rPr lang="en-US" sz="1200" dirty="0">
                <a:solidFill>
                  <a:srgbClr val="178CCB"/>
                </a:solidFill>
              </a:rPr>
              <a:t>map &lt;- </a:t>
            </a:r>
            <a:r>
              <a:rPr lang="en-US" sz="1200" dirty="0" err="1">
                <a:solidFill>
                  <a:srgbClr val="178CCB"/>
                </a:solidFill>
              </a:rPr>
              <a:t>st_as_sf</a:t>
            </a:r>
            <a:r>
              <a:rPr lang="en-US" sz="1200" dirty="0">
                <a:solidFill>
                  <a:srgbClr val="178CCB"/>
                </a:solidFill>
              </a:rPr>
              <a:t>(map)</a:t>
            </a:r>
          </a:p>
          <a:p>
            <a:pPr marL="0" indent="0">
              <a:buNone/>
            </a:pPr>
            <a:endParaRPr lang="en-US" sz="1200" dirty="0">
              <a:solidFill>
                <a:srgbClr val="178CCB"/>
              </a:solidFill>
            </a:endParaRPr>
          </a:p>
          <a:p>
            <a:pPr marL="0" indent="0">
              <a:buNone/>
            </a:pPr>
            <a:r>
              <a:rPr lang="en-US" sz="1200" b="1" dirty="0">
                <a:solidFill>
                  <a:srgbClr val="178CCB"/>
                </a:solidFill>
              </a:rPr>
              <a:t>library(ggplot2)</a:t>
            </a:r>
          </a:p>
          <a:p>
            <a:pPr marL="0" indent="0">
              <a:buNone/>
            </a:pPr>
            <a:r>
              <a:rPr lang="en-US" sz="1200" dirty="0">
                <a:solidFill>
                  <a:srgbClr val="178CCB"/>
                </a:solidFill>
              </a:rPr>
              <a:t># plot simple map</a:t>
            </a:r>
          </a:p>
          <a:p>
            <a:pPr marL="0" indent="0">
              <a:buNone/>
            </a:pPr>
            <a:r>
              <a:rPr lang="en-US" sz="1200" dirty="0" err="1">
                <a:solidFill>
                  <a:srgbClr val="178CCB"/>
                </a:solidFill>
              </a:rPr>
              <a:t>ggplot</a:t>
            </a:r>
            <a:r>
              <a:rPr lang="en-US" sz="1200" dirty="0">
                <a:solidFill>
                  <a:srgbClr val="178CCB"/>
                </a:solidFill>
              </a:rPr>
              <a:t>(map) +</a:t>
            </a:r>
          </a:p>
          <a:p>
            <a:pPr marL="0" indent="0">
              <a:buNone/>
            </a:pPr>
            <a:r>
              <a:rPr lang="en-US" sz="1200" dirty="0">
                <a:solidFill>
                  <a:srgbClr val="178CCB"/>
                </a:solidFill>
              </a:rPr>
              <a:t>  </a:t>
            </a:r>
            <a:r>
              <a:rPr lang="en-US" sz="1200" dirty="0" err="1">
                <a:solidFill>
                  <a:srgbClr val="178CCB"/>
                </a:solidFill>
              </a:rPr>
              <a:t>geom_sf</a:t>
            </a:r>
            <a:r>
              <a:rPr lang="en-US" sz="1200" dirty="0">
                <a:solidFill>
                  <a:srgbClr val="178CCB"/>
                </a:solidFill>
              </a:rPr>
              <a:t>() +</a:t>
            </a:r>
          </a:p>
          <a:p>
            <a:pPr marL="0" indent="0">
              <a:buNone/>
            </a:pPr>
            <a:r>
              <a:rPr lang="en-US" sz="1200" dirty="0">
                <a:solidFill>
                  <a:srgbClr val="178CCB"/>
                </a:solidFill>
              </a:rPr>
              <a:t>  labs(title = "Map of Vietnam Provinces") +</a:t>
            </a:r>
          </a:p>
          <a:p>
            <a:pPr marL="0" indent="0">
              <a:buNone/>
            </a:pPr>
            <a:r>
              <a:rPr lang="en-US" sz="1200" dirty="0">
                <a:solidFill>
                  <a:srgbClr val="178CCB"/>
                </a:solidFill>
              </a:rPr>
              <a:t>  </a:t>
            </a:r>
            <a:r>
              <a:rPr lang="en-US" sz="1200" dirty="0" err="1">
                <a:solidFill>
                  <a:srgbClr val="178CCB"/>
                </a:solidFill>
              </a:rPr>
              <a:t>theme_void</a:t>
            </a:r>
            <a:r>
              <a:rPr lang="en-US" sz="1200" dirty="0">
                <a:solidFill>
                  <a:srgbClr val="178CCB"/>
                </a:solidFill>
              </a:rPr>
              <a:t>()</a:t>
            </a:r>
          </a:p>
          <a:p>
            <a:endParaRPr lang="en-US" dirty="0"/>
          </a:p>
        </p:txBody>
      </p:sp>
      <p:sp>
        <p:nvSpPr>
          <p:cNvPr id="4" name="Slide Number Placeholder 3"/>
          <p:cNvSpPr>
            <a:spLocks noGrp="1"/>
          </p:cNvSpPr>
          <p:nvPr>
            <p:ph type="sldNum" sz="quarter" idx="5"/>
          </p:nvPr>
        </p:nvSpPr>
        <p:spPr/>
        <p:txBody>
          <a:bodyPr/>
          <a:lstStyle/>
          <a:p>
            <a:pPr algn="r"/>
            <a:fld id="{111E5896-917A-4035-A860-408E1EC3CD51}" type="slidenum">
              <a:rPr lang="en-US" smtClean="0">
                <a:solidFill>
                  <a:srgbClr val="052049"/>
                </a:solidFill>
              </a:rPr>
              <a:pPr algn="r"/>
              <a:t>28</a:t>
            </a:fld>
            <a:endParaRPr lang="en-US" dirty="0">
              <a:solidFill>
                <a:srgbClr val="052049"/>
              </a:solidFill>
            </a:endParaRPr>
          </a:p>
        </p:txBody>
      </p:sp>
      <p:sp>
        <p:nvSpPr>
          <p:cNvPr id="5" name="Footer Placeholder 4"/>
          <p:cNvSpPr>
            <a:spLocks noGrp="1"/>
          </p:cNvSpPr>
          <p:nvPr>
            <p:ph type="ftr" sz="quarter" idx="4"/>
          </p:nvPr>
        </p:nvSpPr>
        <p:spPr/>
        <p:txBody>
          <a:bodyPr/>
          <a:lstStyle/>
          <a:p>
            <a:r>
              <a:rPr lang="en-US" sz="800">
                <a:solidFill>
                  <a:srgbClr val="052049"/>
                </a:solidFill>
              </a:rPr>
              <a:t>| [footer text here]</a:t>
            </a:r>
            <a:endParaRPr lang="en-US" sz="800" dirty="0">
              <a:solidFill>
                <a:srgbClr val="052049"/>
              </a:solidFill>
            </a:endParaRPr>
          </a:p>
        </p:txBody>
      </p:sp>
    </p:spTree>
    <p:extLst>
      <p:ext uri="{BB962C8B-B14F-4D97-AF65-F5344CB8AC3E}">
        <p14:creationId xmlns:p14="http://schemas.microsoft.com/office/powerpoint/2010/main" val="129141685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A83A57-094B-7772-63C6-9B92A2FD31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2B9472-AFF0-3B8E-C3DD-149E6CB70DBA}"/>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1825FCF-2D1B-31C9-4390-4ABC7D31C89B}"/>
              </a:ext>
            </a:extLst>
          </p:cNvPr>
          <p:cNvSpPr>
            <a:spLocks noGrp="1"/>
          </p:cNvSpPr>
          <p:nvPr>
            <p:ph type="body" idx="1"/>
          </p:nvPr>
        </p:nvSpPr>
        <p:spPr/>
        <p:txBody>
          <a:bodyPr>
            <a:normAutofit lnSpcReduction="10000"/>
          </a:bodyPr>
          <a:lstStyle/>
          <a:p>
            <a:pPr marL="0" indent="0">
              <a:buNone/>
            </a:pPr>
            <a:r>
              <a:rPr lang="en-US" sz="1200" dirty="0">
                <a:solidFill>
                  <a:srgbClr val="178CCB"/>
                </a:solidFill>
              </a:rPr>
              <a:t>library(geodata) </a:t>
            </a:r>
          </a:p>
          <a:p>
            <a:pPr marL="0" indent="0">
              <a:buNone/>
            </a:pPr>
            <a:r>
              <a:rPr lang="en-US" sz="1200" dirty="0">
                <a:solidFill>
                  <a:srgbClr val="178CCB"/>
                </a:solidFill>
              </a:rPr>
              <a:t>map &lt;- geodata::</a:t>
            </a:r>
            <a:r>
              <a:rPr lang="en-US" sz="1200" dirty="0" err="1">
                <a:solidFill>
                  <a:srgbClr val="178CCB"/>
                </a:solidFill>
              </a:rPr>
              <a:t>gadm</a:t>
            </a:r>
            <a:r>
              <a:rPr lang="en-US" sz="1200" dirty="0">
                <a:solidFill>
                  <a:srgbClr val="178CCB"/>
                </a:solidFill>
              </a:rPr>
              <a:t>(country = "VNM", level = 1, path = </a:t>
            </a:r>
            <a:r>
              <a:rPr lang="en-US" sz="1200" dirty="0" err="1">
                <a:solidFill>
                  <a:srgbClr val="178CCB"/>
                </a:solidFill>
              </a:rPr>
              <a:t>tempdir</a:t>
            </a:r>
            <a:r>
              <a:rPr lang="en-US" sz="1200" dirty="0">
                <a:solidFill>
                  <a:srgbClr val="178CCB"/>
                </a:solidFill>
              </a:rPr>
              <a:t>())</a:t>
            </a:r>
          </a:p>
          <a:p>
            <a:pPr marL="0" indent="0">
              <a:buNone/>
            </a:pPr>
            <a:endParaRPr lang="en-US" sz="1200" dirty="0">
              <a:solidFill>
                <a:srgbClr val="178CCB"/>
              </a:solidFill>
            </a:endParaRPr>
          </a:p>
          <a:p>
            <a:pPr marL="0" indent="0">
              <a:buNone/>
            </a:pPr>
            <a:r>
              <a:rPr lang="en-US" sz="1200" dirty="0">
                <a:solidFill>
                  <a:srgbClr val="178CCB"/>
                </a:solidFill>
              </a:rPr>
              <a:t>library(sf)</a:t>
            </a:r>
          </a:p>
          <a:p>
            <a:pPr marL="0" indent="0">
              <a:buNone/>
            </a:pPr>
            <a:r>
              <a:rPr lang="en-US" sz="1200" dirty="0">
                <a:solidFill>
                  <a:srgbClr val="178CCB"/>
                </a:solidFill>
              </a:rPr>
              <a:t>map &lt;- </a:t>
            </a:r>
            <a:r>
              <a:rPr lang="en-US" sz="1200" dirty="0" err="1">
                <a:solidFill>
                  <a:srgbClr val="178CCB"/>
                </a:solidFill>
              </a:rPr>
              <a:t>st_as_sf</a:t>
            </a:r>
            <a:r>
              <a:rPr lang="en-US" sz="1200" dirty="0">
                <a:solidFill>
                  <a:srgbClr val="178CCB"/>
                </a:solidFill>
              </a:rPr>
              <a:t>(map)</a:t>
            </a:r>
          </a:p>
          <a:p>
            <a:pPr marL="0" indent="0">
              <a:buNone/>
            </a:pPr>
            <a:endParaRPr lang="en-US" sz="1200" dirty="0">
              <a:solidFill>
                <a:srgbClr val="178CCB"/>
              </a:solidFill>
            </a:endParaRPr>
          </a:p>
          <a:p>
            <a:pPr marL="0" indent="0">
              <a:buNone/>
            </a:pPr>
            <a:r>
              <a:rPr lang="en-US" sz="1200" dirty="0">
                <a:solidFill>
                  <a:srgbClr val="178CCB"/>
                </a:solidFill>
              </a:rPr>
              <a:t>library(</a:t>
            </a:r>
            <a:r>
              <a:rPr lang="en-US" sz="1200" dirty="0" err="1">
                <a:solidFill>
                  <a:srgbClr val="178CCB"/>
                </a:solidFill>
              </a:rPr>
              <a:t>dplyr</a:t>
            </a:r>
            <a:r>
              <a:rPr lang="en-US" sz="1200" dirty="0">
                <a:solidFill>
                  <a:srgbClr val="178CCB"/>
                </a:solidFill>
              </a:rPr>
              <a:t>)</a:t>
            </a:r>
          </a:p>
          <a:p>
            <a:pPr marL="0" indent="0">
              <a:buNone/>
            </a:pPr>
            <a:r>
              <a:rPr lang="en-US" sz="1200" dirty="0">
                <a:solidFill>
                  <a:srgbClr val="178CCB"/>
                </a:solidFill>
              </a:rPr>
              <a:t># join literacy rate from dataset V to map</a:t>
            </a:r>
          </a:p>
          <a:p>
            <a:pPr marL="0" indent="0">
              <a:buNone/>
            </a:pPr>
            <a:r>
              <a:rPr lang="en-US" sz="1200" dirty="0" err="1">
                <a:solidFill>
                  <a:srgbClr val="178CCB"/>
                </a:solidFill>
              </a:rPr>
              <a:t>map_data</a:t>
            </a:r>
            <a:r>
              <a:rPr lang="en-US" sz="1200" dirty="0">
                <a:solidFill>
                  <a:srgbClr val="178CCB"/>
                </a:solidFill>
              </a:rPr>
              <a:t> &lt;- map %&gt;%</a:t>
            </a:r>
          </a:p>
          <a:p>
            <a:pPr marL="0" indent="0">
              <a:buNone/>
            </a:pPr>
            <a:r>
              <a:rPr lang="en-US" sz="1200" dirty="0">
                <a:solidFill>
                  <a:srgbClr val="178CCB"/>
                </a:solidFill>
              </a:rPr>
              <a:t>  </a:t>
            </a:r>
            <a:r>
              <a:rPr lang="en-US" sz="1200" dirty="0" err="1">
                <a:solidFill>
                  <a:srgbClr val="178CCB"/>
                </a:solidFill>
              </a:rPr>
              <a:t>left_join</a:t>
            </a:r>
            <a:r>
              <a:rPr lang="en-US" sz="1200" dirty="0">
                <a:solidFill>
                  <a:srgbClr val="178CCB"/>
                </a:solidFill>
              </a:rPr>
              <a:t>(V, by = c("VARNAME_1" = "province"))</a:t>
            </a:r>
          </a:p>
          <a:p>
            <a:pPr marL="0" indent="0">
              <a:buNone/>
            </a:pPr>
            <a:endParaRPr lang="en-US" sz="1200" dirty="0">
              <a:solidFill>
                <a:srgbClr val="178CCB"/>
              </a:solidFill>
            </a:endParaRPr>
          </a:p>
          <a:p>
            <a:pPr marL="0" indent="0">
              <a:buNone/>
            </a:pPr>
            <a:r>
              <a:rPr lang="en-US" sz="1200" dirty="0">
                <a:solidFill>
                  <a:srgbClr val="178CCB"/>
                </a:solidFill>
              </a:rPr>
              <a:t>library(ggplot2)</a:t>
            </a:r>
          </a:p>
          <a:p>
            <a:pPr marL="0" indent="0">
              <a:buNone/>
            </a:pPr>
            <a:r>
              <a:rPr lang="en-US" sz="1200" dirty="0">
                <a:solidFill>
                  <a:srgbClr val="178CCB"/>
                </a:solidFill>
              </a:rPr>
              <a:t># plot map with literacy rate</a:t>
            </a:r>
          </a:p>
          <a:p>
            <a:pPr marL="0" indent="0">
              <a:buNone/>
            </a:pPr>
            <a:r>
              <a:rPr lang="en-US" sz="1200" dirty="0" err="1">
                <a:solidFill>
                  <a:srgbClr val="178CCB"/>
                </a:solidFill>
              </a:rPr>
              <a:t>ggplot</a:t>
            </a:r>
            <a:r>
              <a:rPr lang="en-US" sz="1200" dirty="0">
                <a:solidFill>
                  <a:srgbClr val="178CCB"/>
                </a:solidFill>
              </a:rPr>
              <a:t>(</a:t>
            </a:r>
            <a:r>
              <a:rPr lang="en-US" sz="1200" dirty="0" err="1">
                <a:solidFill>
                  <a:srgbClr val="178CCB"/>
                </a:solidFill>
              </a:rPr>
              <a:t>map_data</a:t>
            </a:r>
            <a:r>
              <a:rPr lang="en-US" sz="1200" dirty="0">
                <a:solidFill>
                  <a:srgbClr val="178CCB"/>
                </a:solidFill>
              </a:rPr>
              <a:t>) +</a:t>
            </a:r>
          </a:p>
          <a:p>
            <a:pPr marL="0" indent="0">
              <a:buNone/>
            </a:pPr>
            <a:r>
              <a:rPr lang="en-US" sz="1200" dirty="0">
                <a:solidFill>
                  <a:srgbClr val="178CCB"/>
                </a:solidFill>
              </a:rPr>
              <a:t>  </a:t>
            </a:r>
            <a:r>
              <a:rPr lang="en-US" sz="1200" dirty="0" err="1">
                <a:solidFill>
                  <a:srgbClr val="178CCB"/>
                </a:solidFill>
              </a:rPr>
              <a:t>geom_sf</a:t>
            </a:r>
            <a:r>
              <a:rPr lang="en-US" sz="1200" dirty="0">
                <a:solidFill>
                  <a:srgbClr val="178CCB"/>
                </a:solidFill>
              </a:rPr>
              <a:t>(</a:t>
            </a:r>
            <a:r>
              <a:rPr lang="en-US" sz="1200" dirty="0" err="1">
                <a:solidFill>
                  <a:srgbClr val="178CCB"/>
                </a:solidFill>
              </a:rPr>
              <a:t>aes</a:t>
            </a:r>
            <a:r>
              <a:rPr lang="en-US" sz="1200" dirty="0">
                <a:solidFill>
                  <a:srgbClr val="178CCB"/>
                </a:solidFill>
              </a:rPr>
              <a:t>(fill = </a:t>
            </a:r>
            <a:r>
              <a:rPr lang="en-US" sz="1200" dirty="0" err="1">
                <a:solidFill>
                  <a:srgbClr val="178CCB"/>
                </a:solidFill>
              </a:rPr>
              <a:t>literacy_rate</a:t>
            </a:r>
            <a:r>
              <a:rPr lang="en-US" sz="1200" dirty="0">
                <a:solidFill>
                  <a:srgbClr val="178CCB"/>
                </a:solidFill>
              </a:rPr>
              <a:t>)) +</a:t>
            </a:r>
          </a:p>
          <a:p>
            <a:pPr marL="0" indent="0">
              <a:buNone/>
            </a:pPr>
            <a:r>
              <a:rPr lang="en-US" sz="1200" dirty="0">
                <a:solidFill>
                  <a:srgbClr val="178CCB"/>
                </a:solidFill>
              </a:rPr>
              <a:t>  labs(title = "Literacy Rate by Province in Vietnam") +</a:t>
            </a:r>
          </a:p>
          <a:p>
            <a:pPr marL="0" indent="0">
              <a:buNone/>
            </a:pPr>
            <a:r>
              <a:rPr lang="en-US" sz="1200" dirty="0">
                <a:solidFill>
                  <a:srgbClr val="178CCB"/>
                </a:solidFill>
              </a:rPr>
              <a:t>  </a:t>
            </a:r>
            <a:r>
              <a:rPr lang="en-US" sz="1200" dirty="0" err="1">
                <a:solidFill>
                  <a:srgbClr val="178CCB"/>
                </a:solidFill>
              </a:rPr>
              <a:t>theme_void</a:t>
            </a:r>
            <a:r>
              <a:rPr lang="en-US" sz="1200" dirty="0">
                <a:solidFill>
                  <a:srgbClr val="178CCB"/>
                </a:solidFill>
              </a:rPr>
              <a:t>()</a:t>
            </a:r>
          </a:p>
          <a:p>
            <a:pPr marL="0" indent="0">
              <a:buNone/>
            </a:pPr>
            <a:endParaRPr lang="en-US" sz="1200" dirty="0">
              <a:solidFill>
                <a:srgbClr val="178CCB"/>
              </a:solidFill>
            </a:endParaRPr>
          </a:p>
        </p:txBody>
      </p:sp>
      <p:sp>
        <p:nvSpPr>
          <p:cNvPr id="4" name="Slide Number Placeholder 3">
            <a:extLst>
              <a:ext uri="{FF2B5EF4-FFF2-40B4-BE49-F238E27FC236}">
                <a16:creationId xmlns:a16="http://schemas.microsoft.com/office/drawing/2014/main" id="{BDBECBC5-9B65-0E02-A65B-C9C08CC8C248}"/>
              </a:ext>
            </a:extLst>
          </p:cNvPr>
          <p:cNvSpPr>
            <a:spLocks noGrp="1"/>
          </p:cNvSpPr>
          <p:nvPr>
            <p:ph type="sldNum" sz="quarter" idx="5"/>
          </p:nvPr>
        </p:nvSpPr>
        <p:spPr/>
        <p:txBody>
          <a:bodyPr/>
          <a:lstStyle/>
          <a:p>
            <a:pPr algn="r"/>
            <a:fld id="{111E5896-917A-4035-A860-408E1EC3CD51}" type="slidenum">
              <a:rPr lang="en-US" smtClean="0">
                <a:solidFill>
                  <a:srgbClr val="052049"/>
                </a:solidFill>
              </a:rPr>
              <a:pPr algn="r"/>
              <a:t>29</a:t>
            </a:fld>
            <a:endParaRPr lang="en-US" dirty="0">
              <a:solidFill>
                <a:srgbClr val="052049"/>
              </a:solidFill>
            </a:endParaRPr>
          </a:p>
        </p:txBody>
      </p:sp>
      <p:sp>
        <p:nvSpPr>
          <p:cNvPr id="5" name="Footer Placeholder 4">
            <a:extLst>
              <a:ext uri="{FF2B5EF4-FFF2-40B4-BE49-F238E27FC236}">
                <a16:creationId xmlns:a16="http://schemas.microsoft.com/office/drawing/2014/main" id="{53854604-5F96-4E03-D734-84E8F68970D8}"/>
              </a:ext>
            </a:extLst>
          </p:cNvPr>
          <p:cNvSpPr>
            <a:spLocks noGrp="1"/>
          </p:cNvSpPr>
          <p:nvPr>
            <p:ph type="ftr" sz="quarter" idx="4"/>
          </p:nvPr>
        </p:nvSpPr>
        <p:spPr/>
        <p:txBody>
          <a:bodyPr/>
          <a:lstStyle/>
          <a:p>
            <a:r>
              <a:rPr lang="en-US" sz="800">
                <a:solidFill>
                  <a:srgbClr val="052049"/>
                </a:solidFill>
              </a:rPr>
              <a:t>| [footer text here]</a:t>
            </a:r>
            <a:endParaRPr lang="en-US" sz="800" dirty="0">
              <a:solidFill>
                <a:srgbClr val="052049"/>
              </a:solidFill>
            </a:endParaRPr>
          </a:p>
        </p:txBody>
      </p:sp>
    </p:spTree>
    <p:extLst>
      <p:ext uri="{BB962C8B-B14F-4D97-AF65-F5344CB8AC3E}">
        <p14:creationId xmlns:p14="http://schemas.microsoft.com/office/powerpoint/2010/main" val="355581356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3D596B-31AF-3933-82B0-7C450F1530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708F9C-C30D-3838-D6F5-39040C5F7D8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D7EFA70-4BF8-7CCA-5128-4FE5151F2DE1}"/>
              </a:ext>
            </a:extLst>
          </p:cNvPr>
          <p:cNvSpPr>
            <a:spLocks noGrp="1"/>
          </p:cNvSpPr>
          <p:nvPr>
            <p:ph type="body" idx="1"/>
          </p:nvPr>
        </p:nvSpPr>
        <p:spPr/>
        <p:txBody>
          <a:bodyPr>
            <a:normAutofit fontScale="77500" lnSpcReduction="20000"/>
          </a:bodyPr>
          <a:lstStyle/>
          <a:p>
            <a:pPr marL="0" indent="0">
              <a:buNone/>
            </a:pPr>
            <a:endParaRPr lang="en-US" dirty="0"/>
          </a:p>
          <a:p>
            <a:pPr marL="0" indent="0">
              <a:buNone/>
            </a:pPr>
            <a:endParaRPr lang="en-US" dirty="0"/>
          </a:p>
          <a:p>
            <a:pPr marL="0" indent="0">
              <a:buNone/>
            </a:pPr>
            <a:r>
              <a:rPr lang="en-US" dirty="0"/>
              <a:t>library(geodata) </a:t>
            </a:r>
          </a:p>
          <a:p>
            <a:pPr marL="0" indent="0">
              <a:buNone/>
            </a:pPr>
            <a:r>
              <a:rPr lang="en-US" dirty="0"/>
              <a:t>map &lt;- geodata::</a:t>
            </a:r>
            <a:r>
              <a:rPr lang="en-US" dirty="0" err="1"/>
              <a:t>gadm</a:t>
            </a:r>
            <a:r>
              <a:rPr lang="en-US" dirty="0"/>
              <a:t>(country = "VNM", level = 1, path = </a:t>
            </a:r>
            <a:r>
              <a:rPr lang="en-US" dirty="0" err="1"/>
              <a:t>tempdir</a:t>
            </a:r>
            <a:r>
              <a:rPr lang="en-US" dirty="0"/>
              <a:t>())</a:t>
            </a:r>
          </a:p>
          <a:p>
            <a:pPr marL="0" indent="0">
              <a:buNone/>
            </a:pPr>
            <a:endParaRPr lang="en-US" dirty="0"/>
          </a:p>
          <a:p>
            <a:pPr marL="0" indent="0">
              <a:buNone/>
            </a:pPr>
            <a:r>
              <a:rPr lang="en-US" dirty="0"/>
              <a:t>library(sf)</a:t>
            </a:r>
          </a:p>
          <a:p>
            <a:pPr marL="0" indent="0">
              <a:buNone/>
            </a:pPr>
            <a:r>
              <a:rPr lang="en-US" dirty="0"/>
              <a:t>map &lt;- </a:t>
            </a:r>
            <a:r>
              <a:rPr lang="en-US" dirty="0" err="1"/>
              <a:t>st_as_sf</a:t>
            </a:r>
            <a:r>
              <a:rPr lang="en-US" dirty="0"/>
              <a:t>(map)</a:t>
            </a:r>
          </a:p>
          <a:p>
            <a:pPr marL="0" indent="0">
              <a:buNone/>
            </a:pPr>
            <a:endParaRPr lang="en-US" dirty="0"/>
          </a:p>
          <a:p>
            <a:pPr marL="0" indent="0">
              <a:buNone/>
            </a:pPr>
            <a:r>
              <a:rPr lang="en-US" dirty="0"/>
              <a:t>library(</a:t>
            </a:r>
            <a:r>
              <a:rPr lang="en-US" dirty="0" err="1"/>
              <a:t>dplyr</a:t>
            </a:r>
            <a:r>
              <a:rPr lang="en-US" dirty="0"/>
              <a:t>)</a:t>
            </a:r>
          </a:p>
          <a:p>
            <a:pPr marL="0" indent="0">
              <a:buNone/>
            </a:pPr>
            <a:r>
              <a:rPr lang="en-US" dirty="0"/>
              <a:t># join literacy rate from dataset V to map</a:t>
            </a:r>
          </a:p>
          <a:p>
            <a:pPr marL="0" indent="0">
              <a:buNone/>
            </a:pPr>
            <a:r>
              <a:rPr lang="en-US" dirty="0" err="1"/>
              <a:t>map_data</a:t>
            </a:r>
            <a:r>
              <a:rPr lang="en-US" dirty="0"/>
              <a:t> &lt;- map %&gt;%</a:t>
            </a:r>
          </a:p>
          <a:p>
            <a:pPr marL="0" indent="0">
              <a:buNone/>
            </a:pPr>
            <a:r>
              <a:rPr lang="en-US" dirty="0"/>
              <a:t>  </a:t>
            </a:r>
            <a:r>
              <a:rPr lang="en-US" dirty="0" err="1"/>
              <a:t>left_join</a:t>
            </a:r>
            <a:r>
              <a:rPr lang="en-US" dirty="0"/>
              <a:t>(V, by = c("VARNAME_1" = "province"))</a:t>
            </a:r>
          </a:p>
          <a:p>
            <a:pPr marL="0" indent="0">
              <a:buNone/>
            </a:pPr>
            <a:endParaRPr lang="en-US" dirty="0"/>
          </a:p>
          <a:p>
            <a:pPr marL="0" indent="0">
              <a:buNone/>
            </a:pPr>
            <a:r>
              <a:rPr lang="en-US" dirty="0"/>
              <a:t>library(ggplot2)</a:t>
            </a:r>
          </a:p>
          <a:p>
            <a:pPr marL="0" indent="0">
              <a:buNone/>
            </a:pPr>
            <a:r>
              <a:rPr lang="en-US" dirty="0"/>
              <a:t># plot map with literacy rate</a:t>
            </a:r>
          </a:p>
          <a:p>
            <a:pPr marL="0" indent="0">
              <a:buNone/>
            </a:pPr>
            <a:r>
              <a:rPr lang="en-US" dirty="0" err="1"/>
              <a:t>ggplot</a:t>
            </a:r>
            <a:r>
              <a:rPr lang="en-US" dirty="0"/>
              <a:t>(</a:t>
            </a:r>
            <a:r>
              <a:rPr lang="en-US" dirty="0" err="1"/>
              <a:t>map_data</a:t>
            </a:r>
            <a:r>
              <a:rPr lang="en-US" dirty="0"/>
              <a:t>) +</a:t>
            </a:r>
          </a:p>
          <a:p>
            <a:pPr marL="0" indent="0">
              <a:buNone/>
            </a:pPr>
            <a:r>
              <a:rPr lang="en-US" dirty="0"/>
              <a:t>  </a:t>
            </a:r>
            <a:r>
              <a:rPr lang="en-US" dirty="0" err="1"/>
              <a:t>geom_sf</a:t>
            </a:r>
            <a:r>
              <a:rPr lang="en-US" dirty="0"/>
              <a:t>(</a:t>
            </a:r>
            <a:r>
              <a:rPr lang="en-US" dirty="0" err="1"/>
              <a:t>aes</a:t>
            </a:r>
            <a:r>
              <a:rPr lang="en-US" dirty="0"/>
              <a:t>(fill = </a:t>
            </a:r>
            <a:r>
              <a:rPr lang="en-US" dirty="0" err="1"/>
              <a:t>literacy_rate</a:t>
            </a:r>
            <a:r>
              <a:rPr lang="en-US" dirty="0"/>
              <a:t>), color = "white") +</a:t>
            </a:r>
          </a:p>
          <a:p>
            <a:pPr marL="0" indent="0">
              <a:buNone/>
            </a:pPr>
            <a:r>
              <a:rPr lang="en-US" dirty="0"/>
              <a:t>  </a:t>
            </a:r>
            <a:r>
              <a:rPr lang="en-US" dirty="0" err="1"/>
              <a:t>scale_fill_gradient</a:t>
            </a:r>
            <a:r>
              <a:rPr lang="en-US" dirty="0"/>
              <a:t>(low = "red", high = "</a:t>
            </a:r>
            <a:r>
              <a:rPr lang="en-US" dirty="0" err="1"/>
              <a:t>darkgreen</a:t>
            </a:r>
            <a:r>
              <a:rPr lang="en-US" dirty="0"/>
              <a:t>",</a:t>
            </a:r>
          </a:p>
          <a:p>
            <a:pPr marL="0" indent="0">
              <a:buNone/>
            </a:pPr>
            <a:r>
              <a:rPr lang="en-US" dirty="0"/>
              <a:t>                      name = "Literacy Rate (%)") +</a:t>
            </a:r>
          </a:p>
          <a:p>
            <a:pPr marL="0" indent="0">
              <a:buNone/>
            </a:pPr>
            <a:r>
              <a:rPr lang="en-US" dirty="0"/>
              <a:t>  labs(title = "Literacy Rate by Province in Vietnam") +</a:t>
            </a:r>
          </a:p>
          <a:p>
            <a:pPr marL="0" indent="0">
              <a:buNone/>
            </a:pPr>
            <a:r>
              <a:rPr lang="en-US" dirty="0"/>
              <a:t>  </a:t>
            </a:r>
            <a:r>
              <a:rPr lang="en-US" dirty="0" err="1"/>
              <a:t>theme_void</a:t>
            </a:r>
            <a:r>
              <a:rPr lang="en-US" dirty="0"/>
              <a:t>()</a:t>
            </a:r>
          </a:p>
        </p:txBody>
      </p:sp>
      <p:sp>
        <p:nvSpPr>
          <p:cNvPr id="4" name="Slide Number Placeholder 3">
            <a:extLst>
              <a:ext uri="{FF2B5EF4-FFF2-40B4-BE49-F238E27FC236}">
                <a16:creationId xmlns:a16="http://schemas.microsoft.com/office/drawing/2014/main" id="{2BADB0FF-0D38-6026-B262-B966BD4C3AAF}"/>
              </a:ext>
            </a:extLst>
          </p:cNvPr>
          <p:cNvSpPr>
            <a:spLocks noGrp="1"/>
          </p:cNvSpPr>
          <p:nvPr>
            <p:ph type="sldNum" sz="quarter" idx="5"/>
          </p:nvPr>
        </p:nvSpPr>
        <p:spPr/>
        <p:txBody>
          <a:bodyPr/>
          <a:lstStyle/>
          <a:p>
            <a:pPr algn="r"/>
            <a:fld id="{111E5896-917A-4035-A860-408E1EC3CD51}" type="slidenum">
              <a:rPr lang="en-US" smtClean="0">
                <a:solidFill>
                  <a:srgbClr val="052049"/>
                </a:solidFill>
              </a:rPr>
              <a:pPr algn="r"/>
              <a:t>30</a:t>
            </a:fld>
            <a:endParaRPr lang="en-US" dirty="0">
              <a:solidFill>
                <a:srgbClr val="052049"/>
              </a:solidFill>
            </a:endParaRPr>
          </a:p>
        </p:txBody>
      </p:sp>
      <p:sp>
        <p:nvSpPr>
          <p:cNvPr id="5" name="Footer Placeholder 4">
            <a:extLst>
              <a:ext uri="{FF2B5EF4-FFF2-40B4-BE49-F238E27FC236}">
                <a16:creationId xmlns:a16="http://schemas.microsoft.com/office/drawing/2014/main" id="{59EFF5B5-AA8E-AC86-AE94-9C9A58496768}"/>
              </a:ext>
            </a:extLst>
          </p:cNvPr>
          <p:cNvSpPr>
            <a:spLocks noGrp="1"/>
          </p:cNvSpPr>
          <p:nvPr>
            <p:ph type="ftr" sz="quarter" idx="4"/>
          </p:nvPr>
        </p:nvSpPr>
        <p:spPr/>
        <p:txBody>
          <a:bodyPr/>
          <a:lstStyle/>
          <a:p>
            <a:r>
              <a:rPr lang="en-US" sz="800">
                <a:solidFill>
                  <a:srgbClr val="052049"/>
                </a:solidFill>
              </a:rPr>
              <a:t>| [footer text here]</a:t>
            </a:r>
            <a:endParaRPr lang="en-US" sz="800" dirty="0">
              <a:solidFill>
                <a:srgbClr val="052049"/>
              </a:solidFill>
            </a:endParaRPr>
          </a:p>
        </p:txBody>
      </p:sp>
    </p:spTree>
    <p:extLst>
      <p:ext uri="{BB962C8B-B14F-4D97-AF65-F5344CB8AC3E}">
        <p14:creationId xmlns:p14="http://schemas.microsoft.com/office/powerpoint/2010/main" val="19773754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lgn="r"/>
            <a:fld id="{111E5896-917A-4035-A860-408E1EC3CD51}" type="slidenum">
              <a:rPr lang="en-US" smtClean="0">
                <a:solidFill>
                  <a:srgbClr val="052049"/>
                </a:solidFill>
              </a:rPr>
              <a:pPr algn="r"/>
              <a:t>31</a:t>
            </a:fld>
            <a:endParaRPr lang="en-US" dirty="0">
              <a:solidFill>
                <a:srgbClr val="052049"/>
              </a:solidFill>
            </a:endParaRPr>
          </a:p>
        </p:txBody>
      </p:sp>
      <p:sp>
        <p:nvSpPr>
          <p:cNvPr id="5" name="Footer Placeholder 4"/>
          <p:cNvSpPr>
            <a:spLocks noGrp="1"/>
          </p:cNvSpPr>
          <p:nvPr>
            <p:ph type="ftr" sz="quarter" idx="4"/>
          </p:nvPr>
        </p:nvSpPr>
        <p:spPr/>
        <p:txBody>
          <a:bodyPr/>
          <a:lstStyle/>
          <a:p>
            <a:r>
              <a:rPr lang="en-US" sz="800">
                <a:solidFill>
                  <a:srgbClr val="052049"/>
                </a:solidFill>
              </a:rPr>
              <a:t>| [footer text here]</a:t>
            </a:r>
            <a:endParaRPr lang="en-US" sz="800" dirty="0">
              <a:solidFill>
                <a:srgbClr val="052049"/>
              </a:solidFill>
            </a:endParaRPr>
          </a:p>
        </p:txBody>
      </p:sp>
    </p:spTree>
    <p:extLst>
      <p:ext uri="{BB962C8B-B14F-4D97-AF65-F5344CB8AC3E}">
        <p14:creationId xmlns:p14="http://schemas.microsoft.com/office/powerpoint/2010/main" val="273949153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lgn="r"/>
            <a:fld id="{111E5896-917A-4035-A860-408E1EC3CD51}" type="slidenum">
              <a:rPr lang="en-US" smtClean="0">
                <a:solidFill>
                  <a:srgbClr val="052049"/>
                </a:solidFill>
              </a:rPr>
              <a:pPr algn="r"/>
              <a:t>32</a:t>
            </a:fld>
            <a:endParaRPr lang="en-US" dirty="0">
              <a:solidFill>
                <a:srgbClr val="052049"/>
              </a:solidFill>
            </a:endParaRPr>
          </a:p>
        </p:txBody>
      </p:sp>
      <p:sp>
        <p:nvSpPr>
          <p:cNvPr id="5" name="Footer Placeholder 4"/>
          <p:cNvSpPr>
            <a:spLocks noGrp="1"/>
          </p:cNvSpPr>
          <p:nvPr>
            <p:ph type="ftr" sz="quarter" idx="4"/>
          </p:nvPr>
        </p:nvSpPr>
        <p:spPr/>
        <p:txBody>
          <a:bodyPr/>
          <a:lstStyle/>
          <a:p>
            <a:r>
              <a:rPr lang="en-US" sz="800">
                <a:solidFill>
                  <a:srgbClr val="052049"/>
                </a:solidFill>
              </a:rPr>
              <a:t>| [footer text here]</a:t>
            </a:r>
            <a:endParaRPr lang="en-US" sz="800" dirty="0">
              <a:solidFill>
                <a:srgbClr val="052049"/>
              </a:solidFill>
            </a:endParaRPr>
          </a:p>
        </p:txBody>
      </p:sp>
    </p:spTree>
    <p:extLst>
      <p:ext uri="{BB962C8B-B14F-4D97-AF65-F5344CB8AC3E}">
        <p14:creationId xmlns:p14="http://schemas.microsoft.com/office/powerpoint/2010/main" val="76177093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lgn="r"/>
            <a:fld id="{111E5896-917A-4035-A860-408E1EC3CD51}" type="slidenum">
              <a:rPr lang="en-US" smtClean="0">
                <a:solidFill>
                  <a:srgbClr val="052049"/>
                </a:solidFill>
              </a:rPr>
              <a:pPr algn="r"/>
              <a:t>33</a:t>
            </a:fld>
            <a:endParaRPr lang="en-US" dirty="0">
              <a:solidFill>
                <a:srgbClr val="052049"/>
              </a:solidFill>
            </a:endParaRPr>
          </a:p>
        </p:txBody>
      </p:sp>
      <p:sp>
        <p:nvSpPr>
          <p:cNvPr id="5" name="Footer Placeholder 4"/>
          <p:cNvSpPr>
            <a:spLocks noGrp="1"/>
          </p:cNvSpPr>
          <p:nvPr>
            <p:ph type="ftr" sz="quarter" idx="4"/>
          </p:nvPr>
        </p:nvSpPr>
        <p:spPr/>
        <p:txBody>
          <a:bodyPr/>
          <a:lstStyle/>
          <a:p>
            <a:r>
              <a:rPr lang="en-US" sz="800">
                <a:solidFill>
                  <a:srgbClr val="052049"/>
                </a:solidFill>
              </a:rPr>
              <a:t>| [footer text here]</a:t>
            </a:r>
            <a:endParaRPr lang="en-US" sz="800" dirty="0">
              <a:solidFill>
                <a:srgbClr val="052049"/>
              </a:solidFill>
            </a:endParaRPr>
          </a:p>
        </p:txBody>
      </p:sp>
    </p:spTree>
    <p:extLst>
      <p:ext uri="{BB962C8B-B14F-4D97-AF65-F5344CB8AC3E}">
        <p14:creationId xmlns:p14="http://schemas.microsoft.com/office/powerpoint/2010/main" val="13514760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819185-DEAB-1C47-7B8C-C3AB7DAFF3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974059-B437-7CF4-7A9C-F33E49AD30AA}"/>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B1E836C-1945-C5A2-A953-EC0E8CAE23F8}"/>
              </a:ext>
            </a:extLst>
          </p:cNvPr>
          <p:cNvSpPr>
            <a:spLocks noGrp="1"/>
          </p:cNvSpPr>
          <p:nvPr>
            <p:ph type="body" idx="1"/>
          </p:nvPr>
        </p:nvSpPr>
        <p:spPr/>
        <p:txBody>
          <a:bodyPr>
            <a:normAutofit lnSpcReduction="10000"/>
          </a:bodyPr>
          <a:lstStyle/>
          <a:p>
            <a:r>
              <a:rPr lang="en-US" sz="1200" b="1" dirty="0"/>
              <a:t>SYSTEM / CONTEXT:</a:t>
            </a:r>
            <a:r>
              <a:rPr lang="en-US" sz="1200" dirty="0"/>
              <a:t> You are an assistant to create R code for data visualization. Keep R code simple and easy to read, and add notations as needed. You don’t need to create data. The name of dataset, and variable(s) will be provided. Provide R code to download maps from </a:t>
            </a:r>
            <a:r>
              <a:rPr lang="en-US" sz="1200" dirty="0">
                <a:solidFill>
                  <a:srgbClr val="178CCB"/>
                </a:solidFill>
                <a:hlinkClick r:id="rId3"/>
              </a:rPr>
              <a:t>https://gadm.org/</a:t>
            </a:r>
            <a:r>
              <a:rPr lang="en-US" sz="1200" dirty="0"/>
              <a:t> if needed.</a:t>
            </a:r>
          </a:p>
          <a:p>
            <a:r>
              <a:rPr lang="en-US" sz="1200" b="1" dirty="0"/>
              <a:t>USER PROMPT:</a:t>
            </a:r>
            <a:endParaRPr lang="en-US" sz="1200" dirty="0"/>
          </a:p>
          <a:p>
            <a:pPr lvl="0"/>
            <a:r>
              <a:rPr lang="en-US" sz="1200" dirty="0"/>
              <a:t>I want an R code using “</a:t>
            </a:r>
            <a:r>
              <a:rPr lang="en-US" sz="1200" i="1" dirty="0">
                <a:solidFill>
                  <a:srgbClr val="EC1848"/>
                </a:solidFill>
              </a:rPr>
              <a:t>dataset (example: V)</a:t>
            </a:r>
            <a:r>
              <a:rPr lang="en-US" sz="1200" dirty="0"/>
              <a:t>” to create a “</a:t>
            </a:r>
            <a:r>
              <a:rPr lang="en-US" sz="1200" i="1" dirty="0">
                <a:solidFill>
                  <a:srgbClr val="EC1848"/>
                </a:solidFill>
              </a:rPr>
              <a:t>Bar chart, Line chart, Mosaic chart, Histogram, Boxplot, Scatterplot and regression line, or Map</a:t>
            </a:r>
            <a:r>
              <a:rPr lang="en-US" sz="1200" i="1" dirty="0"/>
              <a:t>” </a:t>
            </a:r>
            <a:r>
              <a:rPr lang="en-US" sz="1200" dirty="0"/>
              <a:t>for “</a:t>
            </a:r>
            <a:r>
              <a:rPr lang="en-US" sz="1200" i="1" dirty="0">
                <a:solidFill>
                  <a:srgbClr val="EC1848"/>
                </a:solidFill>
              </a:rPr>
              <a:t>Relationship Between Province Poverty Rate (variable: </a:t>
            </a:r>
            <a:r>
              <a:rPr lang="en-US" sz="1200" i="1" dirty="0" err="1">
                <a:solidFill>
                  <a:srgbClr val="EC1848"/>
                </a:solidFill>
              </a:rPr>
              <a:t>poverty_rate</a:t>
            </a:r>
            <a:r>
              <a:rPr lang="en-US" sz="1200" i="1" dirty="0">
                <a:solidFill>
                  <a:srgbClr val="EC1848"/>
                </a:solidFill>
              </a:rPr>
              <a:t>) and Literacy Rate (variable: </a:t>
            </a:r>
            <a:r>
              <a:rPr lang="en-US" sz="1200" i="1" dirty="0" err="1">
                <a:solidFill>
                  <a:srgbClr val="EC1848"/>
                </a:solidFill>
              </a:rPr>
              <a:t>literacy_rate</a:t>
            </a:r>
            <a:r>
              <a:rPr lang="en-US" sz="1200" i="1" dirty="0">
                <a:solidFill>
                  <a:srgbClr val="EC1848"/>
                </a:solidFill>
              </a:rPr>
              <a:t>)</a:t>
            </a:r>
            <a:r>
              <a:rPr lang="en-US" sz="1200" dirty="0"/>
              <a:t>” in “Vietnam”. Follow the principles of effective visualization exactly:</a:t>
            </a:r>
          </a:p>
          <a:p>
            <a:pPr lvl="0"/>
            <a:r>
              <a:rPr lang="en-US" sz="1200" b="1" dirty="0"/>
              <a:t>Simplicity</a:t>
            </a:r>
            <a:r>
              <a:rPr lang="en-US" sz="1200" dirty="0"/>
              <a:t>: Keep the visualization simple by avoiding unnecessary elements (lines, colors, no grids, etc.), so the main message is easy to understand.</a:t>
            </a:r>
          </a:p>
          <a:p>
            <a:pPr lvl="0"/>
            <a:r>
              <a:rPr lang="en-US" sz="1200" b="1" dirty="0"/>
              <a:t>Clarity</a:t>
            </a:r>
            <a:r>
              <a:rPr lang="en-US" sz="1200" dirty="0"/>
              <a:t>: Use clear labels, titles, and legends so viewers can quickly interpret the information.</a:t>
            </a:r>
          </a:p>
          <a:p>
            <a:r>
              <a:rPr lang="en-US" sz="1200" b="1" dirty="0"/>
              <a:t>Accuracy</a:t>
            </a:r>
            <a:r>
              <a:rPr lang="en-US" sz="1200" dirty="0"/>
              <a:t>: Ensure the data are represented truthfully without misleading scales or distortions. Set the limits to the range of data.</a:t>
            </a:r>
          </a:p>
          <a:p>
            <a:pPr lvl="0"/>
            <a:r>
              <a:rPr lang="en-US" sz="1200" b="1" dirty="0"/>
              <a:t>Appropriate</a:t>
            </a:r>
            <a:r>
              <a:rPr lang="en-US" sz="1200" dirty="0"/>
              <a:t>: Choose the chart type that best matches the data and the question being addressed.</a:t>
            </a:r>
          </a:p>
          <a:p>
            <a:pPr lvl="0"/>
            <a:r>
              <a:rPr lang="en-US" sz="1200" b="1" dirty="0"/>
              <a:t>Consistent formatting</a:t>
            </a:r>
            <a:r>
              <a:rPr lang="en-US" sz="1200" dirty="0"/>
              <a:t>: Use consistent colors, fonts, and styles across charts to improve readability and comparison.</a:t>
            </a:r>
          </a:p>
          <a:p>
            <a:pPr lvl="0"/>
            <a:r>
              <a:rPr lang="en-US" sz="1200" b="1" dirty="0"/>
              <a:t>Exporting Publication-Ready Figures</a:t>
            </a:r>
            <a:r>
              <a:rPr lang="en-US" sz="1200" dirty="0"/>
              <a:t>: Show and save the visualization as jpg, dpi = 300.</a:t>
            </a:r>
          </a:p>
          <a:p>
            <a:endParaRPr lang="en-US" dirty="0"/>
          </a:p>
        </p:txBody>
      </p:sp>
      <p:sp>
        <p:nvSpPr>
          <p:cNvPr id="4" name="Slide Number Placeholder 3">
            <a:extLst>
              <a:ext uri="{FF2B5EF4-FFF2-40B4-BE49-F238E27FC236}">
                <a16:creationId xmlns:a16="http://schemas.microsoft.com/office/drawing/2014/main" id="{F1B0A4CC-666B-F887-FECE-AD04877F6D17}"/>
              </a:ext>
            </a:extLst>
          </p:cNvPr>
          <p:cNvSpPr>
            <a:spLocks noGrp="1"/>
          </p:cNvSpPr>
          <p:nvPr>
            <p:ph type="sldNum" sz="quarter" idx="5"/>
          </p:nvPr>
        </p:nvSpPr>
        <p:spPr/>
        <p:txBody>
          <a:bodyPr/>
          <a:lstStyle/>
          <a:p>
            <a:fld id="{1C679D53-BC88-5446-8097-9340F454944C}" type="slidenum">
              <a:rPr lang="en-US" smtClean="0"/>
              <a:t>34</a:t>
            </a:fld>
            <a:endParaRPr lang="en-US"/>
          </a:p>
        </p:txBody>
      </p:sp>
    </p:spTree>
    <p:extLst>
      <p:ext uri="{BB962C8B-B14F-4D97-AF65-F5344CB8AC3E}">
        <p14:creationId xmlns:p14="http://schemas.microsoft.com/office/powerpoint/2010/main" val="271252157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lgn="r"/>
            <a:fld id="{111E5896-917A-4035-A860-408E1EC3CD51}" type="slidenum">
              <a:rPr lang="en-US" smtClean="0">
                <a:solidFill>
                  <a:srgbClr val="052049"/>
                </a:solidFill>
              </a:rPr>
              <a:pPr algn="r"/>
              <a:t>35</a:t>
            </a:fld>
            <a:endParaRPr lang="en-US" dirty="0">
              <a:solidFill>
                <a:srgbClr val="052049"/>
              </a:solidFill>
            </a:endParaRPr>
          </a:p>
        </p:txBody>
      </p:sp>
      <p:sp>
        <p:nvSpPr>
          <p:cNvPr id="5" name="Footer Placeholder 4"/>
          <p:cNvSpPr>
            <a:spLocks noGrp="1"/>
          </p:cNvSpPr>
          <p:nvPr>
            <p:ph type="ftr" sz="quarter" idx="4"/>
          </p:nvPr>
        </p:nvSpPr>
        <p:spPr/>
        <p:txBody>
          <a:bodyPr/>
          <a:lstStyle/>
          <a:p>
            <a:r>
              <a:rPr lang="en-US" sz="800">
                <a:solidFill>
                  <a:srgbClr val="052049"/>
                </a:solidFill>
              </a:rPr>
              <a:t>| [footer text here]</a:t>
            </a:r>
            <a:endParaRPr lang="en-US" sz="800" dirty="0">
              <a:solidFill>
                <a:srgbClr val="052049"/>
              </a:solidFill>
            </a:endParaRPr>
          </a:p>
        </p:txBody>
      </p:sp>
    </p:spTree>
    <p:extLst>
      <p:ext uri="{BB962C8B-B14F-4D97-AF65-F5344CB8AC3E}">
        <p14:creationId xmlns:p14="http://schemas.microsoft.com/office/powerpoint/2010/main" val="189365908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C910C2-7DB9-CBA3-6991-92086981A1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7D4A1C-C23D-E844-3CCA-09B2DB5B012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2524E4A-B03C-794B-4DEE-182039FA1D0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14CEB73-9596-BAA1-56B8-9A3CEA7F3D20}"/>
              </a:ext>
            </a:extLst>
          </p:cNvPr>
          <p:cNvSpPr>
            <a:spLocks noGrp="1"/>
          </p:cNvSpPr>
          <p:nvPr>
            <p:ph type="sldNum" sz="quarter" idx="5"/>
          </p:nvPr>
        </p:nvSpPr>
        <p:spPr/>
        <p:txBody>
          <a:bodyPr/>
          <a:lstStyle/>
          <a:p>
            <a:pPr algn="r"/>
            <a:fld id="{111E5896-917A-4035-A860-408E1EC3CD51}" type="slidenum">
              <a:rPr lang="en-US" smtClean="0">
                <a:solidFill>
                  <a:srgbClr val="052049"/>
                </a:solidFill>
                <a:latin typeface="Arial" pitchFamily="34" charset="0"/>
                <a:cs typeface="Arial" pitchFamily="34" charset="0"/>
              </a:rPr>
              <a:pPr algn="r"/>
              <a:t>36</a:t>
            </a:fld>
            <a:endParaRPr lang="en-US">
              <a:solidFill>
                <a:srgbClr val="052049"/>
              </a:solidFill>
              <a:latin typeface="Arial" pitchFamily="34" charset="0"/>
              <a:cs typeface="Arial" pitchFamily="34" charset="0"/>
            </a:endParaRPr>
          </a:p>
        </p:txBody>
      </p:sp>
      <p:sp>
        <p:nvSpPr>
          <p:cNvPr id="5" name="Footer Placeholder 4">
            <a:extLst>
              <a:ext uri="{FF2B5EF4-FFF2-40B4-BE49-F238E27FC236}">
                <a16:creationId xmlns:a16="http://schemas.microsoft.com/office/drawing/2014/main" id="{BE534053-1F15-3224-915C-935C1452CC50}"/>
              </a:ext>
            </a:extLst>
          </p:cNvPr>
          <p:cNvSpPr>
            <a:spLocks noGrp="1"/>
          </p:cNvSpPr>
          <p:nvPr>
            <p:ph type="ftr" sz="quarter" idx="4"/>
          </p:nvPr>
        </p:nvSpPr>
        <p:spPr/>
        <p:txBody>
          <a:bodyPr/>
          <a:lstStyle/>
          <a:p>
            <a:r>
              <a:rPr lang="en-US" sz="800">
                <a:solidFill>
                  <a:srgbClr val="052049"/>
                </a:solidFill>
                <a:latin typeface="+mj-lt"/>
              </a:rPr>
              <a:t>| Core Financial Plan - Fall 2021</a:t>
            </a:r>
          </a:p>
        </p:txBody>
      </p:sp>
    </p:spTree>
    <p:extLst>
      <p:ext uri="{BB962C8B-B14F-4D97-AF65-F5344CB8AC3E}">
        <p14:creationId xmlns:p14="http://schemas.microsoft.com/office/powerpoint/2010/main" val="178994590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lgn="r"/>
            <a:fld id="{111E5896-917A-4035-A860-408E1EC3CD51}" type="slidenum">
              <a:rPr lang="en-US" smtClean="0">
                <a:solidFill>
                  <a:srgbClr val="052049"/>
                </a:solidFill>
              </a:rPr>
              <a:pPr algn="r"/>
              <a:t>37</a:t>
            </a:fld>
            <a:endParaRPr lang="en-US" dirty="0">
              <a:solidFill>
                <a:srgbClr val="052049"/>
              </a:solidFill>
            </a:endParaRPr>
          </a:p>
        </p:txBody>
      </p:sp>
      <p:sp>
        <p:nvSpPr>
          <p:cNvPr id="5" name="Footer Placeholder 4"/>
          <p:cNvSpPr>
            <a:spLocks noGrp="1"/>
          </p:cNvSpPr>
          <p:nvPr>
            <p:ph type="ftr" sz="quarter" idx="4"/>
          </p:nvPr>
        </p:nvSpPr>
        <p:spPr/>
        <p:txBody>
          <a:bodyPr/>
          <a:lstStyle/>
          <a:p>
            <a:r>
              <a:rPr lang="en-US" sz="800">
                <a:solidFill>
                  <a:srgbClr val="052049"/>
                </a:solidFill>
              </a:rPr>
              <a:t>| [footer text here]</a:t>
            </a:r>
            <a:endParaRPr lang="en-US" sz="800" dirty="0">
              <a:solidFill>
                <a:srgbClr val="052049"/>
              </a:solidFill>
            </a:endParaRPr>
          </a:p>
        </p:txBody>
      </p:sp>
    </p:spTree>
    <p:extLst>
      <p:ext uri="{BB962C8B-B14F-4D97-AF65-F5344CB8AC3E}">
        <p14:creationId xmlns:p14="http://schemas.microsoft.com/office/powerpoint/2010/main" val="310900306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lgn="r"/>
            <a:fld id="{111E5896-917A-4035-A860-408E1EC3CD51}" type="slidenum">
              <a:rPr lang="en-US" smtClean="0">
                <a:solidFill>
                  <a:srgbClr val="052049"/>
                </a:solidFill>
              </a:rPr>
              <a:pPr algn="r"/>
              <a:t>38</a:t>
            </a:fld>
            <a:endParaRPr lang="en-US" dirty="0">
              <a:solidFill>
                <a:srgbClr val="052049"/>
              </a:solidFill>
            </a:endParaRPr>
          </a:p>
        </p:txBody>
      </p:sp>
      <p:sp>
        <p:nvSpPr>
          <p:cNvPr id="5" name="Footer Placeholder 4"/>
          <p:cNvSpPr>
            <a:spLocks noGrp="1"/>
          </p:cNvSpPr>
          <p:nvPr>
            <p:ph type="ftr" sz="quarter" idx="4"/>
          </p:nvPr>
        </p:nvSpPr>
        <p:spPr/>
        <p:txBody>
          <a:bodyPr/>
          <a:lstStyle/>
          <a:p>
            <a:r>
              <a:rPr lang="en-US" sz="800">
                <a:solidFill>
                  <a:srgbClr val="052049"/>
                </a:solidFill>
              </a:rPr>
              <a:t>| [footer text here]</a:t>
            </a:r>
            <a:endParaRPr lang="en-US" sz="800" dirty="0">
              <a:solidFill>
                <a:srgbClr val="052049"/>
              </a:solidFill>
            </a:endParaRPr>
          </a:p>
        </p:txBody>
      </p:sp>
    </p:spTree>
    <p:extLst>
      <p:ext uri="{BB962C8B-B14F-4D97-AF65-F5344CB8AC3E}">
        <p14:creationId xmlns:p14="http://schemas.microsoft.com/office/powerpoint/2010/main" val="296516792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lgn="r"/>
            <a:fld id="{111E5896-917A-4035-A860-408E1EC3CD51}" type="slidenum">
              <a:rPr lang="en-US" smtClean="0">
                <a:solidFill>
                  <a:srgbClr val="052049"/>
                </a:solidFill>
              </a:rPr>
              <a:pPr algn="r"/>
              <a:t>39</a:t>
            </a:fld>
            <a:endParaRPr lang="en-US" dirty="0">
              <a:solidFill>
                <a:srgbClr val="052049"/>
              </a:solidFill>
            </a:endParaRPr>
          </a:p>
        </p:txBody>
      </p:sp>
      <p:sp>
        <p:nvSpPr>
          <p:cNvPr id="5" name="Footer Placeholder 4"/>
          <p:cNvSpPr>
            <a:spLocks noGrp="1"/>
          </p:cNvSpPr>
          <p:nvPr>
            <p:ph type="ftr" sz="quarter" idx="4"/>
          </p:nvPr>
        </p:nvSpPr>
        <p:spPr/>
        <p:txBody>
          <a:bodyPr/>
          <a:lstStyle/>
          <a:p>
            <a:r>
              <a:rPr lang="en-US" sz="800">
                <a:solidFill>
                  <a:srgbClr val="052049"/>
                </a:solidFill>
              </a:rPr>
              <a:t>| [footer text here]</a:t>
            </a:r>
            <a:endParaRPr lang="en-US" sz="800" dirty="0">
              <a:solidFill>
                <a:srgbClr val="052049"/>
              </a:solidFill>
            </a:endParaRPr>
          </a:p>
        </p:txBody>
      </p:sp>
    </p:spTree>
    <p:extLst>
      <p:ext uri="{BB962C8B-B14F-4D97-AF65-F5344CB8AC3E}">
        <p14:creationId xmlns:p14="http://schemas.microsoft.com/office/powerpoint/2010/main" val="241534630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lgn="r"/>
            <a:fld id="{111E5896-917A-4035-A860-408E1EC3CD51}" type="slidenum">
              <a:rPr lang="en-US" smtClean="0">
                <a:solidFill>
                  <a:srgbClr val="052049"/>
                </a:solidFill>
              </a:rPr>
              <a:pPr algn="r"/>
              <a:t>40</a:t>
            </a:fld>
            <a:endParaRPr lang="en-US" dirty="0">
              <a:solidFill>
                <a:srgbClr val="052049"/>
              </a:solidFill>
            </a:endParaRPr>
          </a:p>
        </p:txBody>
      </p:sp>
      <p:sp>
        <p:nvSpPr>
          <p:cNvPr id="5" name="Footer Placeholder 4"/>
          <p:cNvSpPr>
            <a:spLocks noGrp="1"/>
          </p:cNvSpPr>
          <p:nvPr>
            <p:ph type="ftr" sz="quarter" idx="4"/>
          </p:nvPr>
        </p:nvSpPr>
        <p:spPr/>
        <p:txBody>
          <a:bodyPr/>
          <a:lstStyle/>
          <a:p>
            <a:r>
              <a:rPr lang="en-US" sz="800">
                <a:solidFill>
                  <a:srgbClr val="052049"/>
                </a:solidFill>
              </a:rPr>
              <a:t>| [footer text here]</a:t>
            </a:r>
            <a:endParaRPr lang="en-US" sz="800" dirty="0">
              <a:solidFill>
                <a:srgbClr val="052049"/>
              </a:solidFill>
            </a:endParaRPr>
          </a:p>
        </p:txBody>
      </p:sp>
    </p:spTree>
    <p:extLst>
      <p:ext uri="{BB962C8B-B14F-4D97-AF65-F5344CB8AC3E}">
        <p14:creationId xmlns:p14="http://schemas.microsoft.com/office/powerpoint/2010/main" val="387962613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jpe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8.jp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9.jpe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0.jpe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1.jpe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2.jpe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3.jpe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4.jpe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5.sv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6.sv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7.pn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emf"/><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19.sv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20.emf"/><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23.jpeg"/><Relationship Id="rId1" Type="http://schemas.openxmlformats.org/officeDocument/2006/relationships/slideMaster" Target="../slideMasters/slideMaster2.xml"/><Relationship Id="rId5" Type="http://schemas.openxmlformats.org/officeDocument/2006/relationships/image" Target="../media/image25.jpeg"/><Relationship Id="rId4" Type="http://schemas.openxmlformats.org/officeDocument/2006/relationships/image" Target="../media/image18.emf"/></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image" Target="../media/image26.jpeg"/><Relationship Id="rId1" Type="http://schemas.openxmlformats.org/officeDocument/2006/relationships/slideMaster" Target="../slideMasters/slideMaster2.xml"/><Relationship Id="rId5" Type="http://schemas.openxmlformats.org/officeDocument/2006/relationships/image" Target="../media/image29.svg"/><Relationship Id="rId4" Type="http://schemas.openxmlformats.org/officeDocument/2006/relationships/image" Target="../media/image28.jpeg"/></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image" Target="../media/image30.jpeg"/><Relationship Id="rId1" Type="http://schemas.openxmlformats.org/officeDocument/2006/relationships/slideMaster" Target="../slideMasters/slideMaster2.xml"/><Relationship Id="rId5" Type="http://schemas.openxmlformats.org/officeDocument/2006/relationships/image" Target="../media/image32.emf"/><Relationship Id="rId4" Type="http://schemas.openxmlformats.org/officeDocument/2006/relationships/image" Target="../media/image28.jpeg"/></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image" Target="../media/image33.jpeg"/><Relationship Id="rId1" Type="http://schemas.openxmlformats.org/officeDocument/2006/relationships/slideMaster" Target="../slideMasters/slideMaster2.xml"/><Relationship Id="rId5" Type="http://schemas.openxmlformats.org/officeDocument/2006/relationships/image" Target="../media/image28.jpeg"/><Relationship Id="rId4" Type="http://schemas.openxmlformats.org/officeDocument/2006/relationships/image" Target="../media/image29.svg"/></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 White">
    <p:spTree>
      <p:nvGrpSpPr>
        <p:cNvPr id="1" name=""/>
        <p:cNvGrpSpPr/>
        <p:nvPr/>
      </p:nvGrpSpPr>
      <p:grpSpPr>
        <a:xfrm>
          <a:off x="0" y="0"/>
          <a:ext cx="0" cy="0"/>
          <a:chOff x="0" y="0"/>
          <a:chExt cx="0" cy="0"/>
        </a:xfrm>
      </p:grpSpPr>
      <p:sp>
        <p:nvSpPr>
          <p:cNvPr id="2" name="Rectangle 1"/>
          <p:cNvSpPr/>
          <p:nvPr userDrawn="1"/>
        </p:nvSpPr>
        <p:spPr bwMode="auto">
          <a:xfrm>
            <a:off x="159026" y="4323522"/>
            <a:ext cx="8984974" cy="819978"/>
          </a:xfrm>
          <a:prstGeom prst="rect">
            <a:avLst/>
          </a:prstGeom>
          <a:solidFill>
            <a:schemeClr val="bg1"/>
          </a:solidFill>
          <a:ln w="19050" algn="ctr">
            <a:noFill/>
            <a:miter lim="800000"/>
            <a:headEnd/>
            <a:tailEnd/>
          </a:ln>
        </p:spPr>
        <p:txBody>
          <a:bodyPr wrap="none" rtlCol="0" anchor="ctr"/>
          <a:lstStyle/>
          <a:p>
            <a:pPr algn="ctr">
              <a:lnSpc>
                <a:spcPct val="90000"/>
              </a:lnSpc>
            </a:pPr>
            <a:endParaRPr lang="en-US" sz="1600" b="0" i="0" dirty="0" err="1">
              <a:solidFill>
                <a:schemeClr val="bg1"/>
              </a:solidFill>
              <a:latin typeface="Arial" panose="020B0604020202020204" pitchFamily="34" charset="0"/>
            </a:endParaRPr>
          </a:p>
        </p:txBody>
      </p:sp>
      <p:sp>
        <p:nvSpPr>
          <p:cNvPr id="22" name="Title 15"/>
          <p:cNvSpPr>
            <a:spLocks noGrp="1"/>
          </p:cNvSpPr>
          <p:nvPr>
            <p:ph type="title" hasCustomPrompt="1"/>
          </p:nvPr>
        </p:nvSpPr>
        <p:spPr>
          <a:xfrm>
            <a:off x="299201" y="1878497"/>
            <a:ext cx="6141359" cy="1311963"/>
          </a:xfrm>
        </p:spPr>
        <p:txBody>
          <a:bodyPr anchor="b">
            <a:noAutofit/>
          </a:bodyPr>
          <a:lstStyle>
            <a:lvl1pPr>
              <a:defRPr sz="3600" b="0" i="0" baseline="0">
                <a:solidFill>
                  <a:schemeClr val="tx1"/>
                </a:solidFill>
                <a:latin typeface="+mj-lt"/>
                <a:ea typeface="Helvetica Neue" panose="02000503000000020004" pitchFamily="2" charset="0"/>
                <a:cs typeface="Arial" panose="020B0604020202020204" pitchFamily="34" charset="0"/>
              </a:defRPr>
            </a:lvl1pPr>
          </a:lstStyle>
          <a:p>
            <a:r>
              <a:rPr lang="en-US" dirty="0"/>
              <a:t>Title Here</a:t>
            </a:r>
          </a:p>
        </p:txBody>
      </p:sp>
      <p:sp>
        <p:nvSpPr>
          <p:cNvPr id="23" name="Date Placeholder 4"/>
          <p:cNvSpPr>
            <a:spLocks noGrp="1"/>
          </p:cNvSpPr>
          <p:nvPr>
            <p:ph type="dt" sz="half" idx="2"/>
          </p:nvPr>
        </p:nvSpPr>
        <p:spPr>
          <a:xfrm>
            <a:off x="319200" y="4616419"/>
            <a:ext cx="1925338" cy="178955"/>
          </a:xfrm>
          <a:prstGeom prst="rect">
            <a:avLst/>
          </a:prstGeom>
        </p:spPr>
        <p:txBody>
          <a:bodyPr vert="horz" wrap="square" lIns="91440" tIns="0" rIns="91440" bIns="0" rtlCol="0" anchor="b" anchorCtr="0">
            <a:noAutofit/>
          </a:bodyPr>
          <a:lstStyle>
            <a:lvl1pPr algn="l">
              <a:defRPr sz="1200" b="0" i="0">
                <a:solidFill>
                  <a:schemeClr val="tx1"/>
                </a:solidFill>
                <a:latin typeface="Arial" panose="020B0604020202020204" pitchFamily="34" charset="0"/>
                <a:ea typeface="Helvetica Neue" panose="02000503000000020004" pitchFamily="2" charset="0"/>
                <a:cs typeface="Arial" panose="020B0604020202020204" pitchFamily="34" charset="0"/>
              </a:defRPr>
            </a:lvl1pPr>
          </a:lstStyle>
          <a:p>
            <a:fld id="{D470D759-0E0E-8249-AFAC-A75A00A3758F}" type="datetime1">
              <a:rPr lang="en-US" smtClean="0"/>
              <a:t>3/17/26</a:t>
            </a:fld>
            <a:endParaRPr lang="en-US" dirty="0"/>
          </a:p>
        </p:txBody>
      </p:sp>
      <p:sp>
        <p:nvSpPr>
          <p:cNvPr id="24" name="Text Placeholder 2"/>
          <p:cNvSpPr>
            <a:spLocks noGrp="1"/>
          </p:cNvSpPr>
          <p:nvPr>
            <p:ph type="body" sz="quarter" idx="10" hasCustomPrompt="1"/>
          </p:nvPr>
        </p:nvSpPr>
        <p:spPr>
          <a:xfrm>
            <a:off x="317595" y="4102257"/>
            <a:ext cx="4191461" cy="426719"/>
          </a:xfrm>
          <a:prstGeom prst="rect">
            <a:avLst/>
          </a:prstGeom>
        </p:spPr>
        <p:txBody>
          <a:bodyPr vert="horz" wrap="square" lIns="91440" tIns="0" rIns="91440" bIns="0" rtlCol="0" anchor="b" anchorCtr="0">
            <a:noAutofit/>
          </a:bodyPr>
          <a:lstStyle>
            <a:lvl1pPr marL="0" indent="0">
              <a:lnSpc>
                <a:spcPct val="100000"/>
              </a:lnSpc>
              <a:spcBef>
                <a:spcPts val="0"/>
              </a:spcBef>
              <a:spcAft>
                <a:spcPts val="0"/>
              </a:spcAft>
              <a:buNone/>
              <a:defRPr lang="en-US" sz="1600" b="0" i="0" baseline="0" dirty="0" smtClean="0">
                <a:solidFill>
                  <a:schemeClr val="tx1"/>
                </a:solidFill>
                <a:latin typeface="Arial" panose="020B0604020202020204" pitchFamily="34" charset="0"/>
                <a:ea typeface="Helvetica Neue" panose="02000503000000020004" pitchFamily="2" charset="0"/>
                <a:cs typeface="Arial" panose="020B0604020202020204" pitchFamily="34" charset="0"/>
              </a:defRPr>
            </a:lvl1pPr>
            <a:lvl2pPr>
              <a:defRPr lang="en-US" sz="1800" dirty="0" smtClean="0">
                <a:latin typeface="+mn-lt"/>
              </a:defRPr>
            </a:lvl2pPr>
            <a:lvl3pPr>
              <a:defRPr lang="en-US" sz="1800" dirty="0" smtClean="0">
                <a:latin typeface="+mn-lt"/>
              </a:defRPr>
            </a:lvl3pPr>
            <a:lvl4pPr>
              <a:defRPr lang="en-US" sz="1800" dirty="0" smtClean="0">
                <a:latin typeface="+mn-lt"/>
              </a:defRPr>
            </a:lvl4pPr>
            <a:lvl5pPr>
              <a:defRPr lang="en-US" sz="1800" dirty="0">
                <a:latin typeface="+mn-lt"/>
              </a:defRPr>
            </a:lvl5pPr>
          </a:lstStyle>
          <a:p>
            <a:pPr marL="0" lvl="0"/>
            <a:r>
              <a:rPr lang="en-US" dirty="0"/>
              <a:t>Presenter’s Name</a:t>
            </a:r>
          </a:p>
        </p:txBody>
      </p:sp>
      <p:sp>
        <p:nvSpPr>
          <p:cNvPr id="25" name="Text Placeholder 3"/>
          <p:cNvSpPr>
            <a:spLocks noGrp="1"/>
          </p:cNvSpPr>
          <p:nvPr>
            <p:ph type="body" sz="quarter" idx="15" hasCustomPrompt="1"/>
          </p:nvPr>
        </p:nvSpPr>
        <p:spPr>
          <a:xfrm>
            <a:off x="302816" y="3185161"/>
            <a:ext cx="6147682" cy="508220"/>
          </a:xfrm>
          <a:prstGeom prst="rect">
            <a:avLst/>
          </a:prstGeom>
        </p:spPr>
        <p:txBody>
          <a:bodyPr>
            <a:noAutofit/>
          </a:bodyPr>
          <a:lstStyle>
            <a:lvl1pPr marL="0" indent="0" algn="l">
              <a:lnSpc>
                <a:spcPct val="100000"/>
              </a:lnSpc>
              <a:buNone/>
              <a:defRPr sz="1600" b="0" i="0">
                <a:solidFill>
                  <a:schemeClr val="tx1"/>
                </a:solidFill>
                <a:latin typeface="Arial" panose="020B0604020202020204" pitchFamily="34" charset="0"/>
                <a:ea typeface="Helvetica Neue" panose="02000503000000020004" pitchFamily="2" charset="0"/>
                <a:cs typeface="Arial" panose="020B0604020202020204" pitchFamily="34" charset="0"/>
              </a:defRPr>
            </a:lvl1pPr>
            <a:lvl2pPr marL="230181" indent="0">
              <a:lnSpc>
                <a:spcPct val="100000"/>
              </a:lnSpc>
              <a:buNone/>
              <a:defRPr i="1">
                <a:latin typeface="+mn-lt"/>
              </a:defRPr>
            </a:lvl2pPr>
            <a:lvl3pPr marL="515924" indent="0">
              <a:lnSpc>
                <a:spcPct val="100000"/>
              </a:lnSpc>
              <a:buNone/>
              <a:defRPr i="1">
                <a:latin typeface="+mn-lt"/>
              </a:defRPr>
            </a:lvl3pPr>
            <a:lvl4pPr marL="800080" indent="0">
              <a:lnSpc>
                <a:spcPct val="100000"/>
              </a:lnSpc>
              <a:buNone/>
              <a:defRPr i="1">
                <a:latin typeface="+mn-lt"/>
              </a:defRPr>
            </a:lvl4pPr>
            <a:lvl5pPr marL="1085823" indent="0">
              <a:lnSpc>
                <a:spcPct val="100000"/>
              </a:lnSpc>
              <a:buNone/>
              <a:defRPr i="1">
                <a:latin typeface="+mn-lt"/>
              </a:defRPr>
            </a:lvl5pPr>
          </a:lstStyle>
          <a:p>
            <a:pPr lvl="0"/>
            <a:r>
              <a:rPr lang="en-US" dirty="0"/>
              <a:t>Optional Subhead here</a:t>
            </a:r>
          </a:p>
        </p:txBody>
      </p:sp>
      <p:pic>
        <p:nvPicPr>
          <p:cNvPr id="8" name="Picture 7">
            <a:extLst>
              <a:ext uri="{FF2B5EF4-FFF2-40B4-BE49-F238E27FC236}">
                <a16:creationId xmlns:a16="http://schemas.microsoft.com/office/drawing/2014/main" id="{E2DCD8C9-F662-A842-9ACD-852F2D1E7878}"/>
              </a:ext>
            </a:extLst>
          </p:cNvPr>
          <p:cNvPicPr>
            <a:picLocks noChangeAspect="1"/>
          </p:cNvPicPr>
          <p:nvPr userDrawn="1"/>
        </p:nvPicPr>
        <p:blipFill>
          <a:blip r:embed="rId2"/>
          <a:srcRect/>
          <a:stretch/>
        </p:blipFill>
        <p:spPr>
          <a:xfrm>
            <a:off x="599642" y="477077"/>
            <a:ext cx="1731121" cy="535440"/>
          </a:xfrm>
          <a:prstGeom prst="rect">
            <a:avLst/>
          </a:prstGeom>
        </p:spPr>
      </p:pic>
    </p:spTree>
    <p:extLst>
      <p:ext uri="{BB962C8B-B14F-4D97-AF65-F5344CB8AC3E}">
        <p14:creationId xmlns:p14="http://schemas.microsoft.com/office/powerpoint/2010/main" val="176307353"/>
      </p:ext>
    </p:extLst>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ver – Teal">
    <p:bg>
      <p:bgPr>
        <a:solidFill>
          <a:schemeClr val="accent2"/>
        </a:solidFill>
        <a:effectLst/>
      </p:bgPr>
    </p:bg>
    <p:spTree>
      <p:nvGrpSpPr>
        <p:cNvPr id="1" name=""/>
        <p:cNvGrpSpPr/>
        <p:nvPr/>
      </p:nvGrpSpPr>
      <p:grpSpPr>
        <a:xfrm>
          <a:off x="0" y="0"/>
          <a:ext cx="0" cy="0"/>
          <a:chOff x="0" y="0"/>
          <a:chExt cx="0" cy="0"/>
        </a:xfrm>
      </p:grpSpPr>
      <p:sp>
        <p:nvSpPr>
          <p:cNvPr id="2" name="Rectangle 1"/>
          <p:cNvSpPr/>
          <p:nvPr userDrawn="1"/>
        </p:nvSpPr>
        <p:spPr bwMode="auto">
          <a:xfrm>
            <a:off x="159026" y="4323522"/>
            <a:ext cx="8984974" cy="819978"/>
          </a:xfrm>
          <a:prstGeom prst="rect">
            <a:avLst/>
          </a:prstGeom>
          <a:solidFill>
            <a:schemeClr val="accent2"/>
          </a:solidFill>
          <a:ln w="19050" algn="ctr">
            <a:noFill/>
            <a:miter lim="800000"/>
            <a:headEnd/>
            <a:tailEnd/>
          </a:ln>
        </p:spPr>
        <p:txBody>
          <a:bodyPr wrap="none" rtlCol="0" anchor="ctr"/>
          <a:lstStyle/>
          <a:p>
            <a:pPr algn="ctr">
              <a:lnSpc>
                <a:spcPct val="90000"/>
              </a:lnSpc>
            </a:pPr>
            <a:endParaRPr lang="en-US" sz="1600" b="0" i="0" dirty="0" err="1">
              <a:solidFill>
                <a:schemeClr val="bg1"/>
              </a:solidFill>
              <a:latin typeface="Arial" panose="020B0604020202020204" pitchFamily="34" charset="0"/>
            </a:endParaRPr>
          </a:p>
        </p:txBody>
      </p:sp>
      <p:sp>
        <p:nvSpPr>
          <p:cNvPr id="15" name="Date Placeholder 4"/>
          <p:cNvSpPr>
            <a:spLocks noGrp="1"/>
          </p:cNvSpPr>
          <p:nvPr>
            <p:ph type="dt" sz="half" idx="2"/>
          </p:nvPr>
        </p:nvSpPr>
        <p:spPr>
          <a:xfrm>
            <a:off x="319200" y="4616419"/>
            <a:ext cx="1925338" cy="178955"/>
          </a:xfrm>
          <a:prstGeom prst="rect">
            <a:avLst/>
          </a:prstGeom>
        </p:spPr>
        <p:txBody>
          <a:bodyPr vert="horz" wrap="square" lIns="91440" tIns="0" rIns="91440" bIns="0" rtlCol="0" anchor="b" anchorCtr="0">
            <a:noAutofit/>
          </a:bodyPr>
          <a:lstStyle>
            <a:lvl1pPr algn="l">
              <a:defRPr sz="1200" b="0" i="0">
                <a:solidFill>
                  <a:schemeClr val="tx1"/>
                </a:solidFill>
                <a:latin typeface="Arial" panose="020B0604020202020204" pitchFamily="34" charset="0"/>
                <a:ea typeface="Helvetica Neue" panose="02000503000000020004" pitchFamily="2" charset="0"/>
                <a:cs typeface="Arial" panose="020B0604020202020204" pitchFamily="34" charset="0"/>
              </a:defRPr>
            </a:lvl1pPr>
          </a:lstStyle>
          <a:p>
            <a:fld id="{D2C759A4-81DB-2B49-BAD8-20F4759D56E4}" type="datetime1">
              <a:rPr lang="en-US" smtClean="0"/>
              <a:t>3/17/26</a:t>
            </a:fld>
            <a:endParaRPr lang="en-US" dirty="0"/>
          </a:p>
        </p:txBody>
      </p:sp>
      <p:sp>
        <p:nvSpPr>
          <p:cNvPr id="17" name="Text Placeholder 3"/>
          <p:cNvSpPr>
            <a:spLocks noGrp="1"/>
          </p:cNvSpPr>
          <p:nvPr>
            <p:ph type="body" sz="quarter" idx="15" hasCustomPrompt="1"/>
          </p:nvPr>
        </p:nvSpPr>
        <p:spPr>
          <a:xfrm>
            <a:off x="302816" y="3185161"/>
            <a:ext cx="6147682" cy="508220"/>
          </a:xfrm>
          <a:prstGeom prst="rect">
            <a:avLst/>
          </a:prstGeom>
        </p:spPr>
        <p:txBody>
          <a:bodyPr>
            <a:noAutofit/>
          </a:bodyPr>
          <a:lstStyle>
            <a:lvl1pPr marL="0" indent="0" algn="l">
              <a:lnSpc>
                <a:spcPct val="100000"/>
              </a:lnSpc>
              <a:buNone/>
              <a:defRPr sz="1600" b="0" i="0">
                <a:solidFill>
                  <a:schemeClr val="tx1"/>
                </a:solidFill>
                <a:latin typeface="Arial" panose="020B0604020202020204" pitchFamily="34" charset="0"/>
                <a:ea typeface="Helvetica Neue" panose="02000503000000020004" pitchFamily="2" charset="0"/>
                <a:cs typeface="Arial" panose="020B0604020202020204" pitchFamily="34" charset="0"/>
              </a:defRPr>
            </a:lvl1pPr>
            <a:lvl2pPr marL="230181" indent="0">
              <a:lnSpc>
                <a:spcPct val="100000"/>
              </a:lnSpc>
              <a:buNone/>
              <a:defRPr i="1">
                <a:latin typeface="+mn-lt"/>
              </a:defRPr>
            </a:lvl2pPr>
            <a:lvl3pPr marL="515924" indent="0">
              <a:lnSpc>
                <a:spcPct val="100000"/>
              </a:lnSpc>
              <a:buNone/>
              <a:defRPr i="1">
                <a:latin typeface="+mn-lt"/>
              </a:defRPr>
            </a:lvl3pPr>
            <a:lvl4pPr marL="800080" indent="0">
              <a:lnSpc>
                <a:spcPct val="100000"/>
              </a:lnSpc>
              <a:buNone/>
              <a:defRPr i="1">
                <a:latin typeface="+mn-lt"/>
              </a:defRPr>
            </a:lvl4pPr>
            <a:lvl5pPr marL="1085823" indent="0">
              <a:lnSpc>
                <a:spcPct val="100000"/>
              </a:lnSpc>
              <a:buNone/>
              <a:defRPr i="1">
                <a:latin typeface="+mn-lt"/>
              </a:defRPr>
            </a:lvl5pPr>
          </a:lstStyle>
          <a:p>
            <a:pPr lvl="0"/>
            <a:r>
              <a:rPr lang="en-US" dirty="0"/>
              <a:t>Optional Subhead here</a:t>
            </a:r>
          </a:p>
        </p:txBody>
      </p:sp>
      <p:sp>
        <p:nvSpPr>
          <p:cNvPr id="10" name="Text Placeholder 2"/>
          <p:cNvSpPr>
            <a:spLocks noGrp="1"/>
          </p:cNvSpPr>
          <p:nvPr>
            <p:ph type="body" sz="quarter" idx="10" hasCustomPrompt="1"/>
          </p:nvPr>
        </p:nvSpPr>
        <p:spPr>
          <a:xfrm>
            <a:off x="317595" y="4102257"/>
            <a:ext cx="4191461" cy="426719"/>
          </a:xfrm>
          <a:prstGeom prst="rect">
            <a:avLst/>
          </a:prstGeom>
        </p:spPr>
        <p:txBody>
          <a:bodyPr vert="horz" wrap="square" lIns="91440" tIns="0" rIns="91440" bIns="0" rtlCol="0" anchor="b" anchorCtr="0">
            <a:noAutofit/>
          </a:bodyPr>
          <a:lstStyle>
            <a:lvl1pPr marL="0" indent="0">
              <a:lnSpc>
                <a:spcPct val="100000"/>
              </a:lnSpc>
              <a:spcBef>
                <a:spcPts val="0"/>
              </a:spcBef>
              <a:spcAft>
                <a:spcPts val="0"/>
              </a:spcAft>
              <a:buNone/>
              <a:defRPr lang="en-US" sz="1600" b="0" i="0" baseline="0" dirty="0" smtClean="0">
                <a:solidFill>
                  <a:schemeClr val="tx1"/>
                </a:solidFill>
                <a:latin typeface="Arial" panose="020B0604020202020204" pitchFamily="34" charset="0"/>
                <a:ea typeface="Helvetica Neue" panose="02000503000000020004" pitchFamily="2" charset="0"/>
                <a:cs typeface="Arial" panose="020B0604020202020204" pitchFamily="34" charset="0"/>
              </a:defRPr>
            </a:lvl1pPr>
            <a:lvl2pPr>
              <a:defRPr lang="en-US" sz="1800" dirty="0" smtClean="0">
                <a:latin typeface="+mn-lt"/>
              </a:defRPr>
            </a:lvl2pPr>
            <a:lvl3pPr>
              <a:defRPr lang="en-US" sz="1800" dirty="0" smtClean="0">
                <a:latin typeface="+mn-lt"/>
              </a:defRPr>
            </a:lvl3pPr>
            <a:lvl4pPr>
              <a:defRPr lang="en-US" sz="1800" dirty="0" smtClean="0">
                <a:latin typeface="+mn-lt"/>
              </a:defRPr>
            </a:lvl4pPr>
            <a:lvl5pPr>
              <a:defRPr lang="en-US" sz="1800" dirty="0">
                <a:latin typeface="+mn-lt"/>
              </a:defRPr>
            </a:lvl5pPr>
          </a:lstStyle>
          <a:p>
            <a:pPr marL="0" lvl="0"/>
            <a:r>
              <a:rPr lang="en-US" dirty="0"/>
              <a:t>Presenter’s Name</a:t>
            </a:r>
          </a:p>
        </p:txBody>
      </p:sp>
      <p:sp>
        <p:nvSpPr>
          <p:cNvPr id="11" name="Title 15">
            <a:extLst>
              <a:ext uri="{FF2B5EF4-FFF2-40B4-BE49-F238E27FC236}">
                <a16:creationId xmlns:a16="http://schemas.microsoft.com/office/drawing/2014/main" id="{A8F50CE7-BE49-DF46-A309-403467331352}"/>
              </a:ext>
            </a:extLst>
          </p:cNvPr>
          <p:cNvSpPr>
            <a:spLocks noGrp="1"/>
          </p:cNvSpPr>
          <p:nvPr>
            <p:ph type="title" hasCustomPrompt="1"/>
          </p:nvPr>
        </p:nvSpPr>
        <p:spPr>
          <a:xfrm>
            <a:off x="299201" y="1878497"/>
            <a:ext cx="6141359" cy="1311963"/>
          </a:xfrm>
        </p:spPr>
        <p:txBody>
          <a:bodyPr anchor="b">
            <a:noAutofit/>
          </a:bodyPr>
          <a:lstStyle>
            <a:lvl1pPr>
              <a:defRPr sz="3600" b="0" i="0" baseline="0">
                <a:solidFill>
                  <a:schemeClr val="tx1"/>
                </a:solidFill>
                <a:latin typeface="Garamond" panose="02020404030301010803" pitchFamily="18" charset="0"/>
                <a:ea typeface="Helvetica Neue" panose="02000503000000020004" pitchFamily="2" charset="0"/>
                <a:cs typeface="Arial" panose="020B0604020202020204" pitchFamily="34" charset="0"/>
              </a:defRPr>
            </a:lvl1pPr>
          </a:lstStyle>
          <a:p>
            <a:r>
              <a:rPr lang="en-US" dirty="0"/>
              <a:t>Title Here</a:t>
            </a:r>
          </a:p>
        </p:txBody>
      </p:sp>
      <p:pic>
        <p:nvPicPr>
          <p:cNvPr id="8" name="Picture 7">
            <a:extLst>
              <a:ext uri="{FF2B5EF4-FFF2-40B4-BE49-F238E27FC236}">
                <a16:creationId xmlns:a16="http://schemas.microsoft.com/office/drawing/2014/main" id="{29618672-1440-3949-9644-D27CFA9B8315}"/>
              </a:ext>
            </a:extLst>
          </p:cNvPr>
          <p:cNvPicPr>
            <a:picLocks noChangeAspect="1"/>
          </p:cNvPicPr>
          <p:nvPr userDrawn="1"/>
        </p:nvPicPr>
        <p:blipFill>
          <a:blip r:embed="rId2"/>
          <a:srcRect/>
          <a:stretch/>
        </p:blipFill>
        <p:spPr>
          <a:xfrm>
            <a:off x="597406" y="475694"/>
            <a:ext cx="1735593" cy="536823"/>
          </a:xfrm>
          <a:prstGeom prst="rect">
            <a:avLst/>
          </a:prstGeom>
        </p:spPr>
      </p:pic>
    </p:spTree>
    <p:extLst>
      <p:ext uri="{BB962C8B-B14F-4D97-AF65-F5344CB8AC3E}">
        <p14:creationId xmlns:p14="http://schemas.microsoft.com/office/powerpoint/2010/main" val="530420784"/>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ver – Blue">
    <p:bg>
      <p:bgPr>
        <a:solidFill>
          <a:schemeClr val="bg1"/>
        </a:solidFill>
        <a:effectLst/>
      </p:bgPr>
    </p:bg>
    <p:spTree>
      <p:nvGrpSpPr>
        <p:cNvPr id="1" name=""/>
        <p:cNvGrpSpPr/>
        <p:nvPr/>
      </p:nvGrpSpPr>
      <p:grpSpPr>
        <a:xfrm>
          <a:off x="0" y="0"/>
          <a:ext cx="0" cy="0"/>
          <a:chOff x="0" y="0"/>
          <a:chExt cx="0" cy="0"/>
        </a:xfrm>
      </p:grpSpPr>
      <p:sp>
        <p:nvSpPr>
          <p:cNvPr id="2" name="Rectangle 1"/>
          <p:cNvSpPr/>
          <p:nvPr userDrawn="1"/>
        </p:nvSpPr>
        <p:spPr bwMode="auto">
          <a:xfrm>
            <a:off x="159026" y="4323522"/>
            <a:ext cx="8984974" cy="819978"/>
          </a:xfrm>
          <a:prstGeom prst="rect">
            <a:avLst/>
          </a:prstGeom>
          <a:solidFill>
            <a:schemeClr val="bg1"/>
          </a:solidFill>
          <a:ln w="19050" algn="ctr">
            <a:noFill/>
            <a:miter lim="800000"/>
            <a:headEnd/>
            <a:tailEnd/>
          </a:ln>
        </p:spPr>
        <p:txBody>
          <a:bodyPr wrap="none" rtlCol="0" anchor="ctr"/>
          <a:lstStyle/>
          <a:p>
            <a:pPr algn="ctr">
              <a:lnSpc>
                <a:spcPct val="90000"/>
              </a:lnSpc>
            </a:pPr>
            <a:endParaRPr lang="en-US" sz="1600" b="0" i="0" dirty="0" err="1">
              <a:solidFill>
                <a:schemeClr val="bg1"/>
              </a:solidFill>
              <a:latin typeface="Arial" panose="020B0604020202020204" pitchFamily="34" charset="0"/>
            </a:endParaRPr>
          </a:p>
        </p:txBody>
      </p:sp>
      <p:sp>
        <p:nvSpPr>
          <p:cNvPr id="14" name="Title 15"/>
          <p:cNvSpPr>
            <a:spLocks noGrp="1"/>
          </p:cNvSpPr>
          <p:nvPr>
            <p:ph type="title" hasCustomPrompt="1"/>
          </p:nvPr>
        </p:nvSpPr>
        <p:spPr>
          <a:xfrm>
            <a:off x="299201" y="1878497"/>
            <a:ext cx="6141359" cy="1311963"/>
          </a:xfrm>
        </p:spPr>
        <p:txBody>
          <a:bodyPr anchor="b">
            <a:noAutofit/>
          </a:bodyPr>
          <a:lstStyle>
            <a:lvl1pPr>
              <a:defRPr sz="3600" b="0" i="0" baseline="0">
                <a:solidFill>
                  <a:schemeClr val="tx1"/>
                </a:solidFill>
                <a:latin typeface="Garamond" panose="02020404030301010803" pitchFamily="18" charset="0"/>
                <a:ea typeface="Helvetica Neue" panose="02000503000000020004" pitchFamily="2" charset="0"/>
                <a:cs typeface="Arial" panose="020B0604020202020204" pitchFamily="34" charset="0"/>
              </a:defRPr>
            </a:lvl1pPr>
          </a:lstStyle>
          <a:p>
            <a:r>
              <a:rPr lang="en-US" dirty="0"/>
              <a:t>Title Here</a:t>
            </a:r>
          </a:p>
        </p:txBody>
      </p:sp>
      <p:sp>
        <p:nvSpPr>
          <p:cNvPr id="15" name="Date Placeholder 4"/>
          <p:cNvSpPr>
            <a:spLocks noGrp="1"/>
          </p:cNvSpPr>
          <p:nvPr>
            <p:ph type="dt" sz="half" idx="2"/>
          </p:nvPr>
        </p:nvSpPr>
        <p:spPr>
          <a:xfrm>
            <a:off x="319200" y="4616419"/>
            <a:ext cx="1925338" cy="178955"/>
          </a:xfrm>
          <a:prstGeom prst="rect">
            <a:avLst/>
          </a:prstGeom>
        </p:spPr>
        <p:txBody>
          <a:bodyPr vert="horz" wrap="square" lIns="91440" tIns="0" rIns="91440" bIns="0" rtlCol="0" anchor="b" anchorCtr="0">
            <a:noAutofit/>
          </a:bodyPr>
          <a:lstStyle>
            <a:lvl1pPr algn="l">
              <a:defRPr sz="1200" b="0" i="0">
                <a:solidFill>
                  <a:schemeClr val="tx1"/>
                </a:solidFill>
                <a:latin typeface="Arial" panose="020B0604020202020204" pitchFamily="34" charset="0"/>
                <a:ea typeface="Helvetica Neue" panose="02000503000000020004" pitchFamily="2" charset="0"/>
                <a:cs typeface="Arial" panose="020B0604020202020204" pitchFamily="34" charset="0"/>
              </a:defRPr>
            </a:lvl1pPr>
          </a:lstStyle>
          <a:p>
            <a:fld id="{4AD83FAE-0AD2-084F-918F-E696D117757B}" type="datetime1">
              <a:rPr lang="en-US" smtClean="0"/>
              <a:t>3/17/26</a:t>
            </a:fld>
            <a:endParaRPr lang="en-US" dirty="0"/>
          </a:p>
        </p:txBody>
      </p:sp>
      <p:sp>
        <p:nvSpPr>
          <p:cNvPr id="17" name="Text Placeholder 3"/>
          <p:cNvSpPr>
            <a:spLocks noGrp="1"/>
          </p:cNvSpPr>
          <p:nvPr>
            <p:ph type="body" sz="quarter" idx="15" hasCustomPrompt="1"/>
          </p:nvPr>
        </p:nvSpPr>
        <p:spPr>
          <a:xfrm>
            <a:off x="302816" y="3185161"/>
            <a:ext cx="6147682" cy="508220"/>
          </a:xfrm>
          <a:prstGeom prst="rect">
            <a:avLst/>
          </a:prstGeom>
        </p:spPr>
        <p:txBody>
          <a:bodyPr>
            <a:noAutofit/>
          </a:bodyPr>
          <a:lstStyle>
            <a:lvl1pPr marL="0" indent="0" algn="l">
              <a:lnSpc>
                <a:spcPct val="100000"/>
              </a:lnSpc>
              <a:buNone/>
              <a:defRPr sz="1600" b="0" i="0">
                <a:solidFill>
                  <a:schemeClr val="tx1"/>
                </a:solidFill>
                <a:latin typeface="Arial" panose="020B0604020202020204" pitchFamily="34" charset="0"/>
                <a:ea typeface="Helvetica Neue" panose="02000503000000020004" pitchFamily="2" charset="0"/>
                <a:cs typeface="Arial" panose="020B0604020202020204" pitchFamily="34" charset="0"/>
              </a:defRPr>
            </a:lvl1pPr>
            <a:lvl2pPr marL="230181" indent="0">
              <a:lnSpc>
                <a:spcPct val="100000"/>
              </a:lnSpc>
              <a:buNone/>
              <a:defRPr i="1">
                <a:latin typeface="+mn-lt"/>
              </a:defRPr>
            </a:lvl2pPr>
            <a:lvl3pPr marL="515924" indent="0">
              <a:lnSpc>
                <a:spcPct val="100000"/>
              </a:lnSpc>
              <a:buNone/>
              <a:defRPr i="1">
                <a:latin typeface="+mn-lt"/>
              </a:defRPr>
            </a:lvl3pPr>
            <a:lvl4pPr marL="800080" indent="0">
              <a:lnSpc>
                <a:spcPct val="100000"/>
              </a:lnSpc>
              <a:buNone/>
              <a:defRPr i="1">
                <a:latin typeface="+mn-lt"/>
              </a:defRPr>
            </a:lvl4pPr>
            <a:lvl5pPr marL="1085823" indent="0">
              <a:lnSpc>
                <a:spcPct val="100000"/>
              </a:lnSpc>
              <a:buNone/>
              <a:defRPr i="1">
                <a:latin typeface="+mn-lt"/>
              </a:defRPr>
            </a:lvl5pPr>
          </a:lstStyle>
          <a:p>
            <a:pPr lvl="0"/>
            <a:r>
              <a:rPr lang="en-US" dirty="0"/>
              <a:t>Optional Subhead here</a:t>
            </a:r>
          </a:p>
        </p:txBody>
      </p:sp>
      <p:sp>
        <p:nvSpPr>
          <p:cNvPr id="10" name="Text Placeholder 2"/>
          <p:cNvSpPr>
            <a:spLocks noGrp="1"/>
          </p:cNvSpPr>
          <p:nvPr>
            <p:ph type="body" sz="quarter" idx="10" hasCustomPrompt="1"/>
          </p:nvPr>
        </p:nvSpPr>
        <p:spPr>
          <a:xfrm>
            <a:off x="317595" y="4102257"/>
            <a:ext cx="4191461" cy="426719"/>
          </a:xfrm>
          <a:prstGeom prst="rect">
            <a:avLst/>
          </a:prstGeom>
        </p:spPr>
        <p:txBody>
          <a:bodyPr vert="horz" wrap="square" lIns="91440" tIns="0" rIns="91440" bIns="0" rtlCol="0" anchor="b" anchorCtr="0">
            <a:noAutofit/>
          </a:bodyPr>
          <a:lstStyle>
            <a:lvl1pPr marL="0" indent="0">
              <a:lnSpc>
                <a:spcPct val="100000"/>
              </a:lnSpc>
              <a:spcBef>
                <a:spcPts val="0"/>
              </a:spcBef>
              <a:spcAft>
                <a:spcPts val="0"/>
              </a:spcAft>
              <a:buNone/>
              <a:defRPr lang="en-US" sz="1600" b="0" i="0" baseline="0" dirty="0" smtClean="0">
                <a:solidFill>
                  <a:schemeClr val="tx1"/>
                </a:solidFill>
                <a:latin typeface="Arial" panose="020B0604020202020204" pitchFamily="34" charset="0"/>
                <a:ea typeface="Helvetica Neue" panose="02000503000000020004" pitchFamily="2" charset="0"/>
                <a:cs typeface="Arial" panose="020B0604020202020204" pitchFamily="34" charset="0"/>
              </a:defRPr>
            </a:lvl1pPr>
            <a:lvl2pPr>
              <a:defRPr lang="en-US" sz="1800" dirty="0" smtClean="0">
                <a:latin typeface="+mn-lt"/>
              </a:defRPr>
            </a:lvl2pPr>
            <a:lvl3pPr>
              <a:defRPr lang="en-US" sz="1800" dirty="0" smtClean="0">
                <a:latin typeface="+mn-lt"/>
              </a:defRPr>
            </a:lvl3pPr>
            <a:lvl4pPr>
              <a:defRPr lang="en-US" sz="1800" dirty="0" smtClean="0">
                <a:latin typeface="+mn-lt"/>
              </a:defRPr>
            </a:lvl4pPr>
            <a:lvl5pPr>
              <a:defRPr lang="en-US" sz="1800" dirty="0">
                <a:latin typeface="+mn-lt"/>
              </a:defRPr>
            </a:lvl5pPr>
          </a:lstStyle>
          <a:p>
            <a:pPr marL="0" lvl="0"/>
            <a:r>
              <a:rPr lang="en-US" dirty="0"/>
              <a:t>Presenter’s Name</a:t>
            </a:r>
          </a:p>
        </p:txBody>
      </p:sp>
      <p:pic>
        <p:nvPicPr>
          <p:cNvPr id="8" name="Picture 7">
            <a:extLst>
              <a:ext uri="{FF2B5EF4-FFF2-40B4-BE49-F238E27FC236}">
                <a16:creationId xmlns:a16="http://schemas.microsoft.com/office/drawing/2014/main" id="{50BEB377-6DA4-3D4C-9FB1-AC676EC0ED79}"/>
              </a:ext>
            </a:extLst>
          </p:cNvPr>
          <p:cNvPicPr>
            <a:picLocks noChangeAspect="1"/>
          </p:cNvPicPr>
          <p:nvPr userDrawn="1"/>
        </p:nvPicPr>
        <p:blipFill>
          <a:blip r:embed="rId2"/>
          <a:srcRect/>
          <a:stretch/>
        </p:blipFill>
        <p:spPr>
          <a:xfrm>
            <a:off x="597406" y="475694"/>
            <a:ext cx="1735593" cy="536823"/>
          </a:xfrm>
          <a:prstGeom prst="rect">
            <a:avLst/>
          </a:prstGeom>
        </p:spPr>
      </p:pic>
    </p:spTree>
    <p:extLst>
      <p:ext uri="{BB962C8B-B14F-4D97-AF65-F5344CB8AC3E}">
        <p14:creationId xmlns:p14="http://schemas.microsoft.com/office/powerpoint/2010/main" val="1530133944"/>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ullet Slide">
    <p:spTree>
      <p:nvGrpSpPr>
        <p:cNvPr id="1" name=""/>
        <p:cNvGrpSpPr/>
        <p:nvPr/>
      </p:nvGrpSpPr>
      <p:grpSpPr>
        <a:xfrm>
          <a:off x="0" y="0"/>
          <a:ext cx="0" cy="0"/>
          <a:chOff x="0" y="0"/>
          <a:chExt cx="0" cy="0"/>
        </a:xfrm>
      </p:grpSpPr>
      <p:sp>
        <p:nvSpPr>
          <p:cNvPr id="10" name="Footer Placeholder 9"/>
          <p:cNvSpPr>
            <a:spLocks noGrp="1"/>
          </p:cNvSpPr>
          <p:nvPr>
            <p:ph type="ftr" sz="quarter" idx="12"/>
          </p:nvPr>
        </p:nvSpPr>
        <p:spPr/>
        <p:txBody>
          <a:bodyPr/>
          <a:lstStyle>
            <a:lvl1pPr>
              <a:defRPr b="0" i="0">
                <a:latin typeface="Arial" panose="020B0604020202020204" pitchFamily="34" charset="0"/>
                <a:ea typeface="Helvetica Neue" panose="02000503000000020004" pitchFamily="2" charset="0"/>
                <a:cs typeface="Arial" panose="020B0604020202020204" pitchFamily="34" charset="0"/>
              </a:defRPr>
            </a:lvl1pPr>
          </a:lstStyle>
          <a:p>
            <a:r>
              <a:rPr lang="en-US"/>
              <a:t>Presentation Title</a:t>
            </a:r>
            <a:endParaRPr lang="en-US" dirty="0"/>
          </a:p>
        </p:txBody>
      </p:sp>
      <p:sp>
        <p:nvSpPr>
          <p:cNvPr id="14" name="Slide Number Placeholder 13"/>
          <p:cNvSpPr>
            <a:spLocks noGrp="1"/>
          </p:cNvSpPr>
          <p:nvPr>
            <p:ph type="sldNum" sz="quarter" idx="13"/>
          </p:nvPr>
        </p:nvSpPr>
        <p:spPr/>
        <p:txBody>
          <a:bodyPr/>
          <a:lstStyle>
            <a:lvl1pPr>
              <a:defRPr b="0" i="0">
                <a:latin typeface="Arial" panose="020B0604020202020204" pitchFamily="34" charset="0"/>
                <a:ea typeface="Helvetica Neue" panose="02000503000000020004" pitchFamily="2" charset="0"/>
                <a:cs typeface="Arial" panose="020B0604020202020204" pitchFamily="34" charset="0"/>
              </a:defRPr>
            </a:lvl1pPr>
          </a:lstStyle>
          <a:p>
            <a:fld id="{7BCC8D0D-EAEC-449D-9161-023DFF90F2E2}" type="slidenum">
              <a:rPr lang="en-US" smtClean="0"/>
              <a:pPr/>
              <a:t>‹#›</a:t>
            </a:fld>
            <a:endParaRPr lang="en-US" dirty="0"/>
          </a:p>
        </p:txBody>
      </p:sp>
      <p:sp>
        <p:nvSpPr>
          <p:cNvPr id="11" name="Title 15"/>
          <p:cNvSpPr>
            <a:spLocks noGrp="1"/>
          </p:cNvSpPr>
          <p:nvPr>
            <p:ph type="title" hasCustomPrompt="1"/>
          </p:nvPr>
        </p:nvSpPr>
        <p:spPr>
          <a:xfrm>
            <a:off x="453585" y="318751"/>
            <a:ext cx="8173580" cy="458587"/>
          </a:xfrm>
        </p:spPr>
        <p:txBody>
          <a:bodyPr anchor="b">
            <a:noAutofit/>
          </a:bodyPr>
          <a:lstStyle>
            <a:lvl1pPr>
              <a:defRPr sz="3600" b="0" i="0">
                <a:latin typeface="Garamond" panose="02020404030301010803" pitchFamily="18" charset="0"/>
                <a:ea typeface="Helvetica Neue" panose="02000503000000020004" pitchFamily="2" charset="0"/>
                <a:cs typeface="Arial" panose="020B0604020202020204" pitchFamily="34" charset="0"/>
              </a:defRPr>
            </a:lvl1pPr>
          </a:lstStyle>
          <a:p>
            <a:r>
              <a:rPr lang="en-US" dirty="0"/>
              <a:t>Slide Title Here</a:t>
            </a:r>
          </a:p>
        </p:txBody>
      </p:sp>
      <p:sp>
        <p:nvSpPr>
          <p:cNvPr id="12" name="Text Placeholder 3"/>
          <p:cNvSpPr>
            <a:spLocks noGrp="1"/>
          </p:cNvSpPr>
          <p:nvPr>
            <p:ph type="body" sz="quarter" idx="15" hasCustomPrompt="1"/>
          </p:nvPr>
        </p:nvSpPr>
        <p:spPr>
          <a:xfrm>
            <a:off x="457202" y="695741"/>
            <a:ext cx="8169964" cy="334897"/>
          </a:xfrm>
          <a:prstGeom prst="rect">
            <a:avLst/>
          </a:prstGeom>
        </p:spPr>
        <p:txBody>
          <a:bodyPr>
            <a:noAutofit/>
          </a:bodyPr>
          <a:lstStyle>
            <a:lvl1pPr marL="0" indent="0">
              <a:lnSpc>
                <a:spcPct val="100000"/>
              </a:lnSpc>
              <a:buNone/>
              <a:defRPr sz="1800" b="0" i="0">
                <a:latin typeface="Arial" panose="020B0604020202020204" pitchFamily="34" charset="0"/>
                <a:ea typeface="Helvetica Neue" panose="02000503000000020004" pitchFamily="2" charset="0"/>
                <a:cs typeface="Arial" panose="020B0604020202020204" pitchFamily="34" charset="0"/>
              </a:defRPr>
            </a:lvl1pPr>
            <a:lvl2pPr marL="230181" indent="0">
              <a:lnSpc>
                <a:spcPct val="100000"/>
              </a:lnSpc>
              <a:buNone/>
              <a:defRPr i="1">
                <a:latin typeface="+mn-lt"/>
              </a:defRPr>
            </a:lvl2pPr>
            <a:lvl3pPr marL="515924" indent="0">
              <a:lnSpc>
                <a:spcPct val="100000"/>
              </a:lnSpc>
              <a:buNone/>
              <a:defRPr i="1">
                <a:latin typeface="+mn-lt"/>
              </a:defRPr>
            </a:lvl3pPr>
            <a:lvl4pPr marL="800080" indent="0">
              <a:lnSpc>
                <a:spcPct val="100000"/>
              </a:lnSpc>
              <a:buNone/>
              <a:defRPr i="1">
                <a:latin typeface="+mn-lt"/>
              </a:defRPr>
            </a:lvl4pPr>
            <a:lvl5pPr marL="1085823" indent="0">
              <a:lnSpc>
                <a:spcPct val="100000"/>
              </a:lnSpc>
              <a:buNone/>
              <a:defRPr i="1">
                <a:latin typeface="+mn-lt"/>
              </a:defRPr>
            </a:lvl5pPr>
          </a:lstStyle>
          <a:p>
            <a:pPr lvl="0"/>
            <a:r>
              <a:rPr lang="en-US" dirty="0"/>
              <a:t>Optional Subhead here</a:t>
            </a:r>
          </a:p>
        </p:txBody>
      </p:sp>
      <p:sp>
        <p:nvSpPr>
          <p:cNvPr id="9" name="Content Placeholder 2">
            <a:extLst>
              <a:ext uri="{FF2B5EF4-FFF2-40B4-BE49-F238E27FC236}">
                <a16:creationId xmlns:a16="http://schemas.microsoft.com/office/drawing/2014/main" id="{79D9FF64-C01C-5C4C-8AB2-E760BF769004}"/>
              </a:ext>
            </a:extLst>
          </p:cNvPr>
          <p:cNvSpPr>
            <a:spLocks noGrp="1"/>
          </p:cNvSpPr>
          <p:nvPr>
            <p:ph sz="quarter" idx="16"/>
          </p:nvPr>
        </p:nvSpPr>
        <p:spPr>
          <a:xfrm>
            <a:off x="453585" y="1401763"/>
            <a:ext cx="8169964" cy="2932112"/>
          </a:xfrm>
        </p:spPr>
        <p:txBody>
          <a:bodyPr/>
          <a:lstStyle>
            <a:lvl1pPr>
              <a:defRPr b="0" i="0"/>
            </a:lvl1pPr>
            <a:lvl2pPr>
              <a:defRPr b="0" i="0"/>
            </a:lvl2pPr>
            <a:lvl3pPr>
              <a:defRPr b="0" i="0"/>
            </a:lvl3pPr>
            <a:lvl4pPr>
              <a:defRPr b="0" i="0"/>
            </a:lvl4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754264467"/>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10" name="Footer Placeholder 9"/>
          <p:cNvSpPr>
            <a:spLocks noGrp="1"/>
          </p:cNvSpPr>
          <p:nvPr>
            <p:ph type="ftr" sz="quarter" idx="12"/>
          </p:nvPr>
        </p:nvSpPr>
        <p:spPr/>
        <p:txBody>
          <a:bodyPr/>
          <a:lstStyle>
            <a:lvl1pPr>
              <a:defRPr b="0" i="0">
                <a:latin typeface="Arial" panose="020B0604020202020204" pitchFamily="34" charset="0"/>
                <a:ea typeface="Helvetica Neue" panose="02000503000000020004" pitchFamily="2" charset="0"/>
                <a:cs typeface="Arial" panose="020B0604020202020204" pitchFamily="34" charset="0"/>
              </a:defRPr>
            </a:lvl1pPr>
          </a:lstStyle>
          <a:p>
            <a:r>
              <a:rPr lang="en-US"/>
              <a:t>Presentation Title</a:t>
            </a:r>
            <a:endParaRPr lang="en-US" dirty="0"/>
          </a:p>
        </p:txBody>
      </p:sp>
      <p:sp>
        <p:nvSpPr>
          <p:cNvPr id="14" name="Slide Number Placeholder 13"/>
          <p:cNvSpPr>
            <a:spLocks noGrp="1"/>
          </p:cNvSpPr>
          <p:nvPr>
            <p:ph type="sldNum" sz="quarter" idx="13"/>
          </p:nvPr>
        </p:nvSpPr>
        <p:spPr/>
        <p:txBody>
          <a:bodyPr/>
          <a:lstStyle>
            <a:lvl1pPr>
              <a:defRPr b="0" i="0">
                <a:latin typeface="Arial" panose="020B0604020202020204" pitchFamily="34" charset="0"/>
                <a:ea typeface="Helvetica Neue" panose="02000503000000020004" pitchFamily="2" charset="0"/>
                <a:cs typeface="Arial" panose="020B0604020202020204" pitchFamily="34" charset="0"/>
              </a:defRPr>
            </a:lvl1pPr>
          </a:lstStyle>
          <a:p>
            <a:fld id="{7BCC8D0D-EAEC-449D-9161-023DFF90F2E2}" type="slidenum">
              <a:rPr lang="en-US" smtClean="0"/>
              <a:pPr/>
              <a:t>‹#›</a:t>
            </a:fld>
            <a:endParaRPr lang="en-US" dirty="0"/>
          </a:p>
        </p:txBody>
      </p:sp>
    </p:spTree>
    <p:extLst>
      <p:ext uri="{BB962C8B-B14F-4D97-AF65-F5344CB8AC3E}">
        <p14:creationId xmlns:p14="http://schemas.microsoft.com/office/powerpoint/2010/main" val="1195159258"/>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hart Slide">
    <p:spTree>
      <p:nvGrpSpPr>
        <p:cNvPr id="1" name=""/>
        <p:cNvGrpSpPr/>
        <p:nvPr/>
      </p:nvGrpSpPr>
      <p:grpSpPr>
        <a:xfrm>
          <a:off x="0" y="0"/>
          <a:ext cx="0" cy="0"/>
          <a:chOff x="0" y="0"/>
          <a:chExt cx="0" cy="0"/>
        </a:xfrm>
      </p:grpSpPr>
      <p:sp>
        <p:nvSpPr>
          <p:cNvPr id="10" name="Footer Placeholder 9"/>
          <p:cNvSpPr>
            <a:spLocks noGrp="1"/>
          </p:cNvSpPr>
          <p:nvPr>
            <p:ph type="ftr" sz="quarter" idx="12"/>
          </p:nvPr>
        </p:nvSpPr>
        <p:spPr/>
        <p:txBody>
          <a:bodyPr/>
          <a:lstStyle>
            <a:lvl1pPr>
              <a:defRPr b="0" i="0">
                <a:latin typeface="Arial" panose="020B0604020202020204" pitchFamily="34" charset="0"/>
                <a:ea typeface="Helvetica Neue" panose="02000503000000020004" pitchFamily="2" charset="0"/>
                <a:cs typeface="Arial" panose="020B0604020202020204" pitchFamily="34" charset="0"/>
              </a:defRPr>
            </a:lvl1pPr>
          </a:lstStyle>
          <a:p>
            <a:r>
              <a:rPr lang="en-US"/>
              <a:t>Presentation Title</a:t>
            </a:r>
            <a:endParaRPr lang="en-US" dirty="0"/>
          </a:p>
        </p:txBody>
      </p:sp>
      <p:sp>
        <p:nvSpPr>
          <p:cNvPr id="14" name="Slide Number Placeholder 13"/>
          <p:cNvSpPr>
            <a:spLocks noGrp="1"/>
          </p:cNvSpPr>
          <p:nvPr>
            <p:ph type="sldNum" sz="quarter" idx="13"/>
          </p:nvPr>
        </p:nvSpPr>
        <p:spPr/>
        <p:txBody>
          <a:bodyPr/>
          <a:lstStyle>
            <a:lvl1pPr>
              <a:defRPr b="0" i="0">
                <a:latin typeface="Arial" panose="020B0604020202020204" pitchFamily="34" charset="0"/>
                <a:ea typeface="Helvetica Neue" panose="02000503000000020004" pitchFamily="2" charset="0"/>
                <a:cs typeface="Arial" panose="020B0604020202020204" pitchFamily="34" charset="0"/>
              </a:defRPr>
            </a:lvl1pPr>
          </a:lstStyle>
          <a:p>
            <a:fld id="{7BCC8D0D-EAEC-449D-9161-023DFF90F2E2}" type="slidenum">
              <a:rPr lang="en-US" smtClean="0"/>
              <a:pPr/>
              <a:t>‹#›</a:t>
            </a:fld>
            <a:endParaRPr lang="en-US" dirty="0"/>
          </a:p>
        </p:txBody>
      </p:sp>
      <p:sp>
        <p:nvSpPr>
          <p:cNvPr id="3" name="Chart Placeholder 2"/>
          <p:cNvSpPr>
            <a:spLocks noGrp="1"/>
          </p:cNvSpPr>
          <p:nvPr>
            <p:ph type="chart" sz="quarter" idx="14"/>
          </p:nvPr>
        </p:nvSpPr>
        <p:spPr>
          <a:xfrm>
            <a:off x="268359" y="337931"/>
            <a:ext cx="8587407" cy="4065105"/>
          </a:xfrm>
          <a:prstGeom prst="rect">
            <a:avLst/>
          </a:prstGeom>
        </p:spPr>
        <p:txBody>
          <a:bodyPr>
            <a:normAutofit/>
          </a:bodyPr>
          <a:lstStyle>
            <a:lvl1pPr>
              <a:defRPr b="0" i="0">
                <a:latin typeface="Arial" panose="020B0604020202020204" pitchFamily="34" charset="0"/>
                <a:ea typeface="Helvetica Neue" panose="02000503000000020004" pitchFamily="2" charset="0"/>
                <a:cs typeface="Arial" panose="020B0604020202020204" pitchFamily="34" charset="0"/>
              </a:defRPr>
            </a:lvl1pPr>
          </a:lstStyle>
          <a:p>
            <a:r>
              <a:rPr lang="en-US" dirty="0"/>
              <a:t>Click icon to add chart</a:t>
            </a:r>
          </a:p>
        </p:txBody>
      </p:sp>
    </p:spTree>
    <p:extLst>
      <p:ext uri="{BB962C8B-B14F-4D97-AF65-F5344CB8AC3E}">
        <p14:creationId xmlns:p14="http://schemas.microsoft.com/office/powerpoint/2010/main" val="632906727"/>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lumn Slide">
    <p:spTree>
      <p:nvGrpSpPr>
        <p:cNvPr id="1" name=""/>
        <p:cNvGrpSpPr/>
        <p:nvPr/>
      </p:nvGrpSpPr>
      <p:grpSpPr>
        <a:xfrm>
          <a:off x="0" y="0"/>
          <a:ext cx="0" cy="0"/>
          <a:chOff x="0" y="0"/>
          <a:chExt cx="0" cy="0"/>
        </a:xfrm>
      </p:grpSpPr>
      <p:sp>
        <p:nvSpPr>
          <p:cNvPr id="10" name="Footer Placeholder 9"/>
          <p:cNvSpPr>
            <a:spLocks noGrp="1"/>
          </p:cNvSpPr>
          <p:nvPr>
            <p:ph type="ftr" sz="quarter" idx="12"/>
          </p:nvPr>
        </p:nvSpPr>
        <p:spPr/>
        <p:txBody>
          <a:bodyPr/>
          <a:lstStyle>
            <a:lvl1pPr>
              <a:defRPr b="0" i="0">
                <a:latin typeface="Arial" panose="020B0604020202020204" pitchFamily="34" charset="0"/>
                <a:ea typeface="Helvetica Neue" panose="02000503000000020004" pitchFamily="2" charset="0"/>
                <a:cs typeface="Arial" panose="020B0604020202020204" pitchFamily="34" charset="0"/>
              </a:defRPr>
            </a:lvl1pPr>
          </a:lstStyle>
          <a:p>
            <a:r>
              <a:rPr lang="en-US"/>
              <a:t>Presentation Title</a:t>
            </a:r>
            <a:endParaRPr lang="en-US" dirty="0"/>
          </a:p>
        </p:txBody>
      </p:sp>
      <p:sp>
        <p:nvSpPr>
          <p:cNvPr id="14" name="Slide Number Placeholder 13"/>
          <p:cNvSpPr>
            <a:spLocks noGrp="1"/>
          </p:cNvSpPr>
          <p:nvPr>
            <p:ph type="sldNum" sz="quarter" idx="13"/>
          </p:nvPr>
        </p:nvSpPr>
        <p:spPr/>
        <p:txBody>
          <a:bodyPr/>
          <a:lstStyle>
            <a:lvl1pPr>
              <a:defRPr b="0" i="0">
                <a:latin typeface="Arial" panose="020B0604020202020204" pitchFamily="34" charset="0"/>
                <a:ea typeface="Helvetica Neue" panose="02000503000000020004" pitchFamily="2" charset="0"/>
                <a:cs typeface="Arial" panose="020B0604020202020204" pitchFamily="34" charset="0"/>
              </a:defRPr>
            </a:lvl1pPr>
          </a:lstStyle>
          <a:p>
            <a:fld id="{7BCC8D0D-EAEC-449D-9161-023DFF90F2E2}" type="slidenum">
              <a:rPr lang="en-US" smtClean="0"/>
              <a:pPr/>
              <a:t>‹#›</a:t>
            </a:fld>
            <a:endParaRPr lang="en-US" dirty="0"/>
          </a:p>
        </p:txBody>
      </p:sp>
      <p:sp>
        <p:nvSpPr>
          <p:cNvPr id="11" name="Title 15"/>
          <p:cNvSpPr>
            <a:spLocks noGrp="1"/>
          </p:cNvSpPr>
          <p:nvPr>
            <p:ph type="title" hasCustomPrompt="1"/>
          </p:nvPr>
        </p:nvSpPr>
        <p:spPr>
          <a:xfrm>
            <a:off x="453585" y="318751"/>
            <a:ext cx="8173580" cy="458587"/>
          </a:xfrm>
        </p:spPr>
        <p:txBody>
          <a:bodyPr anchor="b">
            <a:noAutofit/>
          </a:bodyPr>
          <a:lstStyle>
            <a:lvl1pPr>
              <a:defRPr sz="3600" b="0" i="0">
                <a:latin typeface="Garamond" panose="02020404030301010803" pitchFamily="18" charset="0"/>
                <a:ea typeface="Helvetica Neue" panose="02000503000000020004" pitchFamily="2" charset="0"/>
                <a:cs typeface="Arial" panose="020B0604020202020204" pitchFamily="34" charset="0"/>
              </a:defRPr>
            </a:lvl1pPr>
          </a:lstStyle>
          <a:p>
            <a:r>
              <a:rPr lang="en-US" dirty="0"/>
              <a:t>Slide Title Here</a:t>
            </a:r>
          </a:p>
        </p:txBody>
      </p:sp>
      <p:sp>
        <p:nvSpPr>
          <p:cNvPr id="12" name="Text Placeholder 3"/>
          <p:cNvSpPr>
            <a:spLocks noGrp="1"/>
          </p:cNvSpPr>
          <p:nvPr>
            <p:ph type="body" sz="quarter" idx="15" hasCustomPrompt="1"/>
          </p:nvPr>
        </p:nvSpPr>
        <p:spPr>
          <a:xfrm>
            <a:off x="457202" y="695741"/>
            <a:ext cx="8169964" cy="334897"/>
          </a:xfrm>
          <a:prstGeom prst="rect">
            <a:avLst/>
          </a:prstGeom>
        </p:spPr>
        <p:txBody>
          <a:bodyPr>
            <a:noAutofit/>
          </a:bodyPr>
          <a:lstStyle>
            <a:lvl1pPr marL="0" indent="0">
              <a:lnSpc>
                <a:spcPct val="100000"/>
              </a:lnSpc>
              <a:buNone/>
              <a:defRPr sz="1800" b="0" i="0">
                <a:latin typeface="Arial" panose="020B0604020202020204" pitchFamily="34" charset="0"/>
                <a:ea typeface="Helvetica Neue" panose="02000503000000020004" pitchFamily="2" charset="0"/>
                <a:cs typeface="Arial" panose="020B0604020202020204" pitchFamily="34" charset="0"/>
              </a:defRPr>
            </a:lvl1pPr>
            <a:lvl2pPr marL="230181" indent="0">
              <a:lnSpc>
                <a:spcPct val="100000"/>
              </a:lnSpc>
              <a:buNone/>
              <a:defRPr i="1">
                <a:latin typeface="+mn-lt"/>
              </a:defRPr>
            </a:lvl2pPr>
            <a:lvl3pPr marL="515924" indent="0">
              <a:lnSpc>
                <a:spcPct val="100000"/>
              </a:lnSpc>
              <a:buNone/>
              <a:defRPr i="1">
                <a:latin typeface="+mn-lt"/>
              </a:defRPr>
            </a:lvl3pPr>
            <a:lvl4pPr marL="800080" indent="0">
              <a:lnSpc>
                <a:spcPct val="100000"/>
              </a:lnSpc>
              <a:buNone/>
              <a:defRPr i="1">
                <a:latin typeface="+mn-lt"/>
              </a:defRPr>
            </a:lvl4pPr>
            <a:lvl5pPr marL="1085823" indent="0">
              <a:lnSpc>
                <a:spcPct val="100000"/>
              </a:lnSpc>
              <a:buNone/>
              <a:defRPr i="1">
                <a:latin typeface="+mn-lt"/>
              </a:defRPr>
            </a:lvl5pPr>
          </a:lstStyle>
          <a:p>
            <a:pPr lvl="0"/>
            <a:r>
              <a:rPr lang="en-US" dirty="0"/>
              <a:t>Optional Subhead here</a:t>
            </a:r>
          </a:p>
        </p:txBody>
      </p:sp>
      <p:sp>
        <p:nvSpPr>
          <p:cNvPr id="9" name="Content Placeholder 2">
            <a:extLst>
              <a:ext uri="{FF2B5EF4-FFF2-40B4-BE49-F238E27FC236}">
                <a16:creationId xmlns:a16="http://schemas.microsoft.com/office/drawing/2014/main" id="{9469704F-E66B-5B41-BF3B-8C6539B48428}"/>
              </a:ext>
            </a:extLst>
          </p:cNvPr>
          <p:cNvSpPr>
            <a:spLocks noGrp="1"/>
          </p:cNvSpPr>
          <p:nvPr>
            <p:ph sz="quarter" idx="16"/>
          </p:nvPr>
        </p:nvSpPr>
        <p:spPr>
          <a:xfrm>
            <a:off x="453585" y="1401763"/>
            <a:ext cx="3915528" cy="2932112"/>
          </a:xfrm>
        </p:spPr>
        <p:txBody>
          <a:bodyPr/>
          <a:lstStyle>
            <a:lvl1pPr>
              <a:defRPr b="0" i="0"/>
            </a:lvl1pPr>
            <a:lvl2pPr>
              <a:defRPr b="0" i="0"/>
            </a:lvl2pPr>
            <a:lvl3pPr>
              <a:defRPr b="0" i="0"/>
            </a:lvl3pPr>
            <a:lvl4pPr>
              <a:defRPr b="0" i="0"/>
            </a:lvl4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5" name="Content Placeholder 2">
            <a:extLst>
              <a:ext uri="{FF2B5EF4-FFF2-40B4-BE49-F238E27FC236}">
                <a16:creationId xmlns:a16="http://schemas.microsoft.com/office/drawing/2014/main" id="{C99F718F-E8D1-5640-A678-0137FDBAEC9F}"/>
              </a:ext>
            </a:extLst>
          </p:cNvPr>
          <p:cNvSpPr>
            <a:spLocks noGrp="1"/>
          </p:cNvSpPr>
          <p:nvPr>
            <p:ph sz="quarter" idx="20"/>
          </p:nvPr>
        </p:nvSpPr>
        <p:spPr>
          <a:xfrm>
            <a:off x="4733354" y="1401763"/>
            <a:ext cx="3915528" cy="2932112"/>
          </a:xfrm>
        </p:spPr>
        <p:txBody>
          <a:bodyPr/>
          <a:lstStyle>
            <a:lvl1pPr>
              <a:defRPr b="0" i="0"/>
            </a:lvl1pPr>
            <a:lvl2pPr>
              <a:defRPr b="0" i="0"/>
            </a:lvl2pPr>
            <a:lvl3pPr>
              <a:defRPr b="0" i="0"/>
            </a:lvl3pPr>
            <a:lvl4pPr>
              <a:defRPr b="0" i="0"/>
            </a:lvl4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2084155973"/>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Quote Slide – Navy">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lvl1pPr>
              <a:defRPr b="0" i="0">
                <a:latin typeface="Arial" panose="020B0604020202020204" pitchFamily="34" charset="0"/>
                <a:ea typeface="Helvetica Neue" panose="02000503000000020004" pitchFamily="2" charset="0"/>
                <a:cs typeface="Arial" panose="020B0604020202020204" pitchFamily="34" charset="0"/>
              </a:defRPr>
            </a:lvl1pPr>
          </a:lstStyle>
          <a:p>
            <a:r>
              <a:rPr lang="en-US"/>
              <a:t>Presentation Title</a:t>
            </a:r>
            <a:endParaRPr lang="en-US" dirty="0"/>
          </a:p>
        </p:txBody>
      </p:sp>
      <p:sp>
        <p:nvSpPr>
          <p:cNvPr id="5" name="Slide Number Placeholder 4"/>
          <p:cNvSpPr>
            <a:spLocks noGrp="1"/>
          </p:cNvSpPr>
          <p:nvPr>
            <p:ph type="sldNum" sz="quarter" idx="12"/>
          </p:nvPr>
        </p:nvSpPr>
        <p:spPr/>
        <p:txBody>
          <a:bodyPr/>
          <a:lstStyle>
            <a:lvl1pPr>
              <a:defRPr b="0" i="0">
                <a:latin typeface="Arial" panose="020B0604020202020204" pitchFamily="34" charset="0"/>
                <a:ea typeface="Helvetica Neue" panose="02000503000000020004" pitchFamily="2" charset="0"/>
                <a:cs typeface="Arial" panose="020B0604020202020204" pitchFamily="34" charset="0"/>
              </a:defRPr>
            </a:lvl1pPr>
          </a:lstStyle>
          <a:p>
            <a:fld id="{7BCC8D0D-EAEC-449D-9161-023DFF90F2E2}" type="slidenum">
              <a:rPr lang="en-US" smtClean="0"/>
              <a:pPr/>
              <a:t>‹#›</a:t>
            </a:fld>
            <a:endParaRPr lang="en-US" dirty="0"/>
          </a:p>
        </p:txBody>
      </p:sp>
      <p:sp>
        <p:nvSpPr>
          <p:cNvPr id="7" name="TextBox 6"/>
          <p:cNvSpPr txBox="1"/>
          <p:nvPr userDrawn="1"/>
        </p:nvSpPr>
        <p:spPr bwMode="auto">
          <a:xfrm>
            <a:off x="457203" y="198783"/>
            <a:ext cx="1192695" cy="2123658"/>
          </a:xfrm>
          <a:prstGeom prst="rect">
            <a:avLst/>
          </a:prstGeom>
          <a:noFill/>
          <a:ln w="19050" algn="ctr">
            <a:noFill/>
            <a:miter lim="800000"/>
            <a:headEnd/>
            <a:tailEnd/>
          </a:ln>
        </p:spPr>
        <p:txBody>
          <a:bodyPr wrap="square" lIns="0" tIns="0" rIns="0" bIns="0" rtlCol="0">
            <a:spAutoFit/>
          </a:bodyPr>
          <a:lstStyle/>
          <a:p>
            <a:r>
              <a:rPr lang="en-US" sz="13800" b="0" i="0" dirty="0">
                <a:solidFill>
                  <a:schemeClr val="tx2"/>
                </a:solidFill>
                <a:latin typeface="Arial" panose="020B0604020202020204" pitchFamily="34" charset="0"/>
                <a:ea typeface="Helvetica Neue" panose="02000503000000020004" pitchFamily="2" charset="0"/>
                <a:cs typeface="Arial" panose="020B0604020202020204" pitchFamily="34" charset="0"/>
              </a:rPr>
              <a:t>“</a:t>
            </a:r>
          </a:p>
        </p:txBody>
      </p:sp>
      <p:sp>
        <p:nvSpPr>
          <p:cNvPr id="9" name="Text Placeholder 8"/>
          <p:cNvSpPr>
            <a:spLocks noGrp="1"/>
          </p:cNvSpPr>
          <p:nvPr>
            <p:ph type="body" sz="quarter" idx="13" hasCustomPrompt="1"/>
          </p:nvPr>
        </p:nvSpPr>
        <p:spPr>
          <a:xfrm>
            <a:off x="437601" y="1431236"/>
            <a:ext cx="8229323" cy="2107096"/>
          </a:xfrm>
          <a:prstGeom prst="rect">
            <a:avLst/>
          </a:prstGeom>
        </p:spPr>
        <p:txBody>
          <a:bodyPr anchor="ctr" anchorCtr="0">
            <a:normAutofit/>
          </a:bodyPr>
          <a:lstStyle>
            <a:lvl1pPr marL="0" indent="0">
              <a:lnSpc>
                <a:spcPct val="100000"/>
              </a:lnSpc>
              <a:buNone/>
              <a:defRPr sz="2800" b="0" i="0" baseline="0">
                <a:latin typeface="Arial" panose="020B0604020202020204" pitchFamily="34" charset="0"/>
                <a:ea typeface="Helvetica Neue" panose="02000503000000020004" pitchFamily="2" charset="0"/>
                <a:cs typeface="Arial" panose="020B0604020202020204" pitchFamily="34" charset="0"/>
              </a:defRPr>
            </a:lvl1pPr>
            <a:lvl2pPr marL="230181" indent="0">
              <a:buNone/>
              <a:defRPr>
                <a:latin typeface="+mn-lt"/>
              </a:defRPr>
            </a:lvl2pPr>
            <a:lvl3pPr marL="515924" indent="0">
              <a:buNone/>
              <a:defRPr>
                <a:latin typeface="+mn-lt"/>
              </a:defRPr>
            </a:lvl3pPr>
            <a:lvl4pPr marL="800080" indent="0">
              <a:buNone/>
              <a:defRPr>
                <a:latin typeface="+mn-lt"/>
              </a:defRPr>
            </a:lvl4pPr>
            <a:lvl5pPr marL="1085823" indent="0">
              <a:buNone/>
              <a:defRPr>
                <a:latin typeface="+mn-lt"/>
              </a:defRPr>
            </a:lvl5pPr>
          </a:lstStyle>
          <a:p>
            <a:pPr lvl="0"/>
            <a:r>
              <a:rPr lang="en-US" dirty="0"/>
              <a:t>This page is an option should you wish to utilize a quote as a stand-alone slide within your presentation. The rest is </a:t>
            </a:r>
            <a:r>
              <a:rPr lang="en-US" dirty="0" err="1"/>
              <a:t>lorem</a:t>
            </a:r>
            <a:r>
              <a:rPr lang="en-US" dirty="0"/>
              <a:t> </a:t>
            </a:r>
            <a:r>
              <a:rPr lang="en-US" dirty="0" err="1"/>
              <a:t>ipsum</a:t>
            </a:r>
            <a:r>
              <a:rPr lang="en-US" dirty="0"/>
              <a:t>. </a:t>
            </a:r>
            <a:r>
              <a:rPr lang="en-US" dirty="0" err="1"/>
              <a:t>Ut</a:t>
            </a:r>
            <a:r>
              <a:rPr lang="en-US" dirty="0"/>
              <a:t> </a:t>
            </a:r>
            <a:r>
              <a:rPr lang="en-US" dirty="0" err="1"/>
              <a:t>enim</a:t>
            </a:r>
            <a:r>
              <a:rPr lang="en-US" dirty="0"/>
              <a:t> ad minim </a:t>
            </a:r>
            <a:r>
              <a:rPr lang="en-US" dirty="0" err="1"/>
              <a:t>quis</a:t>
            </a:r>
            <a:r>
              <a:rPr lang="en-US" dirty="0"/>
              <a:t> </a:t>
            </a:r>
            <a:r>
              <a:rPr lang="en-US" dirty="0" err="1"/>
              <a:t>nostrud</a:t>
            </a:r>
            <a:r>
              <a:rPr lang="en-US" dirty="0"/>
              <a:t>.</a:t>
            </a:r>
          </a:p>
        </p:txBody>
      </p:sp>
      <p:sp>
        <p:nvSpPr>
          <p:cNvPr id="10" name="Text Placeholder 13"/>
          <p:cNvSpPr>
            <a:spLocks noGrp="1"/>
          </p:cNvSpPr>
          <p:nvPr>
            <p:ph type="body" sz="quarter" idx="14" hasCustomPrompt="1"/>
          </p:nvPr>
        </p:nvSpPr>
        <p:spPr>
          <a:xfrm>
            <a:off x="447674" y="3696829"/>
            <a:ext cx="6513958" cy="430429"/>
          </a:xfrm>
          <a:prstGeom prst="rect">
            <a:avLst/>
          </a:prstGeom>
        </p:spPr>
        <p:txBody>
          <a:bodyPr>
            <a:normAutofit/>
          </a:bodyPr>
          <a:lstStyle>
            <a:lvl1pPr marL="0" indent="0">
              <a:lnSpc>
                <a:spcPct val="100000"/>
              </a:lnSpc>
              <a:buNone/>
              <a:defRPr sz="1800" b="0" i="0">
                <a:solidFill>
                  <a:schemeClr val="tx1"/>
                </a:solidFill>
                <a:latin typeface="Arial" panose="020B0604020202020204" pitchFamily="34" charset="0"/>
                <a:ea typeface="Helvetica Neue" panose="02000503000000020004" pitchFamily="2" charset="0"/>
                <a:cs typeface="Arial" panose="020B0604020202020204" pitchFamily="34" charset="0"/>
              </a:defRPr>
            </a:lvl1pPr>
          </a:lstStyle>
          <a:p>
            <a:pPr lvl="0"/>
            <a:r>
              <a:rPr lang="en-US" dirty="0"/>
              <a:t>Author’s Name</a:t>
            </a:r>
          </a:p>
        </p:txBody>
      </p:sp>
      <p:sp>
        <p:nvSpPr>
          <p:cNvPr id="11" name="Text Placeholder 13"/>
          <p:cNvSpPr>
            <a:spLocks noGrp="1"/>
          </p:cNvSpPr>
          <p:nvPr>
            <p:ph type="body" sz="quarter" idx="15" hasCustomPrompt="1"/>
          </p:nvPr>
        </p:nvSpPr>
        <p:spPr>
          <a:xfrm>
            <a:off x="447674" y="3980953"/>
            <a:ext cx="6513958" cy="440937"/>
          </a:xfrm>
          <a:prstGeom prst="rect">
            <a:avLst/>
          </a:prstGeom>
        </p:spPr>
        <p:txBody>
          <a:bodyPr>
            <a:normAutofit/>
          </a:bodyPr>
          <a:lstStyle>
            <a:lvl1pPr marL="0" indent="0">
              <a:lnSpc>
                <a:spcPts val="2000"/>
              </a:lnSpc>
              <a:buNone/>
              <a:defRPr sz="1800" b="0" i="0" baseline="0">
                <a:solidFill>
                  <a:schemeClr val="tx1"/>
                </a:solidFill>
                <a:latin typeface="Arial" panose="020B0604020202020204" pitchFamily="34" charset="0"/>
                <a:ea typeface="Helvetica Neue" panose="02000503000000020004" pitchFamily="2" charset="0"/>
                <a:cs typeface="Arial" panose="020B0604020202020204" pitchFamily="34" charset="0"/>
              </a:defRPr>
            </a:lvl1pPr>
          </a:lstStyle>
          <a:p>
            <a:pPr lvl="0"/>
            <a:r>
              <a:rPr lang="en-US" dirty="0"/>
              <a:t>Position Title</a:t>
            </a:r>
          </a:p>
        </p:txBody>
      </p:sp>
    </p:spTree>
    <p:extLst>
      <p:ext uri="{BB962C8B-B14F-4D97-AF65-F5344CB8AC3E}">
        <p14:creationId xmlns:p14="http://schemas.microsoft.com/office/powerpoint/2010/main" val="1790547175"/>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Quote Slide – Teal">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lvl1pPr>
              <a:defRPr b="0" i="0">
                <a:latin typeface="Arial" panose="020B0604020202020204" pitchFamily="34" charset="0"/>
                <a:ea typeface="Helvetica Neue" panose="02000503000000020004" pitchFamily="2" charset="0"/>
                <a:cs typeface="Arial" panose="020B0604020202020204" pitchFamily="34" charset="0"/>
              </a:defRPr>
            </a:lvl1pPr>
          </a:lstStyle>
          <a:p>
            <a:r>
              <a:rPr lang="en-US"/>
              <a:t>Presentation Title</a:t>
            </a:r>
            <a:endParaRPr lang="en-US" dirty="0"/>
          </a:p>
        </p:txBody>
      </p:sp>
      <p:sp>
        <p:nvSpPr>
          <p:cNvPr id="5" name="Slide Number Placeholder 4"/>
          <p:cNvSpPr>
            <a:spLocks noGrp="1"/>
          </p:cNvSpPr>
          <p:nvPr>
            <p:ph type="sldNum" sz="quarter" idx="12"/>
          </p:nvPr>
        </p:nvSpPr>
        <p:spPr/>
        <p:txBody>
          <a:bodyPr/>
          <a:lstStyle>
            <a:lvl1pPr>
              <a:defRPr b="0" i="0">
                <a:latin typeface="Arial" panose="020B0604020202020204" pitchFamily="34" charset="0"/>
                <a:ea typeface="Helvetica Neue" panose="02000503000000020004" pitchFamily="2" charset="0"/>
                <a:cs typeface="Arial" panose="020B0604020202020204" pitchFamily="34" charset="0"/>
              </a:defRPr>
            </a:lvl1pPr>
          </a:lstStyle>
          <a:p>
            <a:fld id="{7BCC8D0D-EAEC-449D-9161-023DFF90F2E2}" type="slidenum">
              <a:rPr lang="en-US" smtClean="0"/>
              <a:pPr/>
              <a:t>‹#›</a:t>
            </a:fld>
            <a:endParaRPr lang="en-US" dirty="0"/>
          </a:p>
        </p:txBody>
      </p:sp>
      <p:sp>
        <p:nvSpPr>
          <p:cNvPr id="7" name="TextBox 6"/>
          <p:cNvSpPr txBox="1"/>
          <p:nvPr userDrawn="1"/>
        </p:nvSpPr>
        <p:spPr bwMode="auto">
          <a:xfrm>
            <a:off x="457203" y="198783"/>
            <a:ext cx="1192695" cy="2123658"/>
          </a:xfrm>
          <a:prstGeom prst="rect">
            <a:avLst/>
          </a:prstGeom>
          <a:noFill/>
          <a:ln w="19050" algn="ctr">
            <a:noFill/>
            <a:miter lim="800000"/>
            <a:headEnd/>
            <a:tailEnd/>
          </a:ln>
        </p:spPr>
        <p:txBody>
          <a:bodyPr wrap="square" lIns="0" tIns="0" rIns="0" bIns="0" rtlCol="0">
            <a:spAutoFit/>
          </a:bodyPr>
          <a:lstStyle/>
          <a:p>
            <a:r>
              <a:rPr lang="en-US" sz="13800" b="0" i="0" dirty="0">
                <a:solidFill>
                  <a:schemeClr val="accent2"/>
                </a:solidFill>
                <a:latin typeface="Arial" panose="020B0604020202020204" pitchFamily="34" charset="0"/>
                <a:ea typeface="Helvetica Neue" panose="02000503000000020004" pitchFamily="2" charset="0"/>
                <a:cs typeface="Arial" panose="020B0604020202020204" pitchFamily="34" charset="0"/>
              </a:rPr>
              <a:t>“</a:t>
            </a:r>
          </a:p>
        </p:txBody>
      </p:sp>
      <p:sp>
        <p:nvSpPr>
          <p:cNvPr id="9" name="Text Placeholder 8"/>
          <p:cNvSpPr>
            <a:spLocks noGrp="1"/>
          </p:cNvSpPr>
          <p:nvPr>
            <p:ph type="body" sz="quarter" idx="13" hasCustomPrompt="1"/>
          </p:nvPr>
        </p:nvSpPr>
        <p:spPr>
          <a:xfrm>
            <a:off x="437601" y="1431236"/>
            <a:ext cx="8229323" cy="2107096"/>
          </a:xfrm>
          <a:prstGeom prst="rect">
            <a:avLst/>
          </a:prstGeom>
        </p:spPr>
        <p:txBody>
          <a:bodyPr anchor="ctr" anchorCtr="0">
            <a:normAutofit/>
          </a:bodyPr>
          <a:lstStyle>
            <a:lvl1pPr marL="0" indent="0">
              <a:lnSpc>
                <a:spcPct val="100000"/>
              </a:lnSpc>
              <a:buNone/>
              <a:defRPr sz="2800" b="0" i="0" baseline="0">
                <a:latin typeface="Arial" panose="020B0604020202020204" pitchFamily="34" charset="0"/>
                <a:ea typeface="Helvetica Neue" panose="02000503000000020004" pitchFamily="2" charset="0"/>
                <a:cs typeface="Arial" panose="020B0604020202020204" pitchFamily="34" charset="0"/>
              </a:defRPr>
            </a:lvl1pPr>
            <a:lvl2pPr marL="230181" indent="0">
              <a:buNone/>
              <a:defRPr>
                <a:latin typeface="+mn-lt"/>
              </a:defRPr>
            </a:lvl2pPr>
            <a:lvl3pPr marL="515924" indent="0">
              <a:buNone/>
              <a:defRPr>
                <a:latin typeface="+mn-lt"/>
              </a:defRPr>
            </a:lvl3pPr>
            <a:lvl4pPr marL="800080" indent="0">
              <a:buNone/>
              <a:defRPr>
                <a:latin typeface="+mn-lt"/>
              </a:defRPr>
            </a:lvl4pPr>
            <a:lvl5pPr marL="1085823" indent="0">
              <a:buNone/>
              <a:defRPr>
                <a:latin typeface="+mn-lt"/>
              </a:defRPr>
            </a:lvl5pPr>
          </a:lstStyle>
          <a:p>
            <a:pPr lvl="0"/>
            <a:r>
              <a:rPr lang="en-US" dirty="0"/>
              <a:t>This page is an option should you wish to utilize a quote as a stand-alone slide within your presentation. The rest is lorem ipsum. Ut </a:t>
            </a:r>
            <a:r>
              <a:rPr lang="en-US" dirty="0" err="1"/>
              <a:t>enim</a:t>
            </a:r>
            <a:r>
              <a:rPr lang="en-US" dirty="0"/>
              <a:t> ad minim </a:t>
            </a:r>
            <a:r>
              <a:rPr lang="en-US" dirty="0" err="1"/>
              <a:t>quis</a:t>
            </a:r>
            <a:r>
              <a:rPr lang="en-US" dirty="0"/>
              <a:t> </a:t>
            </a:r>
            <a:r>
              <a:rPr lang="en-US" dirty="0" err="1"/>
              <a:t>nostrud</a:t>
            </a:r>
            <a:r>
              <a:rPr lang="en-US" dirty="0"/>
              <a:t>.</a:t>
            </a:r>
          </a:p>
        </p:txBody>
      </p:sp>
      <p:sp>
        <p:nvSpPr>
          <p:cNvPr id="14" name="Text Placeholder 13"/>
          <p:cNvSpPr>
            <a:spLocks noGrp="1"/>
          </p:cNvSpPr>
          <p:nvPr>
            <p:ph type="body" sz="quarter" idx="14" hasCustomPrompt="1"/>
          </p:nvPr>
        </p:nvSpPr>
        <p:spPr>
          <a:xfrm>
            <a:off x="447674" y="3696829"/>
            <a:ext cx="6513958" cy="430429"/>
          </a:xfrm>
          <a:prstGeom prst="rect">
            <a:avLst/>
          </a:prstGeom>
        </p:spPr>
        <p:txBody>
          <a:bodyPr>
            <a:normAutofit/>
          </a:bodyPr>
          <a:lstStyle>
            <a:lvl1pPr marL="0" indent="0">
              <a:lnSpc>
                <a:spcPct val="100000"/>
              </a:lnSpc>
              <a:buNone/>
              <a:defRPr sz="1800" b="0" i="0">
                <a:solidFill>
                  <a:schemeClr val="accent2"/>
                </a:solidFill>
                <a:latin typeface="Arial" panose="020B0604020202020204" pitchFamily="34" charset="0"/>
                <a:ea typeface="Helvetica Neue" panose="02000503000000020004" pitchFamily="2" charset="0"/>
                <a:cs typeface="Arial" panose="020B0604020202020204" pitchFamily="34" charset="0"/>
              </a:defRPr>
            </a:lvl1pPr>
          </a:lstStyle>
          <a:p>
            <a:pPr lvl="0"/>
            <a:r>
              <a:rPr lang="en-US" dirty="0"/>
              <a:t>Author’s Name</a:t>
            </a:r>
          </a:p>
        </p:txBody>
      </p:sp>
      <p:sp>
        <p:nvSpPr>
          <p:cNvPr id="15" name="Text Placeholder 13"/>
          <p:cNvSpPr>
            <a:spLocks noGrp="1"/>
          </p:cNvSpPr>
          <p:nvPr>
            <p:ph type="body" sz="quarter" idx="15" hasCustomPrompt="1"/>
          </p:nvPr>
        </p:nvSpPr>
        <p:spPr>
          <a:xfrm>
            <a:off x="447674" y="3980953"/>
            <a:ext cx="6513958" cy="440937"/>
          </a:xfrm>
          <a:prstGeom prst="rect">
            <a:avLst/>
          </a:prstGeom>
        </p:spPr>
        <p:txBody>
          <a:bodyPr>
            <a:normAutofit/>
          </a:bodyPr>
          <a:lstStyle>
            <a:lvl1pPr marL="0" indent="0">
              <a:lnSpc>
                <a:spcPts val="2000"/>
              </a:lnSpc>
              <a:buNone/>
              <a:defRPr sz="1800" b="0" i="0" baseline="0">
                <a:solidFill>
                  <a:schemeClr val="accent2"/>
                </a:solidFill>
                <a:latin typeface="Arial" panose="020B0604020202020204" pitchFamily="34" charset="0"/>
                <a:ea typeface="Helvetica Neue" panose="02000503000000020004" pitchFamily="2" charset="0"/>
                <a:cs typeface="Arial" panose="020B0604020202020204" pitchFamily="34" charset="0"/>
              </a:defRPr>
            </a:lvl1pPr>
          </a:lstStyle>
          <a:p>
            <a:pPr lvl="0"/>
            <a:r>
              <a:rPr lang="en-US" dirty="0"/>
              <a:t>Position Title</a:t>
            </a:r>
          </a:p>
        </p:txBody>
      </p:sp>
    </p:spTree>
    <p:extLst>
      <p:ext uri="{BB962C8B-B14F-4D97-AF65-F5344CB8AC3E}">
        <p14:creationId xmlns:p14="http://schemas.microsoft.com/office/powerpoint/2010/main" val="2073384317"/>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Quote Slide – Blue">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lvl1pPr>
              <a:defRPr b="0" i="0">
                <a:latin typeface="Arial" panose="020B0604020202020204" pitchFamily="34" charset="0"/>
                <a:ea typeface="Helvetica Neue" panose="02000503000000020004" pitchFamily="2" charset="0"/>
                <a:cs typeface="Arial" panose="020B0604020202020204" pitchFamily="34" charset="0"/>
              </a:defRPr>
            </a:lvl1pPr>
          </a:lstStyle>
          <a:p>
            <a:r>
              <a:rPr lang="en-US"/>
              <a:t>Presentation Title</a:t>
            </a:r>
            <a:endParaRPr lang="en-US" dirty="0"/>
          </a:p>
        </p:txBody>
      </p:sp>
      <p:sp>
        <p:nvSpPr>
          <p:cNvPr id="5" name="Slide Number Placeholder 4"/>
          <p:cNvSpPr>
            <a:spLocks noGrp="1"/>
          </p:cNvSpPr>
          <p:nvPr>
            <p:ph type="sldNum" sz="quarter" idx="12"/>
          </p:nvPr>
        </p:nvSpPr>
        <p:spPr/>
        <p:txBody>
          <a:bodyPr/>
          <a:lstStyle>
            <a:lvl1pPr>
              <a:defRPr b="0" i="0">
                <a:latin typeface="Arial" panose="020B0604020202020204" pitchFamily="34" charset="0"/>
                <a:ea typeface="Helvetica Neue" panose="02000503000000020004" pitchFamily="2" charset="0"/>
                <a:cs typeface="Arial" panose="020B0604020202020204" pitchFamily="34" charset="0"/>
              </a:defRPr>
            </a:lvl1pPr>
          </a:lstStyle>
          <a:p>
            <a:fld id="{7BCC8D0D-EAEC-449D-9161-023DFF90F2E2}" type="slidenum">
              <a:rPr lang="en-US" smtClean="0"/>
              <a:pPr/>
              <a:t>‹#›</a:t>
            </a:fld>
            <a:endParaRPr lang="en-US" dirty="0"/>
          </a:p>
        </p:txBody>
      </p:sp>
      <p:sp>
        <p:nvSpPr>
          <p:cNvPr id="7" name="TextBox 6"/>
          <p:cNvSpPr txBox="1"/>
          <p:nvPr userDrawn="1"/>
        </p:nvSpPr>
        <p:spPr bwMode="auto">
          <a:xfrm>
            <a:off x="457203" y="198783"/>
            <a:ext cx="1192695" cy="2123658"/>
          </a:xfrm>
          <a:prstGeom prst="rect">
            <a:avLst/>
          </a:prstGeom>
          <a:noFill/>
          <a:ln w="19050" algn="ctr">
            <a:noFill/>
            <a:miter lim="800000"/>
            <a:headEnd/>
            <a:tailEnd/>
          </a:ln>
        </p:spPr>
        <p:txBody>
          <a:bodyPr wrap="square" lIns="0" tIns="0" rIns="0" bIns="0" rtlCol="0">
            <a:spAutoFit/>
          </a:bodyPr>
          <a:lstStyle/>
          <a:p>
            <a:r>
              <a:rPr lang="en-US" sz="13800" b="0" i="0" dirty="0">
                <a:solidFill>
                  <a:schemeClr val="accent1"/>
                </a:solidFill>
                <a:latin typeface="Arial" panose="020B0604020202020204" pitchFamily="34" charset="0"/>
                <a:ea typeface="Helvetica Neue" panose="02000503000000020004" pitchFamily="2" charset="0"/>
                <a:cs typeface="Arial" panose="020B0604020202020204" pitchFamily="34" charset="0"/>
              </a:rPr>
              <a:t>“</a:t>
            </a:r>
          </a:p>
        </p:txBody>
      </p:sp>
      <p:sp>
        <p:nvSpPr>
          <p:cNvPr id="9" name="Text Placeholder 8"/>
          <p:cNvSpPr>
            <a:spLocks noGrp="1"/>
          </p:cNvSpPr>
          <p:nvPr>
            <p:ph type="body" sz="quarter" idx="13" hasCustomPrompt="1"/>
          </p:nvPr>
        </p:nvSpPr>
        <p:spPr>
          <a:xfrm>
            <a:off x="437601" y="1431236"/>
            <a:ext cx="8229323" cy="2107096"/>
          </a:xfrm>
          <a:prstGeom prst="rect">
            <a:avLst/>
          </a:prstGeom>
        </p:spPr>
        <p:txBody>
          <a:bodyPr anchor="ctr" anchorCtr="0">
            <a:normAutofit/>
          </a:bodyPr>
          <a:lstStyle>
            <a:lvl1pPr marL="0" indent="0">
              <a:lnSpc>
                <a:spcPct val="100000"/>
              </a:lnSpc>
              <a:buNone/>
              <a:defRPr sz="2800" b="0" i="0" baseline="0">
                <a:latin typeface="Arial" panose="020B0604020202020204" pitchFamily="34" charset="0"/>
                <a:ea typeface="Helvetica Neue" panose="02000503000000020004" pitchFamily="2" charset="0"/>
                <a:cs typeface="Arial" panose="020B0604020202020204" pitchFamily="34" charset="0"/>
              </a:defRPr>
            </a:lvl1pPr>
            <a:lvl2pPr marL="230181" indent="0">
              <a:buNone/>
              <a:defRPr>
                <a:latin typeface="+mn-lt"/>
              </a:defRPr>
            </a:lvl2pPr>
            <a:lvl3pPr marL="515924" indent="0">
              <a:buNone/>
              <a:defRPr>
                <a:latin typeface="+mn-lt"/>
              </a:defRPr>
            </a:lvl3pPr>
            <a:lvl4pPr marL="800080" indent="0">
              <a:buNone/>
              <a:defRPr>
                <a:latin typeface="+mn-lt"/>
              </a:defRPr>
            </a:lvl4pPr>
            <a:lvl5pPr marL="1085823" indent="0">
              <a:buNone/>
              <a:defRPr>
                <a:latin typeface="+mn-lt"/>
              </a:defRPr>
            </a:lvl5pPr>
          </a:lstStyle>
          <a:p>
            <a:pPr lvl="0"/>
            <a:r>
              <a:rPr lang="en-US" dirty="0"/>
              <a:t>This page is an option should you wish to utilize a quote as a stand-alone slide within your presentation. The rest is </a:t>
            </a:r>
            <a:r>
              <a:rPr lang="en-US" dirty="0" err="1"/>
              <a:t>lorem</a:t>
            </a:r>
            <a:r>
              <a:rPr lang="en-US" dirty="0"/>
              <a:t> </a:t>
            </a:r>
            <a:r>
              <a:rPr lang="en-US" dirty="0" err="1"/>
              <a:t>ipsum</a:t>
            </a:r>
            <a:r>
              <a:rPr lang="en-US" dirty="0"/>
              <a:t>. </a:t>
            </a:r>
            <a:r>
              <a:rPr lang="en-US" dirty="0" err="1"/>
              <a:t>Ut</a:t>
            </a:r>
            <a:r>
              <a:rPr lang="en-US" dirty="0"/>
              <a:t> </a:t>
            </a:r>
            <a:r>
              <a:rPr lang="en-US" dirty="0" err="1"/>
              <a:t>enim</a:t>
            </a:r>
            <a:r>
              <a:rPr lang="en-US" dirty="0"/>
              <a:t> ad minim </a:t>
            </a:r>
            <a:r>
              <a:rPr lang="en-US" dirty="0" err="1"/>
              <a:t>quis</a:t>
            </a:r>
            <a:r>
              <a:rPr lang="en-US" dirty="0"/>
              <a:t> </a:t>
            </a:r>
            <a:r>
              <a:rPr lang="en-US" dirty="0" err="1"/>
              <a:t>nostrud</a:t>
            </a:r>
            <a:r>
              <a:rPr lang="en-US" dirty="0"/>
              <a:t>.</a:t>
            </a:r>
          </a:p>
        </p:txBody>
      </p:sp>
      <p:sp>
        <p:nvSpPr>
          <p:cNvPr id="12" name="Text Placeholder 13"/>
          <p:cNvSpPr>
            <a:spLocks noGrp="1"/>
          </p:cNvSpPr>
          <p:nvPr>
            <p:ph type="body" sz="quarter" idx="14" hasCustomPrompt="1"/>
          </p:nvPr>
        </p:nvSpPr>
        <p:spPr>
          <a:xfrm>
            <a:off x="447674" y="3696829"/>
            <a:ext cx="6513958" cy="430429"/>
          </a:xfrm>
          <a:prstGeom prst="rect">
            <a:avLst/>
          </a:prstGeom>
        </p:spPr>
        <p:txBody>
          <a:bodyPr>
            <a:normAutofit/>
          </a:bodyPr>
          <a:lstStyle>
            <a:lvl1pPr marL="0" indent="0">
              <a:lnSpc>
                <a:spcPct val="100000"/>
              </a:lnSpc>
              <a:buNone/>
              <a:defRPr sz="1800" b="0" i="0">
                <a:solidFill>
                  <a:schemeClr val="accent1"/>
                </a:solidFill>
                <a:latin typeface="Arial" panose="020B0604020202020204" pitchFamily="34" charset="0"/>
                <a:ea typeface="Helvetica Neue" panose="02000503000000020004" pitchFamily="2" charset="0"/>
                <a:cs typeface="Arial" panose="020B0604020202020204" pitchFamily="34" charset="0"/>
              </a:defRPr>
            </a:lvl1pPr>
          </a:lstStyle>
          <a:p>
            <a:pPr lvl="0"/>
            <a:r>
              <a:rPr lang="en-US" dirty="0"/>
              <a:t>Author’s Name</a:t>
            </a:r>
          </a:p>
        </p:txBody>
      </p:sp>
      <p:sp>
        <p:nvSpPr>
          <p:cNvPr id="13" name="Text Placeholder 13"/>
          <p:cNvSpPr>
            <a:spLocks noGrp="1"/>
          </p:cNvSpPr>
          <p:nvPr>
            <p:ph type="body" sz="quarter" idx="15" hasCustomPrompt="1"/>
          </p:nvPr>
        </p:nvSpPr>
        <p:spPr>
          <a:xfrm>
            <a:off x="447674" y="3980953"/>
            <a:ext cx="6513958" cy="440937"/>
          </a:xfrm>
          <a:prstGeom prst="rect">
            <a:avLst/>
          </a:prstGeom>
        </p:spPr>
        <p:txBody>
          <a:bodyPr>
            <a:normAutofit/>
          </a:bodyPr>
          <a:lstStyle>
            <a:lvl1pPr marL="0" indent="0">
              <a:lnSpc>
                <a:spcPts val="2000"/>
              </a:lnSpc>
              <a:buNone/>
              <a:defRPr sz="1800" b="0" i="0" baseline="0">
                <a:solidFill>
                  <a:schemeClr val="accent1"/>
                </a:solidFill>
                <a:latin typeface="Arial" panose="020B0604020202020204" pitchFamily="34" charset="0"/>
                <a:ea typeface="Helvetica Neue" panose="02000503000000020004" pitchFamily="2" charset="0"/>
                <a:cs typeface="Arial" panose="020B0604020202020204" pitchFamily="34" charset="0"/>
              </a:defRPr>
            </a:lvl1pPr>
          </a:lstStyle>
          <a:p>
            <a:pPr lvl="0"/>
            <a:r>
              <a:rPr lang="en-US" dirty="0"/>
              <a:t>Position Title</a:t>
            </a:r>
          </a:p>
        </p:txBody>
      </p:sp>
    </p:spTree>
    <p:extLst>
      <p:ext uri="{BB962C8B-B14F-4D97-AF65-F5344CB8AC3E}">
        <p14:creationId xmlns:p14="http://schemas.microsoft.com/office/powerpoint/2010/main" val="62082544"/>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Divider Slide – Navy">
    <p:spTree>
      <p:nvGrpSpPr>
        <p:cNvPr id="1" name=""/>
        <p:cNvGrpSpPr/>
        <p:nvPr/>
      </p:nvGrpSpPr>
      <p:grpSpPr>
        <a:xfrm>
          <a:off x="0" y="0"/>
          <a:ext cx="0" cy="0"/>
          <a:chOff x="0" y="0"/>
          <a:chExt cx="0" cy="0"/>
        </a:xfrm>
      </p:grpSpPr>
      <p:sp>
        <p:nvSpPr>
          <p:cNvPr id="10" name="Footer Placeholder 9"/>
          <p:cNvSpPr>
            <a:spLocks noGrp="1"/>
          </p:cNvSpPr>
          <p:nvPr>
            <p:ph type="ftr" sz="quarter" idx="12"/>
          </p:nvPr>
        </p:nvSpPr>
        <p:spPr/>
        <p:txBody>
          <a:bodyPr/>
          <a:lstStyle>
            <a:lvl1pPr>
              <a:defRPr b="0" i="0">
                <a:latin typeface="Arial" panose="020B0604020202020204" pitchFamily="34" charset="0"/>
                <a:ea typeface="Helvetica Neue" panose="02000503000000020004" pitchFamily="2" charset="0"/>
                <a:cs typeface="Arial" panose="020B0604020202020204" pitchFamily="34" charset="0"/>
              </a:defRPr>
            </a:lvl1pPr>
          </a:lstStyle>
          <a:p>
            <a:r>
              <a:rPr lang="en-US"/>
              <a:t>Presentation Title</a:t>
            </a:r>
            <a:endParaRPr lang="en-US" dirty="0"/>
          </a:p>
        </p:txBody>
      </p:sp>
      <p:sp>
        <p:nvSpPr>
          <p:cNvPr id="14" name="Slide Number Placeholder 13"/>
          <p:cNvSpPr>
            <a:spLocks noGrp="1"/>
          </p:cNvSpPr>
          <p:nvPr>
            <p:ph type="sldNum" sz="quarter" idx="13"/>
          </p:nvPr>
        </p:nvSpPr>
        <p:spPr/>
        <p:txBody>
          <a:bodyPr/>
          <a:lstStyle>
            <a:lvl1pPr>
              <a:defRPr b="0" i="0">
                <a:latin typeface="Arial" panose="020B0604020202020204" pitchFamily="34" charset="0"/>
                <a:ea typeface="Helvetica Neue" panose="02000503000000020004" pitchFamily="2" charset="0"/>
                <a:cs typeface="Arial" panose="020B0604020202020204" pitchFamily="34" charset="0"/>
              </a:defRPr>
            </a:lvl1pPr>
          </a:lstStyle>
          <a:p>
            <a:fld id="{7BCC8D0D-EAEC-449D-9161-023DFF90F2E2}" type="slidenum">
              <a:rPr lang="en-US" smtClean="0"/>
              <a:pPr/>
              <a:t>‹#›</a:t>
            </a:fld>
            <a:endParaRPr lang="en-US" dirty="0"/>
          </a:p>
        </p:txBody>
      </p:sp>
      <p:sp>
        <p:nvSpPr>
          <p:cNvPr id="16" name="Title 15"/>
          <p:cNvSpPr>
            <a:spLocks noGrp="1"/>
          </p:cNvSpPr>
          <p:nvPr>
            <p:ph type="title" hasCustomPrompt="1"/>
          </p:nvPr>
        </p:nvSpPr>
        <p:spPr>
          <a:xfrm>
            <a:off x="453585" y="1754766"/>
            <a:ext cx="6593258" cy="1430138"/>
          </a:xfrm>
        </p:spPr>
        <p:txBody>
          <a:bodyPr anchor="ctr">
            <a:noAutofit/>
          </a:bodyPr>
          <a:lstStyle>
            <a:lvl1pPr>
              <a:defRPr sz="3600" b="0" i="0" baseline="0">
                <a:latin typeface="Garamond" panose="02020404030301010803" pitchFamily="18" charset="0"/>
                <a:ea typeface="Helvetica Neue" panose="02000503000000020004" pitchFamily="2" charset="0"/>
                <a:cs typeface="Arial" panose="020B0604020202020204" pitchFamily="34" charset="0"/>
              </a:defRPr>
            </a:lvl1pPr>
          </a:lstStyle>
          <a:p>
            <a:r>
              <a:rPr lang="en-US" dirty="0"/>
              <a:t>Section Header Here</a:t>
            </a:r>
          </a:p>
        </p:txBody>
      </p:sp>
      <p:sp>
        <p:nvSpPr>
          <p:cNvPr id="2" name="Rectangle 1"/>
          <p:cNvSpPr/>
          <p:nvPr userDrawn="1"/>
        </p:nvSpPr>
        <p:spPr bwMode="auto">
          <a:xfrm>
            <a:off x="2" y="1769166"/>
            <a:ext cx="248479" cy="1411357"/>
          </a:xfrm>
          <a:prstGeom prst="rect">
            <a:avLst/>
          </a:prstGeom>
          <a:solidFill>
            <a:schemeClr val="tx1"/>
          </a:solidFill>
          <a:ln w="19050" algn="ctr">
            <a:noFill/>
            <a:miter lim="800000"/>
            <a:headEnd/>
            <a:tailEnd/>
          </a:ln>
        </p:spPr>
        <p:txBody>
          <a:bodyPr wrap="none" rtlCol="0" anchor="ctr"/>
          <a:lstStyle/>
          <a:p>
            <a:pPr algn="ctr">
              <a:lnSpc>
                <a:spcPct val="90000"/>
              </a:lnSpc>
            </a:pPr>
            <a:endParaRPr lang="en-US" sz="1600" b="0" i="0" dirty="0" err="1">
              <a:solidFill>
                <a:schemeClr val="bg1"/>
              </a:solidFill>
              <a:latin typeface="Arial" panose="020B0604020202020204" pitchFamily="34" charset="0"/>
              <a:ea typeface="Helvetica Neue" panose="02000503000000020004" pitchFamily="2" charset="0"/>
              <a:cs typeface="Arial" panose="020B0604020202020204" pitchFamily="34" charset="0"/>
            </a:endParaRPr>
          </a:p>
        </p:txBody>
      </p:sp>
    </p:spTree>
    <p:extLst>
      <p:ext uri="{BB962C8B-B14F-4D97-AF65-F5344CB8AC3E}">
        <p14:creationId xmlns:p14="http://schemas.microsoft.com/office/powerpoint/2010/main" val="1116822056"/>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ivider Slide – Teal">
    <p:spTree>
      <p:nvGrpSpPr>
        <p:cNvPr id="1" name=""/>
        <p:cNvGrpSpPr/>
        <p:nvPr/>
      </p:nvGrpSpPr>
      <p:grpSpPr>
        <a:xfrm>
          <a:off x="0" y="0"/>
          <a:ext cx="0" cy="0"/>
          <a:chOff x="0" y="0"/>
          <a:chExt cx="0" cy="0"/>
        </a:xfrm>
      </p:grpSpPr>
      <p:sp>
        <p:nvSpPr>
          <p:cNvPr id="10" name="Footer Placeholder 9"/>
          <p:cNvSpPr>
            <a:spLocks noGrp="1"/>
          </p:cNvSpPr>
          <p:nvPr>
            <p:ph type="ftr" sz="quarter" idx="12"/>
          </p:nvPr>
        </p:nvSpPr>
        <p:spPr/>
        <p:txBody>
          <a:bodyPr/>
          <a:lstStyle>
            <a:lvl1pPr>
              <a:defRPr b="0" i="0">
                <a:latin typeface="Arial" panose="020B0604020202020204" pitchFamily="34" charset="0"/>
                <a:ea typeface="Helvetica Neue" panose="02000503000000020004" pitchFamily="2" charset="0"/>
                <a:cs typeface="Arial" panose="020B0604020202020204" pitchFamily="34" charset="0"/>
              </a:defRPr>
            </a:lvl1pPr>
          </a:lstStyle>
          <a:p>
            <a:r>
              <a:rPr lang="en-US"/>
              <a:t>Presentation Title</a:t>
            </a:r>
            <a:endParaRPr lang="en-US" dirty="0"/>
          </a:p>
        </p:txBody>
      </p:sp>
      <p:sp>
        <p:nvSpPr>
          <p:cNvPr id="14" name="Slide Number Placeholder 13"/>
          <p:cNvSpPr>
            <a:spLocks noGrp="1"/>
          </p:cNvSpPr>
          <p:nvPr>
            <p:ph type="sldNum" sz="quarter" idx="13"/>
          </p:nvPr>
        </p:nvSpPr>
        <p:spPr/>
        <p:txBody>
          <a:bodyPr/>
          <a:lstStyle>
            <a:lvl1pPr>
              <a:defRPr b="0" i="0">
                <a:latin typeface="Arial" panose="020B0604020202020204" pitchFamily="34" charset="0"/>
                <a:ea typeface="Helvetica Neue" panose="02000503000000020004" pitchFamily="2" charset="0"/>
                <a:cs typeface="Arial" panose="020B0604020202020204" pitchFamily="34" charset="0"/>
              </a:defRPr>
            </a:lvl1pPr>
          </a:lstStyle>
          <a:p>
            <a:fld id="{7BCC8D0D-EAEC-449D-9161-023DFF90F2E2}" type="slidenum">
              <a:rPr lang="en-US" smtClean="0"/>
              <a:pPr/>
              <a:t>‹#›</a:t>
            </a:fld>
            <a:endParaRPr lang="en-US" dirty="0"/>
          </a:p>
        </p:txBody>
      </p:sp>
      <p:sp>
        <p:nvSpPr>
          <p:cNvPr id="16" name="Title 15"/>
          <p:cNvSpPr>
            <a:spLocks noGrp="1"/>
          </p:cNvSpPr>
          <p:nvPr>
            <p:ph type="title" hasCustomPrompt="1"/>
          </p:nvPr>
        </p:nvSpPr>
        <p:spPr>
          <a:xfrm>
            <a:off x="453585" y="1754766"/>
            <a:ext cx="6593258" cy="1430138"/>
          </a:xfrm>
        </p:spPr>
        <p:txBody>
          <a:bodyPr anchor="ctr">
            <a:noAutofit/>
          </a:bodyPr>
          <a:lstStyle>
            <a:lvl1pPr>
              <a:defRPr sz="3600" b="0" i="0" baseline="0">
                <a:solidFill>
                  <a:schemeClr val="accent2"/>
                </a:solidFill>
                <a:latin typeface="Garamond" panose="02020404030301010803" pitchFamily="18" charset="0"/>
                <a:ea typeface="Helvetica Neue" panose="02000503000000020004" pitchFamily="2" charset="0"/>
                <a:cs typeface="Arial" panose="020B0604020202020204" pitchFamily="34" charset="0"/>
              </a:defRPr>
            </a:lvl1pPr>
          </a:lstStyle>
          <a:p>
            <a:r>
              <a:rPr lang="en-US" dirty="0"/>
              <a:t>Section Header Here</a:t>
            </a:r>
          </a:p>
        </p:txBody>
      </p:sp>
      <p:sp>
        <p:nvSpPr>
          <p:cNvPr id="2" name="Rectangle 1"/>
          <p:cNvSpPr/>
          <p:nvPr userDrawn="1"/>
        </p:nvSpPr>
        <p:spPr bwMode="auto">
          <a:xfrm>
            <a:off x="2" y="1769166"/>
            <a:ext cx="248479" cy="1411357"/>
          </a:xfrm>
          <a:prstGeom prst="rect">
            <a:avLst/>
          </a:prstGeom>
          <a:solidFill>
            <a:schemeClr val="accent2"/>
          </a:solidFill>
          <a:ln w="19050" algn="ctr">
            <a:noFill/>
            <a:miter lim="800000"/>
            <a:headEnd/>
            <a:tailEnd/>
          </a:ln>
        </p:spPr>
        <p:txBody>
          <a:bodyPr wrap="none" rtlCol="0" anchor="ctr"/>
          <a:lstStyle/>
          <a:p>
            <a:pPr algn="ctr">
              <a:lnSpc>
                <a:spcPct val="90000"/>
              </a:lnSpc>
            </a:pPr>
            <a:endParaRPr lang="en-US" sz="1600" b="0" i="0" dirty="0" err="1">
              <a:solidFill>
                <a:schemeClr val="accent2"/>
              </a:solidFill>
              <a:latin typeface="Arial" panose="020B0604020202020204" pitchFamily="34" charset="0"/>
              <a:ea typeface="Helvetica Neue" panose="02000503000000020004" pitchFamily="2" charset="0"/>
              <a:cs typeface="Arial" panose="020B0604020202020204" pitchFamily="34" charset="0"/>
            </a:endParaRPr>
          </a:p>
        </p:txBody>
      </p:sp>
    </p:spTree>
    <p:extLst>
      <p:ext uri="{BB962C8B-B14F-4D97-AF65-F5344CB8AC3E}">
        <p14:creationId xmlns:p14="http://schemas.microsoft.com/office/powerpoint/2010/main" val="2138342550"/>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Divider Slide – Blue">
    <p:spTree>
      <p:nvGrpSpPr>
        <p:cNvPr id="1" name=""/>
        <p:cNvGrpSpPr/>
        <p:nvPr/>
      </p:nvGrpSpPr>
      <p:grpSpPr>
        <a:xfrm>
          <a:off x="0" y="0"/>
          <a:ext cx="0" cy="0"/>
          <a:chOff x="0" y="0"/>
          <a:chExt cx="0" cy="0"/>
        </a:xfrm>
      </p:grpSpPr>
      <p:sp>
        <p:nvSpPr>
          <p:cNvPr id="10" name="Footer Placeholder 9"/>
          <p:cNvSpPr>
            <a:spLocks noGrp="1"/>
          </p:cNvSpPr>
          <p:nvPr>
            <p:ph type="ftr" sz="quarter" idx="12"/>
          </p:nvPr>
        </p:nvSpPr>
        <p:spPr/>
        <p:txBody>
          <a:bodyPr/>
          <a:lstStyle/>
          <a:p>
            <a:r>
              <a:rPr lang="en-US"/>
              <a:t>Presentation Title</a:t>
            </a:r>
            <a:endParaRPr lang="en-US" dirty="0"/>
          </a:p>
        </p:txBody>
      </p:sp>
      <p:sp>
        <p:nvSpPr>
          <p:cNvPr id="14" name="Slide Number Placeholder 13"/>
          <p:cNvSpPr>
            <a:spLocks noGrp="1"/>
          </p:cNvSpPr>
          <p:nvPr>
            <p:ph type="sldNum" sz="quarter" idx="13"/>
          </p:nvPr>
        </p:nvSpPr>
        <p:spPr/>
        <p:txBody>
          <a:bodyPr/>
          <a:lstStyle/>
          <a:p>
            <a:fld id="{7BCC8D0D-EAEC-449D-9161-023DFF90F2E2}" type="slidenum">
              <a:rPr lang="en-US" smtClean="0"/>
              <a:pPr/>
              <a:t>‹#›</a:t>
            </a:fld>
            <a:endParaRPr lang="en-US" dirty="0"/>
          </a:p>
        </p:txBody>
      </p:sp>
      <p:sp>
        <p:nvSpPr>
          <p:cNvPr id="16" name="Title 15"/>
          <p:cNvSpPr>
            <a:spLocks noGrp="1"/>
          </p:cNvSpPr>
          <p:nvPr>
            <p:ph type="title" hasCustomPrompt="1"/>
          </p:nvPr>
        </p:nvSpPr>
        <p:spPr>
          <a:xfrm>
            <a:off x="453585" y="1754766"/>
            <a:ext cx="6593258" cy="1430138"/>
          </a:xfrm>
        </p:spPr>
        <p:txBody>
          <a:bodyPr anchor="ctr">
            <a:noAutofit/>
          </a:bodyPr>
          <a:lstStyle>
            <a:lvl1pPr>
              <a:defRPr sz="3600" b="0" i="0" baseline="0">
                <a:solidFill>
                  <a:schemeClr val="accent1"/>
                </a:solidFill>
                <a:latin typeface="Garamond" panose="02020404030301010803" pitchFamily="18" charset="0"/>
                <a:ea typeface="Helvetica Neue" panose="02000503000000020004" pitchFamily="2" charset="0"/>
                <a:cs typeface="Arial" panose="020B0604020202020204" pitchFamily="34" charset="0"/>
              </a:defRPr>
            </a:lvl1pPr>
          </a:lstStyle>
          <a:p>
            <a:r>
              <a:rPr lang="en-US" dirty="0"/>
              <a:t>Section Header Here</a:t>
            </a:r>
          </a:p>
        </p:txBody>
      </p:sp>
      <p:sp>
        <p:nvSpPr>
          <p:cNvPr id="2" name="Rectangle 1"/>
          <p:cNvSpPr/>
          <p:nvPr userDrawn="1"/>
        </p:nvSpPr>
        <p:spPr bwMode="auto">
          <a:xfrm>
            <a:off x="2" y="1769166"/>
            <a:ext cx="248479" cy="1411357"/>
          </a:xfrm>
          <a:prstGeom prst="rect">
            <a:avLst/>
          </a:prstGeom>
          <a:solidFill>
            <a:schemeClr val="accent1"/>
          </a:solidFill>
          <a:ln w="19050" algn="ctr">
            <a:noFill/>
            <a:miter lim="800000"/>
            <a:headEnd/>
            <a:tailEnd/>
          </a:ln>
        </p:spPr>
        <p:txBody>
          <a:bodyPr wrap="none" rtlCol="0" anchor="ctr"/>
          <a:lstStyle/>
          <a:p>
            <a:pPr algn="ctr">
              <a:lnSpc>
                <a:spcPct val="90000"/>
              </a:lnSpc>
            </a:pPr>
            <a:endParaRPr lang="en-US" sz="1600" b="0" i="0" dirty="0" err="1">
              <a:solidFill>
                <a:schemeClr val="bg1"/>
              </a:solidFill>
              <a:latin typeface="Arial" panose="020B0604020202020204" pitchFamily="34" charset="0"/>
            </a:endParaRPr>
          </a:p>
        </p:txBody>
      </p:sp>
    </p:spTree>
    <p:extLst>
      <p:ext uri="{BB962C8B-B14F-4D97-AF65-F5344CB8AC3E}">
        <p14:creationId xmlns:p14="http://schemas.microsoft.com/office/powerpoint/2010/main" val="685944647"/>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Blank ">
    <p:bg>
      <p:bgRef idx="1001">
        <a:schemeClr val="bg1"/>
      </p:bgRef>
    </p:bg>
    <p:spTree>
      <p:nvGrpSpPr>
        <p:cNvPr id="1" name=""/>
        <p:cNvGrpSpPr/>
        <p:nvPr/>
      </p:nvGrpSpPr>
      <p:grpSpPr>
        <a:xfrm>
          <a:off x="0" y="0"/>
          <a:ext cx="0" cy="0"/>
          <a:chOff x="0" y="0"/>
          <a:chExt cx="0" cy="0"/>
        </a:xfrm>
      </p:grpSpPr>
      <p:pic>
        <p:nvPicPr>
          <p:cNvPr id="4" name="Picture 41"/>
          <p:cNvPicPr>
            <a:picLocks noChangeAspect="1" noChangeArrowheads="1"/>
          </p:cNvPicPr>
          <p:nvPr userDrawn="1"/>
        </p:nvPicPr>
        <p:blipFill>
          <a:blip r:embed="rId2">
            <a:extLst>
              <a:ext uri="{28A0092B-C50C-407E-A947-70E740481C1C}">
                <a14:useLocalDpi xmlns:a14="http://schemas.microsoft.com/office/drawing/2010/main"/>
              </a:ext>
            </a:extLst>
          </a:blip>
          <a:srcRect/>
          <a:stretch>
            <a:fillRect/>
          </a:stretch>
        </p:blipFill>
        <p:spPr bwMode="invGray">
          <a:xfrm>
            <a:off x="3865186" y="2032663"/>
            <a:ext cx="1571041" cy="10257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24044112"/>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Closing with logo – 1">
    <p:bg>
      <p:bgRef idx="1001">
        <a:schemeClr val="bg1"/>
      </p:bgRef>
    </p:bg>
    <p:spTree>
      <p:nvGrpSpPr>
        <p:cNvPr id="1" name=""/>
        <p:cNvGrpSpPr/>
        <p:nvPr/>
      </p:nvGrpSpPr>
      <p:grpSpPr>
        <a:xfrm>
          <a:off x="0" y="0"/>
          <a:ext cx="0" cy="0"/>
          <a:chOff x="0" y="0"/>
          <a:chExt cx="0" cy="0"/>
        </a:xfrm>
      </p:grpSpPr>
      <p:pic>
        <p:nvPicPr>
          <p:cNvPr id="4" name="Picture 41"/>
          <p:cNvPicPr>
            <a:picLocks noChangeAspect="1" noChangeArrowheads="1"/>
          </p:cNvPicPr>
          <p:nvPr userDrawn="1"/>
        </p:nvPicPr>
        <p:blipFill>
          <a:blip r:embed="rId2">
            <a:extLst>
              <a:ext uri="{28A0092B-C50C-407E-A947-70E740481C1C}">
                <a14:useLocalDpi xmlns:a14="http://schemas.microsoft.com/office/drawing/2010/main"/>
              </a:ext>
            </a:extLst>
          </a:blip>
          <a:srcRect/>
          <a:stretch>
            <a:fillRect/>
          </a:stretch>
        </p:blipFill>
        <p:spPr bwMode="invGray">
          <a:xfrm>
            <a:off x="3865186" y="2032663"/>
            <a:ext cx="1571041" cy="10257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4"/>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3866785" y="2037522"/>
            <a:ext cx="1574426" cy="1023730"/>
          </a:xfrm>
          <a:prstGeom prst="rect">
            <a:avLst/>
          </a:prstGeom>
        </p:spPr>
      </p:pic>
    </p:spTree>
    <p:extLst>
      <p:ext uri="{BB962C8B-B14F-4D97-AF65-F5344CB8AC3E}">
        <p14:creationId xmlns:p14="http://schemas.microsoft.com/office/powerpoint/2010/main" val="1406655376"/>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Closing with logo – 2">
    <p:bg>
      <p:bgRef idx="1001">
        <a:schemeClr val="bg1"/>
      </p:bgRef>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879213" y="1884801"/>
            <a:ext cx="1374274" cy="1373900"/>
          </a:xfrm>
          <a:prstGeom prst="rect">
            <a:avLst/>
          </a:prstGeom>
        </p:spPr>
      </p:pic>
    </p:spTree>
    <p:extLst>
      <p:ext uri="{BB962C8B-B14F-4D97-AF65-F5344CB8AC3E}">
        <p14:creationId xmlns:p14="http://schemas.microsoft.com/office/powerpoint/2010/main" val="1801167232"/>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userDrawn="1">
  <p:cSld name="Bullet Slide-White">
    <p:spTree>
      <p:nvGrpSpPr>
        <p:cNvPr id="1" name=""/>
        <p:cNvGrpSpPr/>
        <p:nvPr/>
      </p:nvGrpSpPr>
      <p:grpSpPr>
        <a:xfrm>
          <a:off x="0" y="0"/>
          <a:ext cx="0" cy="0"/>
          <a:chOff x="0" y="0"/>
          <a:chExt cx="0" cy="0"/>
        </a:xfrm>
      </p:grpSpPr>
      <p:sp>
        <p:nvSpPr>
          <p:cNvPr id="10" name="Footer Placeholder 9"/>
          <p:cNvSpPr>
            <a:spLocks noGrp="1"/>
          </p:cNvSpPr>
          <p:nvPr>
            <p:ph type="ftr" sz="quarter" idx="12"/>
          </p:nvPr>
        </p:nvSpPr>
        <p:spPr/>
        <p:txBody>
          <a:bodyPr/>
          <a:lstStyle>
            <a:lvl1pPr>
              <a:defRPr b="0" i="0"/>
            </a:lvl1pPr>
          </a:lstStyle>
          <a:p>
            <a:r>
              <a:rPr lang="en-US"/>
              <a:t>ZSFG Chiefs Presentation – October 2024</a:t>
            </a:r>
          </a:p>
        </p:txBody>
      </p:sp>
      <p:sp>
        <p:nvSpPr>
          <p:cNvPr id="14" name="Slide Number Placeholder 13"/>
          <p:cNvSpPr>
            <a:spLocks noGrp="1"/>
          </p:cNvSpPr>
          <p:nvPr>
            <p:ph type="sldNum" sz="quarter" idx="13"/>
          </p:nvPr>
        </p:nvSpPr>
        <p:spPr/>
        <p:txBody>
          <a:bodyPr/>
          <a:lstStyle>
            <a:lvl1pPr>
              <a:defRPr b="0" i="0"/>
            </a:lvl1pPr>
          </a:lstStyle>
          <a:p>
            <a:fld id="{7BCC8D0D-EAEC-449D-9161-023DFF90F2E2}" type="slidenum">
              <a:rPr lang="en-US" smtClean="0"/>
              <a:pPr/>
              <a:t>‹#›</a:t>
            </a:fld>
            <a:endParaRPr lang="en-US"/>
          </a:p>
        </p:txBody>
      </p:sp>
      <p:sp>
        <p:nvSpPr>
          <p:cNvPr id="7" name="Title 15"/>
          <p:cNvSpPr>
            <a:spLocks noGrp="1"/>
          </p:cNvSpPr>
          <p:nvPr>
            <p:ph type="title" hasCustomPrompt="1"/>
          </p:nvPr>
        </p:nvSpPr>
        <p:spPr>
          <a:xfrm>
            <a:off x="453586" y="318753"/>
            <a:ext cx="8173580" cy="458587"/>
          </a:xfrm>
          <a:prstGeom prst="rect">
            <a:avLst/>
          </a:prstGeom>
        </p:spPr>
        <p:txBody>
          <a:bodyPr anchor="t" anchorCtr="0">
            <a:noAutofit/>
          </a:bodyPr>
          <a:lstStyle>
            <a:lvl1pPr>
              <a:defRPr sz="2800" b="0" i="0">
                <a:latin typeface="Arial" panose="020B0604020202020204" pitchFamily="34" charset="0"/>
                <a:ea typeface="Arial" panose="020B0604020202020204" pitchFamily="34" charset="0"/>
                <a:cs typeface="Arial" panose="020B0604020202020204" pitchFamily="34" charset="0"/>
              </a:defRPr>
            </a:lvl1pPr>
          </a:lstStyle>
          <a:p>
            <a:r>
              <a:rPr lang="en-US"/>
              <a:t>Slide Title Here</a:t>
            </a:r>
          </a:p>
        </p:txBody>
      </p:sp>
      <p:sp>
        <p:nvSpPr>
          <p:cNvPr id="11" name="Text Placeholder 3"/>
          <p:cNvSpPr>
            <a:spLocks noGrp="1"/>
          </p:cNvSpPr>
          <p:nvPr>
            <p:ph idx="1"/>
          </p:nvPr>
        </p:nvSpPr>
        <p:spPr>
          <a:xfrm>
            <a:off x="459686" y="959798"/>
            <a:ext cx="8137665" cy="3627033"/>
          </a:xfrm>
          <a:prstGeom prst="rect">
            <a:avLst/>
          </a:prstGeom>
        </p:spPr>
        <p:txBody>
          <a:bodyPr vert="horz" lIns="91440" tIns="45720" rIns="91440" bIns="45720" rtlCol="0">
            <a:noAutofit/>
          </a:bodyPr>
          <a:lstStyle>
            <a:lvl1pPr>
              <a:defRPr sz="2000" b="0" i="0"/>
            </a:lvl1pPr>
            <a:lvl2pPr>
              <a:defRPr sz="1800" b="0" i="0"/>
            </a:lvl2pPr>
            <a:lvl3pPr>
              <a:defRPr sz="1600" b="0" i="0"/>
            </a:lvl3pPr>
            <a:lvl4pPr>
              <a:defRPr sz="1400" b="0" i="0"/>
            </a:lvl4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2672945003"/>
      </p:ext>
    </p:extLst>
  </p:cSld>
  <p:clrMapOvr>
    <a:overrideClrMapping bg1="lt1" tx1="dk1" bg2="lt2" tx2="dk2" accent1="accent1" accent2="accent2" accent3="accent3" accent4="accent4" accent5="accent5" accent6="accent6" hlink="hlink" folHlink="folHlink"/>
  </p:clrMapOvr>
  <p:transition>
    <p:fade/>
  </p:transition>
  <p:hf hdr="0" dt="0"/>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6FF4B3-CE1B-95CF-DB7E-FBA8B761FEFA}"/>
              </a:ext>
            </a:extLst>
          </p:cNvPr>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2E6B3D9F-539F-014E-9079-3E6CD75032CE}"/>
              </a:ext>
            </a:extLst>
          </p:cNvPr>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3B5D8C45-D4CB-093D-D01C-ECDC5396CCDF}"/>
              </a:ext>
            </a:extLst>
          </p:cNvPr>
          <p:cNvSpPr>
            <a:spLocks noGrp="1"/>
          </p:cNvSpPr>
          <p:nvPr>
            <p:ph type="dt" sz="half" idx="10"/>
          </p:nvPr>
        </p:nvSpPr>
        <p:spPr/>
        <p:txBody>
          <a:bodyPr/>
          <a:lstStyle/>
          <a:p>
            <a:fld id="{A410F772-56BB-4A2E-A80F-2DF89BBF0ADE}" type="datetimeFigureOut">
              <a:rPr lang="en-US" smtClean="0"/>
              <a:t>3/17/26</a:t>
            </a:fld>
            <a:endParaRPr lang="en-US"/>
          </a:p>
        </p:txBody>
      </p:sp>
      <p:sp>
        <p:nvSpPr>
          <p:cNvPr id="5" name="Footer Placeholder 4">
            <a:extLst>
              <a:ext uri="{FF2B5EF4-FFF2-40B4-BE49-F238E27FC236}">
                <a16:creationId xmlns:a16="http://schemas.microsoft.com/office/drawing/2014/main" id="{C0C65138-1205-471F-6A86-EAF23F9B6E8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DAB99BB-D566-FDEA-921F-8A211D1F1BAE}"/>
              </a:ext>
            </a:extLst>
          </p:cNvPr>
          <p:cNvSpPr>
            <a:spLocks noGrp="1"/>
          </p:cNvSpPr>
          <p:nvPr>
            <p:ph type="sldNum" sz="quarter" idx="12"/>
          </p:nvPr>
        </p:nvSpPr>
        <p:spPr/>
        <p:txBody>
          <a:bodyPr/>
          <a:lstStyle/>
          <a:p>
            <a:fld id="{33276F34-BE4F-44FE-9880-B7E88BF108BE}" type="slidenum">
              <a:rPr lang="en-US" smtClean="0"/>
              <a:t>‹#›</a:t>
            </a:fld>
            <a:endParaRPr lang="en-US"/>
          </a:p>
        </p:txBody>
      </p:sp>
    </p:spTree>
    <p:extLst>
      <p:ext uri="{BB962C8B-B14F-4D97-AF65-F5344CB8AC3E}">
        <p14:creationId xmlns:p14="http://schemas.microsoft.com/office/powerpoint/2010/main" val="402929775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1_Section Header – Blue">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D91175AD-5EC8-6C49-8218-F38BDE3E8622}"/>
              </a:ext>
            </a:extLst>
          </p:cNvPr>
          <p:cNvPicPr>
            <a:picLocks noChangeAspect="1"/>
          </p:cNvPicPr>
          <p:nvPr/>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l="68552" t="35459" r="2030" b="-21848"/>
          <a:stretch/>
        </p:blipFill>
        <p:spPr>
          <a:xfrm rot="5400000">
            <a:off x="2622550" y="-1377949"/>
            <a:ext cx="5143500" cy="7899400"/>
          </a:xfrm>
          <a:prstGeom prst="rect">
            <a:avLst/>
          </a:prstGeom>
        </p:spPr>
      </p:pic>
      <p:sp>
        <p:nvSpPr>
          <p:cNvPr id="14" name="Rectangle 13"/>
          <p:cNvSpPr/>
          <p:nvPr/>
        </p:nvSpPr>
        <p:spPr bwMode="auto">
          <a:xfrm>
            <a:off x="3" y="1772721"/>
            <a:ext cx="7051729" cy="1411357"/>
          </a:xfrm>
          <a:prstGeom prst="rect">
            <a:avLst/>
          </a:prstGeom>
          <a:solidFill>
            <a:schemeClr val="accent5">
              <a:lumMod val="75000"/>
            </a:schemeClr>
          </a:solidFill>
          <a:ln w="19050" algn="ctr">
            <a:noFill/>
            <a:miter lim="800000"/>
            <a:headEnd/>
            <a:tailEnd/>
          </a:ln>
        </p:spPr>
        <p:txBody>
          <a:bodyPr wrap="none" rtlCol="0" anchor="ctr"/>
          <a:lstStyle/>
          <a:p>
            <a:pPr algn="ctr">
              <a:lnSpc>
                <a:spcPct val="90000"/>
              </a:lnSpc>
            </a:pPr>
            <a:endParaRPr lang="en-US" sz="1600" b="0" i="0" err="1">
              <a:solidFill>
                <a:schemeClr val="bg1"/>
              </a:solidFill>
              <a:latin typeface="Arial" panose="020B0604020202020204" pitchFamily="34" charset="0"/>
            </a:endParaRPr>
          </a:p>
        </p:txBody>
      </p:sp>
      <p:sp>
        <p:nvSpPr>
          <p:cNvPr id="4" name="Footer Placeholder 3"/>
          <p:cNvSpPr>
            <a:spLocks noGrp="1"/>
          </p:cNvSpPr>
          <p:nvPr>
            <p:ph type="ftr" sz="quarter" idx="11"/>
          </p:nvPr>
        </p:nvSpPr>
        <p:spPr/>
        <p:txBody>
          <a:bodyPr/>
          <a:lstStyle>
            <a:lvl1pPr>
              <a:defRPr b="0" i="0"/>
            </a:lvl1pPr>
          </a:lstStyle>
          <a:p>
            <a:r>
              <a:rPr lang="en-US"/>
              <a:t>Core Financial Plan - Fall 2021</a:t>
            </a:r>
          </a:p>
        </p:txBody>
      </p:sp>
      <p:sp>
        <p:nvSpPr>
          <p:cNvPr id="5" name="Slide Number Placeholder 4"/>
          <p:cNvSpPr>
            <a:spLocks noGrp="1"/>
          </p:cNvSpPr>
          <p:nvPr>
            <p:ph type="sldNum" sz="quarter" idx="12"/>
          </p:nvPr>
        </p:nvSpPr>
        <p:spPr/>
        <p:txBody>
          <a:bodyPr/>
          <a:lstStyle>
            <a:lvl1pPr>
              <a:defRPr b="0" i="0"/>
            </a:lvl1pPr>
          </a:lstStyle>
          <a:p>
            <a:fld id="{7BCC8D0D-EAEC-449D-9161-023DFF90F2E2}" type="slidenum">
              <a:rPr lang="en-US" smtClean="0"/>
              <a:pPr/>
              <a:t>‹#›</a:t>
            </a:fld>
            <a:endParaRPr lang="en-US"/>
          </a:p>
        </p:txBody>
      </p:sp>
      <p:sp>
        <p:nvSpPr>
          <p:cNvPr id="15" name="Title 15"/>
          <p:cNvSpPr>
            <a:spLocks noGrp="1"/>
          </p:cNvSpPr>
          <p:nvPr>
            <p:ph type="title" hasCustomPrompt="1"/>
          </p:nvPr>
        </p:nvSpPr>
        <p:spPr>
          <a:xfrm>
            <a:off x="453585" y="1919440"/>
            <a:ext cx="6435412" cy="1107896"/>
          </a:xfrm>
          <a:prstGeom prst="rect">
            <a:avLst/>
          </a:prstGeom>
        </p:spPr>
        <p:txBody>
          <a:bodyPr anchor="ctr">
            <a:noAutofit/>
          </a:bodyPr>
          <a:lstStyle>
            <a:lvl1pPr>
              <a:defRPr sz="3600" b="0" i="0" baseline="0">
                <a:solidFill>
                  <a:schemeClr val="bg1"/>
                </a:solidFill>
                <a:latin typeface="Garamond" panose="02020404030301010803" pitchFamily="18" charset="0"/>
                <a:ea typeface="Helvetica Neue" panose="02000503000000020004" pitchFamily="2" charset="0"/>
                <a:cs typeface="Arial" panose="020B0604020202020204" pitchFamily="34" charset="0"/>
              </a:defRPr>
            </a:lvl1pPr>
          </a:lstStyle>
          <a:p>
            <a:r>
              <a:rPr lang="en-US"/>
              <a:t>Section Header Here</a:t>
            </a:r>
          </a:p>
        </p:txBody>
      </p:sp>
    </p:spTree>
    <p:extLst>
      <p:ext uri="{BB962C8B-B14F-4D97-AF65-F5344CB8AC3E}">
        <p14:creationId xmlns:p14="http://schemas.microsoft.com/office/powerpoint/2010/main" val="1269107001"/>
      </p:ext>
    </p:extLst>
  </p:cSld>
  <p:clrMapOvr>
    <a:masterClrMapping/>
  </p:clrMapOvr>
  <p:transition>
    <p:fade/>
  </p:transition>
  <p:hf hdr="0" dt="0"/>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2_Bullet Slide">
    <p:spTree>
      <p:nvGrpSpPr>
        <p:cNvPr id="1" name=""/>
        <p:cNvGrpSpPr/>
        <p:nvPr/>
      </p:nvGrpSpPr>
      <p:grpSpPr>
        <a:xfrm>
          <a:off x="0" y="0"/>
          <a:ext cx="0" cy="0"/>
          <a:chOff x="0" y="0"/>
          <a:chExt cx="0" cy="0"/>
        </a:xfrm>
      </p:grpSpPr>
      <p:sp>
        <p:nvSpPr>
          <p:cNvPr id="10" name="Footer Placeholder 9"/>
          <p:cNvSpPr>
            <a:spLocks noGrp="1"/>
          </p:cNvSpPr>
          <p:nvPr>
            <p:ph type="ftr" sz="quarter" idx="12"/>
          </p:nvPr>
        </p:nvSpPr>
        <p:spPr/>
        <p:txBody>
          <a:bodyPr/>
          <a:lstStyle/>
          <a:p>
            <a:r>
              <a:rPr lang="en-US"/>
              <a:t>Presentation Title</a:t>
            </a:r>
            <a:endParaRPr lang="en-US" dirty="0"/>
          </a:p>
        </p:txBody>
      </p:sp>
      <p:sp>
        <p:nvSpPr>
          <p:cNvPr id="14" name="Slide Number Placeholder 13"/>
          <p:cNvSpPr>
            <a:spLocks noGrp="1"/>
          </p:cNvSpPr>
          <p:nvPr>
            <p:ph type="sldNum" sz="quarter" idx="13"/>
          </p:nvPr>
        </p:nvSpPr>
        <p:spPr/>
        <p:txBody>
          <a:bodyPr/>
          <a:lstStyle/>
          <a:p>
            <a:fld id="{7BCC8D0D-EAEC-449D-9161-023DFF90F2E2}" type="slidenum">
              <a:rPr lang="en-US" smtClean="0"/>
              <a:pPr/>
              <a:t>‹#›</a:t>
            </a:fld>
            <a:endParaRPr lang="en-US" dirty="0"/>
          </a:p>
        </p:txBody>
      </p:sp>
      <p:sp>
        <p:nvSpPr>
          <p:cNvPr id="11" name="Title 15"/>
          <p:cNvSpPr>
            <a:spLocks noGrp="1"/>
          </p:cNvSpPr>
          <p:nvPr>
            <p:ph type="title" hasCustomPrompt="1"/>
          </p:nvPr>
        </p:nvSpPr>
        <p:spPr>
          <a:xfrm>
            <a:off x="453585" y="318752"/>
            <a:ext cx="8173580" cy="458587"/>
          </a:xfrm>
        </p:spPr>
        <p:txBody>
          <a:bodyPr anchor="b">
            <a:noAutofit/>
          </a:bodyPr>
          <a:lstStyle>
            <a:lvl1pPr>
              <a:defRPr sz="2700">
                <a:latin typeface="+mj-lt"/>
              </a:defRPr>
            </a:lvl1pPr>
          </a:lstStyle>
          <a:p>
            <a:r>
              <a:rPr lang="en-US" dirty="0"/>
              <a:t>Slide Title Here</a:t>
            </a:r>
          </a:p>
        </p:txBody>
      </p:sp>
      <p:sp>
        <p:nvSpPr>
          <p:cNvPr id="12" name="Text Placeholder 3"/>
          <p:cNvSpPr>
            <a:spLocks noGrp="1"/>
          </p:cNvSpPr>
          <p:nvPr>
            <p:ph type="body" sz="quarter" idx="15" hasCustomPrompt="1"/>
          </p:nvPr>
        </p:nvSpPr>
        <p:spPr>
          <a:xfrm>
            <a:off x="457202" y="695742"/>
            <a:ext cx="8169964" cy="334897"/>
          </a:xfrm>
          <a:prstGeom prst="rect">
            <a:avLst/>
          </a:prstGeom>
        </p:spPr>
        <p:txBody>
          <a:bodyPr>
            <a:noAutofit/>
          </a:bodyPr>
          <a:lstStyle>
            <a:lvl1pPr marL="0" indent="0">
              <a:lnSpc>
                <a:spcPct val="100000"/>
              </a:lnSpc>
              <a:buNone/>
              <a:defRPr sz="1350" i="0">
                <a:latin typeface="+mn-lt"/>
              </a:defRPr>
            </a:lvl1pPr>
            <a:lvl2pPr marL="172636" indent="0">
              <a:lnSpc>
                <a:spcPct val="100000"/>
              </a:lnSpc>
              <a:buNone/>
              <a:defRPr i="1">
                <a:latin typeface="+mn-lt"/>
              </a:defRPr>
            </a:lvl2pPr>
            <a:lvl3pPr marL="386943" indent="0">
              <a:lnSpc>
                <a:spcPct val="100000"/>
              </a:lnSpc>
              <a:buNone/>
              <a:defRPr i="1">
                <a:latin typeface="+mn-lt"/>
              </a:defRPr>
            </a:lvl3pPr>
            <a:lvl4pPr marL="600060" indent="0">
              <a:lnSpc>
                <a:spcPct val="100000"/>
              </a:lnSpc>
              <a:buNone/>
              <a:defRPr i="1">
                <a:latin typeface="+mn-lt"/>
              </a:defRPr>
            </a:lvl4pPr>
            <a:lvl5pPr marL="814367" indent="0">
              <a:lnSpc>
                <a:spcPct val="100000"/>
              </a:lnSpc>
              <a:buNone/>
              <a:defRPr i="1">
                <a:latin typeface="+mn-lt"/>
              </a:defRPr>
            </a:lvl5pPr>
          </a:lstStyle>
          <a:p>
            <a:pPr lvl="0"/>
            <a:r>
              <a:rPr lang="en-US" dirty="0"/>
              <a:t>Optional Subhead here</a:t>
            </a:r>
          </a:p>
        </p:txBody>
      </p:sp>
      <p:sp>
        <p:nvSpPr>
          <p:cNvPr id="15" name="Text Placeholder 3"/>
          <p:cNvSpPr>
            <a:spLocks noGrp="1"/>
          </p:cNvSpPr>
          <p:nvPr>
            <p:ph idx="1"/>
          </p:nvPr>
        </p:nvSpPr>
        <p:spPr>
          <a:xfrm>
            <a:off x="459687" y="1401418"/>
            <a:ext cx="8137665" cy="2932045"/>
          </a:xfrm>
          <a:prstGeom prst="rect">
            <a:avLst/>
          </a:prstGeom>
        </p:spPr>
        <p:txBody>
          <a:bodyPr vert="horz" lIns="91440" tIns="45720" rIns="91440" bIns="45720" rtlCol="0">
            <a:noAutofit/>
          </a:bodyPr>
          <a:lstStyle>
            <a:lvl1pPr>
              <a:buClr>
                <a:schemeClr val="accent1"/>
              </a:buClr>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1488614181"/>
      </p:ext>
    </p:extLst>
  </p:cSld>
  <p:clrMapOvr>
    <a:masterClrMapping/>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9_Bullet Slide-White">
    <p:bg>
      <p:bgRef idx="1001">
        <a:schemeClr val="bg1"/>
      </p:bgRef>
    </p:bg>
    <p:spTree>
      <p:nvGrpSpPr>
        <p:cNvPr id="1" name=""/>
        <p:cNvGrpSpPr/>
        <p:nvPr/>
      </p:nvGrpSpPr>
      <p:grpSpPr>
        <a:xfrm>
          <a:off x="0" y="0"/>
          <a:ext cx="0" cy="0"/>
          <a:chOff x="0" y="0"/>
          <a:chExt cx="0" cy="0"/>
        </a:xfrm>
      </p:grpSpPr>
      <p:sp>
        <p:nvSpPr>
          <p:cNvPr id="10" name="Footer Placeholder 9"/>
          <p:cNvSpPr>
            <a:spLocks noGrp="1"/>
          </p:cNvSpPr>
          <p:nvPr>
            <p:ph type="ftr" sz="quarter" idx="12"/>
          </p:nvPr>
        </p:nvSpPr>
        <p:spPr/>
        <p:txBody>
          <a:bodyPr/>
          <a:lstStyle/>
          <a:p>
            <a:r>
              <a:rPr lang="en-US"/>
              <a:t>Presentation Title</a:t>
            </a:r>
            <a:endParaRPr lang="en-US" dirty="0"/>
          </a:p>
        </p:txBody>
      </p:sp>
      <p:sp>
        <p:nvSpPr>
          <p:cNvPr id="14" name="Slide Number Placeholder 13"/>
          <p:cNvSpPr>
            <a:spLocks noGrp="1"/>
          </p:cNvSpPr>
          <p:nvPr>
            <p:ph type="sldNum" sz="quarter" idx="13"/>
          </p:nvPr>
        </p:nvSpPr>
        <p:spPr/>
        <p:txBody>
          <a:bodyPr/>
          <a:lstStyle/>
          <a:p>
            <a:fld id="{7BCC8D0D-EAEC-449D-9161-023DFF90F2E2}" type="slidenum">
              <a:rPr lang="en-US" smtClean="0"/>
              <a:pPr/>
              <a:t>‹#›</a:t>
            </a:fld>
            <a:endParaRPr lang="en-US" dirty="0"/>
          </a:p>
        </p:txBody>
      </p:sp>
      <p:sp>
        <p:nvSpPr>
          <p:cNvPr id="7" name="Title 15"/>
          <p:cNvSpPr>
            <a:spLocks noGrp="1"/>
          </p:cNvSpPr>
          <p:nvPr>
            <p:ph type="title" hasCustomPrompt="1"/>
          </p:nvPr>
        </p:nvSpPr>
        <p:spPr>
          <a:xfrm>
            <a:off x="453585" y="318752"/>
            <a:ext cx="8173580" cy="458587"/>
          </a:xfrm>
        </p:spPr>
        <p:txBody>
          <a:bodyPr anchor="b">
            <a:noAutofit/>
          </a:bodyPr>
          <a:lstStyle>
            <a:lvl1pPr>
              <a:defRPr sz="2700">
                <a:latin typeface="+mj-lt"/>
              </a:defRPr>
            </a:lvl1pPr>
          </a:lstStyle>
          <a:p>
            <a:r>
              <a:rPr lang="en-US" dirty="0"/>
              <a:t>Slide Title Here</a:t>
            </a:r>
          </a:p>
        </p:txBody>
      </p:sp>
      <p:sp>
        <p:nvSpPr>
          <p:cNvPr id="9" name="Text Placeholder 3"/>
          <p:cNvSpPr>
            <a:spLocks noGrp="1"/>
          </p:cNvSpPr>
          <p:nvPr>
            <p:ph type="body" sz="quarter" idx="15" hasCustomPrompt="1"/>
          </p:nvPr>
        </p:nvSpPr>
        <p:spPr>
          <a:xfrm>
            <a:off x="457202" y="695742"/>
            <a:ext cx="8169964" cy="334897"/>
          </a:xfrm>
          <a:prstGeom prst="rect">
            <a:avLst/>
          </a:prstGeom>
        </p:spPr>
        <p:txBody>
          <a:bodyPr>
            <a:noAutofit/>
          </a:bodyPr>
          <a:lstStyle>
            <a:lvl1pPr marL="0" indent="0">
              <a:lnSpc>
                <a:spcPct val="100000"/>
              </a:lnSpc>
              <a:buNone/>
              <a:defRPr sz="1350" i="0">
                <a:latin typeface="+mn-lt"/>
              </a:defRPr>
            </a:lvl1pPr>
            <a:lvl2pPr marL="172636" indent="0">
              <a:lnSpc>
                <a:spcPct val="100000"/>
              </a:lnSpc>
              <a:buNone/>
              <a:defRPr i="1">
                <a:latin typeface="+mn-lt"/>
              </a:defRPr>
            </a:lvl2pPr>
            <a:lvl3pPr marL="386943" indent="0">
              <a:lnSpc>
                <a:spcPct val="100000"/>
              </a:lnSpc>
              <a:buNone/>
              <a:defRPr i="1">
                <a:latin typeface="+mn-lt"/>
              </a:defRPr>
            </a:lvl3pPr>
            <a:lvl4pPr marL="600060" indent="0">
              <a:lnSpc>
                <a:spcPct val="100000"/>
              </a:lnSpc>
              <a:buNone/>
              <a:defRPr i="1">
                <a:latin typeface="+mn-lt"/>
              </a:defRPr>
            </a:lvl4pPr>
            <a:lvl5pPr marL="814367" indent="0">
              <a:lnSpc>
                <a:spcPct val="100000"/>
              </a:lnSpc>
              <a:buNone/>
              <a:defRPr i="1">
                <a:latin typeface="+mn-lt"/>
              </a:defRPr>
            </a:lvl5pPr>
          </a:lstStyle>
          <a:p>
            <a:pPr lvl="0"/>
            <a:r>
              <a:rPr lang="en-US" dirty="0"/>
              <a:t>Optional Subhead here</a:t>
            </a:r>
          </a:p>
        </p:txBody>
      </p:sp>
      <p:sp>
        <p:nvSpPr>
          <p:cNvPr id="8" name="Text Placeholder 3"/>
          <p:cNvSpPr>
            <a:spLocks noGrp="1"/>
          </p:cNvSpPr>
          <p:nvPr>
            <p:ph idx="1"/>
          </p:nvPr>
        </p:nvSpPr>
        <p:spPr>
          <a:xfrm>
            <a:off x="459687" y="1401418"/>
            <a:ext cx="8137665" cy="2932045"/>
          </a:xfrm>
          <a:prstGeom prst="rect">
            <a:avLst/>
          </a:prstGeom>
        </p:spPr>
        <p:txBody>
          <a:bodyPr vert="horz" lIns="91440" tIns="45720" rIns="9144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795090091"/>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3_Bullet Slide">
    <p:spTree>
      <p:nvGrpSpPr>
        <p:cNvPr id="1" name=""/>
        <p:cNvGrpSpPr/>
        <p:nvPr/>
      </p:nvGrpSpPr>
      <p:grpSpPr>
        <a:xfrm>
          <a:off x="0" y="0"/>
          <a:ext cx="0" cy="0"/>
          <a:chOff x="0" y="0"/>
          <a:chExt cx="0" cy="0"/>
        </a:xfrm>
      </p:grpSpPr>
      <p:sp>
        <p:nvSpPr>
          <p:cNvPr id="10" name="Footer Placeholder 9"/>
          <p:cNvSpPr>
            <a:spLocks noGrp="1"/>
          </p:cNvSpPr>
          <p:nvPr>
            <p:ph type="ftr" sz="quarter" idx="12"/>
          </p:nvPr>
        </p:nvSpPr>
        <p:spPr/>
        <p:txBody>
          <a:bodyPr/>
          <a:lstStyle/>
          <a:p>
            <a:r>
              <a:rPr lang="en-US"/>
              <a:t>Presentation Title</a:t>
            </a:r>
            <a:endParaRPr lang="en-US" dirty="0"/>
          </a:p>
        </p:txBody>
      </p:sp>
      <p:sp>
        <p:nvSpPr>
          <p:cNvPr id="14" name="Slide Number Placeholder 13"/>
          <p:cNvSpPr>
            <a:spLocks noGrp="1"/>
          </p:cNvSpPr>
          <p:nvPr>
            <p:ph type="sldNum" sz="quarter" idx="13"/>
          </p:nvPr>
        </p:nvSpPr>
        <p:spPr/>
        <p:txBody>
          <a:bodyPr/>
          <a:lstStyle/>
          <a:p>
            <a:fld id="{7BCC8D0D-EAEC-449D-9161-023DFF90F2E2}" type="slidenum">
              <a:rPr lang="en-US" smtClean="0"/>
              <a:pPr/>
              <a:t>‹#›</a:t>
            </a:fld>
            <a:endParaRPr lang="en-US" dirty="0"/>
          </a:p>
        </p:txBody>
      </p:sp>
      <p:sp>
        <p:nvSpPr>
          <p:cNvPr id="11" name="Title 15"/>
          <p:cNvSpPr>
            <a:spLocks noGrp="1"/>
          </p:cNvSpPr>
          <p:nvPr>
            <p:ph type="title" hasCustomPrompt="1"/>
          </p:nvPr>
        </p:nvSpPr>
        <p:spPr>
          <a:xfrm>
            <a:off x="453585" y="318752"/>
            <a:ext cx="8173580" cy="458587"/>
          </a:xfrm>
        </p:spPr>
        <p:txBody>
          <a:bodyPr anchor="b">
            <a:noAutofit/>
          </a:bodyPr>
          <a:lstStyle>
            <a:lvl1pPr>
              <a:defRPr sz="2700">
                <a:latin typeface="+mj-lt"/>
              </a:defRPr>
            </a:lvl1pPr>
          </a:lstStyle>
          <a:p>
            <a:r>
              <a:rPr lang="en-US" dirty="0"/>
              <a:t>Slide Title Here</a:t>
            </a:r>
          </a:p>
        </p:txBody>
      </p:sp>
      <p:sp>
        <p:nvSpPr>
          <p:cNvPr id="12" name="Text Placeholder 3"/>
          <p:cNvSpPr>
            <a:spLocks noGrp="1"/>
          </p:cNvSpPr>
          <p:nvPr>
            <p:ph type="body" sz="quarter" idx="15" hasCustomPrompt="1"/>
          </p:nvPr>
        </p:nvSpPr>
        <p:spPr>
          <a:xfrm>
            <a:off x="457202" y="695742"/>
            <a:ext cx="8169964" cy="334897"/>
          </a:xfrm>
          <a:prstGeom prst="rect">
            <a:avLst/>
          </a:prstGeom>
        </p:spPr>
        <p:txBody>
          <a:bodyPr>
            <a:noAutofit/>
          </a:bodyPr>
          <a:lstStyle>
            <a:lvl1pPr marL="0" indent="0">
              <a:lnSpc>
                <a:spcPct val="100000"/>
              </a:lnSpc>
              <a:buNone/>
              <a:defRPr sz="1350" i="0">
                <a:latin typeface="+mn-lt"/>
              </a:defRPr>
            </a:lvl1pPr>
            <a:lvl2pPr marL="172636" indent="0">
              <a:lnSpc>
                <a:spcPct val="100000"/>
              </a:lnSpc>
              <a:buNone/>
              <a:defRPr i="1">
                <a:latin typeface="+mn-lt"/>
              </a:defRPr>
            </a:lvl2pPr>
            <a:lvl3pPr marL="386943" indent="0">
              <a:lnSpc>
                <a:spcPct val="100000"/>
              </a:lnSpc>
              <a:buNone/>
              <a:defRPr i="1">
                <a:latin typeface="+mn-lt"/>
              </a:defRPr>
            </a:lvl3pPr>
            <a:lvl4pPr marL="600060" indent="0">
              <a:lnSpc>
                <a:spcPct val="100000"/>
              </a:lnSpc>
              <a:buNone/>
              <a:defRPr i="1">
                <a:latin typeface="+mn-lt"/>
              </a:defRPr>
            </a:lvl4pPr>
            <a:lvl5pPr marL="814367" indent="0">
              <a:lnSpc>
                <a:spcPct val="100000"/>
              </a:lnSpc>
              <a:buNone/>
              <a:defRPr i="1">
                <a:latin typeface="+mn-lt"/>
              </a:defRPr>
            </a:lvl5pPr>
          </a:lstStyle>
          <a:p>
            <a:pPr lvl="0"/>
            <a:r>
              <a:rPr lang="en-US" dirty="0"/>
              <a:t>Optional Subhead here</a:t>
            </a:r>
          </a:p>
        </p:txBody>
      </p:sp>
      <p:sp>
        <p:nvSpPr>
          <p:cNvPr id="15" name="Text Placeholder 3"/>
          <p:cNvSpPr>
            <a:spLocks noGrp="1"/>
          </p:cNvSpPr>
          <p:nvPr>
            <p:ph idx="1"/>
          </p:nvPr>
        </p:nvSpPr>
        <p:spPr>
          <a:xfrm>
            <a:off x="459687" y="1401418"/>
            <a:ext cx="8137665" cy="2932045"/>
          </a:xfrm>
          <a:prstGeom prst="rect">
            <a:avLst/>
          </a:prstGeom>
        </p:spPr>
        <p:txBody>
          <a:bodyPr vert="horz" lIns="91440" tIns="45720" rIns="91440" bIns="45720" rtlCol="0">
            <a:noAutofit/>
          </a:bodyPr>
          <a:lstStyle>
            <a:lvl1pPr>
              <a:buClr>
                <a:schemeClr val="accent1"/>
              </a:buClr>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4259847930"/>
      </p:ext>
    </p:extLst>
  </p:cSld>
  <p:clrMapOvr>
    <a:masterClrMapping/>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4_Bullet Slide">
    <p:spTree>
      <p:nvGrpSpPr>
        <p:cNvPr id="1" name=""/>
        <p:cNvGrpSpPr/>
        <p:nvPr/>
      </p:nvGrpSpPr>
      <p:grpSpPr>
        <a:xfrm>
          <a:off x="0" y="0"/>
          <a:ext cx="0" cy="0"/>
          <a:chOff x="0" y="0"/>
          <a:chExt cx="0" cy="0"/>
        </a:xfrm>
      </p:grpSpPr>
      <p:sp>
        <p:nvSpPr>
          <p:cNvPr id="10" name="Footer Placeholder 9"/>
          <p:cNvSpPr>
            <a:spLocks noGrp="1"/>
          </p:cNvSpPr>
          <p:nvPr>
            <p:ph type="ftr" sz="quarter" idx="12"/>
          </p:nvPr>
        </p:nvSpPr>
        <p:spPr/>
        <p:txBody>
          <a:bodyPr/>
          <a:lstStyle/>
          <a:p>
            <a:r>
              <a:rPr lang="en-US"/>
              <a:t>Presentation Title</a:t>
            </a:r>
            <a:endParaRPr lang="en-US" dirty="0"/>
          </a:p>
        </p:txBody>
      </p:sp>
      <p:sp>
        <p:nvSpPr>
          <p:cNvPr id="14" name="Slide Number Placeholder 13"/>
          <p:cNvSpPr>
            <a:spLocks noGrp="1"/>
          </p:cNvSpPr>
          <p:nvPr>
            <p:ph type="sldNum" sz="quarter" idx="13"/>
          </p:nvPr>
        </p:nvSpPr>
        <p:spPr/>
        <p:txBody>
          <a:bodyPr/>
          <a:lstStyle/>
          <a:p>
            <a:fld id="{7BCC8D0D-EAEC-449D-9161-023DFF90F2E2}" type="slidenum">
              <a:rPr lang="en-US" smtClean="0"/>
              <a:pPr/>
              <a:t>‹#›</a:t>
            </a:fld>
            <a:endParaRPr lang="en-US" dirty="0"/>
          </a:p>
        </p:txBody>
      </p:sp>
      <p:sp>
        <p:nvSpPr>
          <p:cNvPr id="11" name="Title 15"/>
          <p:cNvSpPr>
            <a:spLocks noGrp="1"/>
          </p:cNvSpPr>
          <p:nvPr>
            <p:ph type="title" hasCustomPrompt="1"/>
          </p:nvPr>
        </p:nvSpPr>
        <p:spPr>
          <a:xfrm>
            <a:off x="453585" y="318752"/>
            <a:ext cx="8173580" cy="458587"/>
          </a:xfrm>
        </p:spPr>
        <p:txBody>
          <a:bodyPr anchor="b">
            <a:noAutofit/>
          </a:bodyPr>
          <a:lstStyle>
            <a:lvl1pPr>
              <a:defRPr sz="2700">
                <a:latin typeface="+mj-lt"/>
              </a:defRPr>
            </a:lvl1pPr>
          </a:lstStyle>
          <a:p>
            <a:r>
              <a:rPr lang="en-US" dirty="0"/>
              <a:t>Slide Title Here</a:t>
            </a:r>
          </a:p>
        </p:txBody>
      </p:sp>
      <p:sp>
        <p:nvSpPr>
          <p:cNvPr id="12" name="Text Placeholder 3"/>
          <p:cNvSpPr>
            <a:spLocks noGrp="1"/>
          </p:cNvSpPr>
          <p:nvPr>
            <p:ph type="body" sz="quarter" idx="15" hasCustomPrompt="1"/>
          </p:nvPr>
        </p:nvSpPr>
        <p:spPr>
          <a:xfrm>
            <a:off x="457202" y="695742"/>
            <a:ext cx="8169964" cy="334897"/>
          </a:xfrm>
          <a:prstGeom prst="rect">
            <a:avLst/>
          </a:prstGeom>
        </p:spPr>
        <p:txBody>
          <a:bodyPr>
            <a:noAutofit/>
          </a:bodyPr>
          <a:lstStyle>
            <a:lvl1pPr marL="0" indent="0">
              <a:lnSpc>
                <a:spcPct val="100000"/>
              </a:lnSpc>
              <a:buNone/>
              <a:defRPr sz="1350" i="0">
                <a:latin typeface="+mn-lt"/>
              </a:defRPr>
            </a:lvl1pPr>
            <a:lvl2pPr marL="172636" indent="0">
              <a:lnSpc>
                <a:spcPct val="100000"/>
              </a:lnSpc>
              <a:buNone/>
              <a:defRPr i="1">
                <a:latin typeface="+mn-lt"/>
              </a:defRPr>
            </a:lvl2pPr>
            <a:lvl3pPr marL="386943" indent="0">
              <a:lnSpc>
                <a:spcPct val="100000"/>
              </a:lnSpc>
              <a:buNone/>
              <a:defRPr i="1">
                <a:latin typeface="+mn-lt"/>
              </a:defRPr>
            </a:lvl3pPr>
            <a:lvl4pPr marL="600060" indent="0">
              <a:lnSpc>
                <a:spcPct val="100000"/>
              </a:lnSpc>
              <a:buNone/>
              <a:defRPr i="1">
                <a:latin typeface="+mn-lt"/>
              </a:defRPr>
            </a:lvl4pPr>
            <a:lvl5pPr marL="814367" indent="0">
              <a:lnSpc>
                <a:spcPct val="100000"/>
              </a:lnSpc>
              <a:buNone/>
              <a:defRPr i="1">
                <a:latin typeface="+mn-lt"/>
              </a:defRPr>
            </a:lvl5pPr>
          </a:lstStyle>
          <a:p>
            <a:pPr lvl="0"/>
            <a:r>
              <a:rPr lang="en-US" dirty="0"/>
              <a:t>Optional Subhead here</a:t>
            </a:r>
          </a:p>
        </p:txBody>
      </p:sp>
      <p:sp>
        <p:nvSpPr>
          <p:cNvPr id="15" name="Text Placeholder 3"/>
          <p:cNvSpPr>
            <a:spLocks noGrp="1"/>
          </p:cNvSpPr>
          <p:nvPr>
            <p:ph idx="1"/>
          </p:nvPr>
        </p:nvSpPr>
        <p:spPr>
          <a:xfrm>
            <a:off x="459687" y="1401418"/>
            <a:ext cx="8137665" cy="2932045"/>
          </a:xfrm>
          <a:prstGeom prst="rect">
            <a:avLst/>
          </a:prstGeom>
        </p:spPr>
        <p:txBody>
          <a:bodyPr vert="horz" lIns="91440" tIns="45720" rIns="91440" bIns="45720" rtlCol="0">
            <a:noAutofit/>
          </a:bodyPr>
          <a:lstStyle>
            <a:lvl1pPr>
              <a:buClr>
                <a:schemeClr val="accent1"/>
              </a:buClr>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1963134260"/>
      </p:ext>
    </p:extLst>
  </p:cSld>
  <p:clrMapOvr>
    <a:masterClrMapping/>
  </p:clrMapOvr>
  <p:transition>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ver – Blue1">
    <p:bg>
      <p:bgRef idx="1001">
        <a:schemeClr val="bg1"/>
      </p:bgRef>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D1AE669D-9E26-BE4D-A3DF-A4808A1D067E}"/>
              </a:ext>
            </a:extLst>
          </p:cNvPr>
          <p:cNvPicPr>
            <a:picLocks noChangeAspect="1"/>
          </p:cNvPicPr>
          <p:nvPr userDrawn="1"/>
        </p:nvPicPr>
        <p:blipFill rotWithShape="1">
          <a:blip r:embed="rId2">
            <a:extLst>
              <a:ext uri="{28A0092B-C50C-407E-A947-70E740481C1C}">
                <a14:useLocalDpi xmlns:a14="http://schemas.microsoft.com/office/drawing/2010/main"/>
              </a:ext>
            </a:extLst>
          </a:blip>
          <a:srcRect/>
          <a:stretch/>
        </p:blipFill>
        <p:spPr>
          <a:xfrm>
            <a:off x="0" y="275692"/>
            <a:ext cx="9144000" cy="4867808"/>
          </a:xfrm>
          <a:prstGeom prst="rect">
            <a:avLst/>
          </a:prstGeom>
        </p:spPr>
      </p:pic>
      <p:sp>
        <p:nvSpPr>
          <p:cNvPr id="2" name="Rectangle 1"/>
          <p:cNvSpPr/>
          <p:nvPr userDrawn="1"/>
        </p:nvSpPr>
        <p:spPr bwMode="auto">
          <a:xfrm>
            <a:off x="502920" y="1"/>
            <a:ext cx="5666935" cy="4304714"/>
          </a:xfrm>
          <a:prstGeom prst="rect">
            <a:avLst/>
          </a:prstGeom>
          <a:solidFill>
            <a:schemeClr val="tx1"/>
          </a:solidFill>
          <a:ln w="19050" algn="ctr">
            <a:noFill/>
            <a:miter lim="800000"/>
            <a:headEnd/>
            <a:tailEnd/>
          </a:ln>
        </p:spPr>
        <p:txBody>
          <a:bodyPr wrap="none" rtlCol="0" anchor="ctr"/>
          <a:lstStyle/>
          <a:p>
            <a:pPr algn="ctr">
              <a:lnSpc>
                <a:spcPct val="90000"/>
              </a:lnSpc>
            </a:pPr>
            <a:endParaRPr lang="en-US" sz="1600" b="0" i="0" dirty="0" err="1">
              <a:solidFill>
                <a:schemeClr val="tx1"/>
              </a:solidFill>
              <a:latin typeface="Arial" panose="020B0604020202020204" pitchFamily="34" charset="0"/>
            </a:endParaRPr>
          </a:p>
        </p:txBody>
      </p:sp>
      <p:sp>
        <p:nvSpPr>
          <p:cNvPr id="10" name="Date Placeholder 4"/>
          <p:cNvSpPr>
            <a:spLocks noGrp="1"/>
          </p:cNvSpPr>
          <p:nvPr>
            <p:ph type="dt" sz="half" idx="2"/>
          </p:nvPr>
        </p:nvSpPr>
        <p:spPr>
          <a:xfrm>
            <a:off x="686298" y="3869451"/>
            <a:ext cx="1925338" cy="178955"/>
          </a:xfrm>
          <a:prstGeom prst="rect">
            <a:avLst/>
          </a:prstGeom>
        </p:spPr>
        <p:txBody>
          <a:bodyPr vert="horz" wrap="square" lIns="91440" tIns="0" rIns="91440" bIns="0" rtlCol="0" anchor="b" anchorCtr="0">
            <a:noAutofit/>
          </a:bodyPr>
          <a:lstStyle>
            <a:lvl1pPr algn="l">
              <a:defRPr sz="1200" b="0" i="0">
                <a:solidFill>
                  <a:schemeClr val="bg1"/>
                </a:solidFill>
                <a:latin typeface="Arial" panose="020B0604020202020204" pitchFamily="34" charset="0"/>
                <a:cs typeface="Arial" panose="020B0604020202020204" pitchFamily="34" charset="0"/>
              </a:defRPr>
            </a:lvl1pPr>
          </a:lstStyle>
          <a:p>
            <a:fld id="{199763C0-80D9-8D42-B900-9C5810713DB1}" type="datetime1">
              <a:rPr lang="en-US" smtClean="0"/>
              <a:t>3/17/26</a:t>
            </a:fld>
            <a:endParaRPr lang="en-US" dirty="0"/>
          </a:p>
        </p:txBody>
      </p:sp>
      <p:sp>
        <p:nvSpPr>
          <p:cNvPr id="12" name="Text Placeholder 2"/>
          <p:cNvSpPr>
            <a:spLocks noGrp="1"/>
          </p:cNvSpPr>
          <p:nvPr>
            <p:ph type="body" sz="quarter" idx="10" hasCustomPrompt="1"/>
          </p:nvPr>
        </p:nvSpPr>
        <p:spPr>
          <a:xfrm>
            <a:off x="684693" y="3355289"/>
            <a:ext cx="4191461" cy="426719"/>
          </a:xfrm>
          <a:prstGeom prst="rect">
            <a:avLst/>
          </a:prstGeom>
        </p:spPr>
        <p:txBody>
          <a:bodyPr vert="horz" wrap="square" lIns="91440" tIns="0" rIns="91440" bIns="0" rtlCol="0" anchor="b" anchorCtr="0">
            <a:noAutofit/>
          </a:bodyPr>
          <a:lstStyle>
            <a:lvl1pPr marL="0" indent="0">
              <a:lnSpc>
                <a:spcPct val="100000"/>
              </a:lnSpc>
              <a:spcBef>
                <a:spcPts val="0"/>
              </a:spcBef>
              <a:spcAft>
                <a:spcPts val="0"/>
              </a:spcAft>
              <a:buNone/>
              <a:defRPr lang="en-US" sz="1600" b="0" i="0" baseline="0" dirty="0" smtClean="0">
                <a:solidFill>
                  <a:schemeClr val="bg1"/>
                </a:solidFill>
                <a:cs typeface="Arial" panose="020B0604020202020204" pitchFamily="34" charset="0"/>
              </a:defRPr>
            </a:lvl1pPr>
            <a:lvl2pPr>
              <a:defRPr lang="en-US" sz="1800" dirty="0" smtClean="0">
                <a:latin typeface="+mn-lt"/>
              </a:defRPr>
            </a:lvl2pPr>
            <a:lvl3pPr>
              <a:defRPr lang="en-US" sz="1800" dirty="0" smtClean="0">
                <a:latin typeface="+mn-lt"/>
              </a:defRPr>
            </a:lvl3pPr>
            <a:lvl4pPr>
              <a:defRPr lang="en-US" sz="1800" dirty="0" smtClean="0">
                <a:latin typeface="+mn-lt"/>
              </a:defRPr>
            </a:lvl4pPr>
            <a:lvl5pPr>
              <a:defRPr lang="en-US" sz="1800" dirty="0">
                <a:latin typeface="+mn-lt"/>
              </a:defRPr>
            </a:lvl5pPr>
          </a:lstStyle>
          <a:p>
            <a:pPr marL="0" lvl="0"/>
            <a:r>
              <a:rPr lang="en-US" dirty="0"/>
              <a:t>Presenter’s Name</a:t>
            </a:r>
          </a:p>
        </p:txBody>
      </p:sp>
      <p:sp>
        <p:nvSpPr>
          <p:cNvPr id="13" name="Title 15">
            <a:extLst>
              <a:ext uri="{FF2B5EF4-FFF2-40B4-BE49-F238E27FC236}">
                <a16:creationId xmlns:a16="http://schemas.microsoft.com/office/drawing/2014/main" id="{7DAA724C-3107-8C4A-A46D-AB498B3D6B3F}"/>
              </a:ext>
            </a:extLst>
          </p:cNvPr>
          <p:cNvSpPr>
            <a:spLocks noGrp="1"/>
          </p:cNvSpPr>
          <p:nvPr>
            <p:ph type="title" hasCustomPrompt="1"/>
          </p:nvPr>
        </p:nvSpPr>
        <p:spPr>
          <a:xfrm>
            <a:off x="669972" y="1127897"/>
            <a:ext cx="4976447" cy="1311963"/>
          </a:xfrm>
        </p:spPr>
        <p:txBody>
          <a:bodyPr anchor="b">
            <a:noAutofit/>
          </a:bodyPr>
          <a:lstStyle>
            <a:lvl1pPr>
              <a:defRPr sz="3600" b="0" i="0" baseline="0">
                <a:solidFill>
                  <a:schemeClr val="bg1"/>
                </a:solidFill>
                <a:latin typeface="+mj-lt"/>
              </a:defRPr>
            </a:lvl1pPr>
          </a:lstStyle>
          <a:p>
            <a:r>
              <a:rPr lang="en-US" dirty="0"/>
              <a:t>Title Here</a:t>
            </a:r>
          </a:p>
        </p:txBody>
      </p:sp>
      <p:sp>
        <p:nvSpPr>
          <p:cNvPr id="15" name="Text Placeholder 3">
            <a:extLst>
              <a:ext uri="{FF2B5EF4-FFF2-40B4-BE49-F238E27FC236}">
                <a16:creationId xmlns:a16="http://schemas.microsoft.com/office/drawing/2014/main" id="{A9573359-3223-304A-9E4E-E3990C977311}"/>
              </a:ext>
            </a:extLst>
          </p:cNvPr>
          <p:cNvSpPr>
            <a:spLocks noGrp="1"/>
          </p:cNvSpPr>
          <p:nvPr>
            <p:ph type="body" sz="quarter" idx="15" hasCustomPrompt="1"/>
          </p:nvPr>
        </p:nvSpPr>
        <p:spPr>
          <a:xfrm>
            <a:off x="673589" y="2526001"/>
            <a:ext cx="4972830" cy="508220"/>
          </a:xfrm>
          <a:prstGeom prst="rect">
            <a:avLst/>
          </a:prstGeom>
        </p:spPr>
        <p:txBody>
          <a:bodyPr>
            <a:noAutofit/>
          </a:bodyPr>
          <a:lstStyle>
            <a:lvl1pPr marL="0" indent="0" algn="l">
              <a:lnSpc>
                <a:spcPct val="100000"/>
              </a:lnSpc>
              <a:buNone/>
              <a:defRPr sz="1600" b="0" i="0">
                <a:solidFill>
                  <a:schemeClr val="bg1"/>
                </a:solidFill>
                <a:latin typeface="Arial" panose="020B0604020202020204" pitchFamily="34" charset="0"/>
                <a:ea typeface="Helvetica Neue" panose="02000503000000020004" pitchFamily="2" charset="0"/>
                <a:cs typeface="Arial" panose="020B0604020202020204" pitchFamily="34" charset="0"/>
              </a:defRPr>
            </a:lvl1pPr>
            <a:lvl2pPr marL="230181" indent="0">
              <a:lnSpc>
                <a:spcPct val="100000"/>
              </a:lnSpc>
              <a:buNone/>
              <a:defRPr i="1">
                <a:latin typeface="+mn-lt"/>
              </a:defRPr>
            </a:lvl2pPr>
            <a:lvl3pPr marL="515924" indent="0">
              <a:lnSpc>
                <a:spcPct val="100000"/>
              </a:lnSpc>
              <a:buNone/>
              <a:defRPr i="1">
                <a:latin typeface="+mn-lt"/>
              </a:defRPr>
            </a:lvl3pPr>
            <a:lvl4pPr marL="800080" indent="0">
              <a:lnSpc>
                <a:spcPct val="100000"/>
              </a:lnSpc>
              <a:buNone/>
              <a:defRPr i="1">
                <a:latin typeface="+mn-lt"/>
              </a:defRPr>
            </a:lvl4pPr>
            <a:lvl5pPr marL="1085823" indent="0">
              <a:lnSpc>
                <a:spcPct val="100000"/>
              </a:lnSpc>
              <a:buNone/>
              <a:defRPr i="1">
                <a:latin typeface="+mn-lt"/>
              </a:defRPr>
            </a:lvl5pPr>
          </a:lstStyle>
          <a:p>
            <a:pPr lvl="0"/>
            <a:r>
              <a:rPr lang="en-US" dirty="0"/>
              <a:t>Optional Subhead Here</a:t>
            </a:r>
          </a:p>
        </p:txBody>
      </p:sp>
      <p:pic>
        <p:nvPicPr>
          <p:cNvPr id="9" name="Picture 8">
            <a:extLst>
              <a:ext uri="{FF2B5EF4-FFF2-40B4-BE49-F238E27FC236}">
                <a16:creationId xmlns:a16="http://schemas.microsoft.com/office/drawing/2014/main" id="{5176D520-90F1-FE46-8D82-9EBEB41208E5}"/>
              </a:ext>
            </a:extLst>
          </p:cNvPr>
          <p:cNvPicPr>
            <a:picLocks noChangeAspect="1"/>
          </p:cNvPicPr>
          <p:nvPr userDrawn="1"/>
        </p:nvPicPr>
        <p:blipFill>
          <a:blip r:embed="rId3"/>
          <a:srcRect/>
          <a:stretch/>
        </p:blipFill>
        <p:spPr>
          <a:xfrm>
            <a:off x="925052" y="297068"/>
            <a:ext cx="1444176" cy="446687"/>
          </a:xfrm>
          <a:prstGeom prst="rect">
            <a:avLst/>
          </a:prstGeom>
        </p:spPr>
      </p:pic>
    </p:spTree>
    <p:extLst>
      <p:ext uri="{BB962C8B-B14F-4D97-AF65-F5344CB8AC3E}">
        <p14:creationId xmlns:p14="http://schemas.microsoft.com/office/powerpoint/2010/main" val="375286158"/>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1620" userDrawn="1">
          <p15:clr>
            <a:srgbClr val="FBAE40"/>
          </p15:clr>
        </p15:guide>
        <p15:guide id="2" pos="480" userDrawn="1">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ver – Teal1">
    <p:bg>
      <p:bgRef idx="1001">
        <a:schemeClr val="bg1"/>
      </p:bgRef>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6876EF25-C5D0-8C4C-9182-BE4D034F5FDF}"/>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301752" y="169986"/>
            <a:ext cx="8828721" cy="4973513"/>
          </a:xfrm>
          <a:prstGeom prst="rect">
            <a:avLst/>
          </a:prstGeom>
        </p:spPr>
      </p:pic>
      <p:sp>
        <p:nvSpPr>
          <p:cNvPr id="2" name="Rectangle 1"/>
          <p:cNvSpPr/>
          <p:nvPr userDrawn="1"/>
        </p:nvSpPr>
        <p:spPr bwMode="auto">
          <a:xfrm>
            <a:off x="502920" y="1"/>
            <a:ext cx="5666935" cy="4304714"/>
          </a:xfrm>
          <a:prstGeom prst="rect">
            <a:avLst/>
          </a:prstGeom>
          <a:solidFill>
            <a:schemeClr val="accent2"/>
          </a:solidFill>
          <a:ln w="19050" algn="ctr">
            <a:noFill/>
            <a:miter lim="800000"/>
            <a:headEnd/>
            <a:tailEnd/>
          </a:ln>
        </p:spPr>
        <p:txBody>
          <a:bodyPr wrap="none" rtlCol="0" anchor="ctr"/>
          <a:lstStyle/>
          <a:p>
            <a:pPr algn="ctr">
              <a:lnSpc>
                <a:spcPct val="90000"/>
              </a:lnSpc>
            </a:pPr>
            <a:endParaRPr lang="en-US" sz="1600" b="0" i="0" dirty="0" err="1">
              <a:solidFill>
                <a:schemeClr val="tx1"/>
              </a:solidFill>
              <a:latin typeface="Arial" panose="020B0604020202020204" pitchFamily="34" charset="0"/>
            </a:endParaRPr>
          </a:p>
        </p:txBody>
      </p:sp>
      <p:sp>
        <p:nvSpPr>
          <p:cNvPr id="14" name="Date Placeholder 4">
            <a:extLst>
              <a:ext uri="{FF2B5EF4-FFF2-40B4-BE49-F238E27FC236}">
                <a16:creationId xmlns:a16="http://schemas.microsoft.com/office/drawing/2014/main" id="{3BFC587D-F4CD-7648-95B7-35FDAB00708D}"/>
              </a:ext>
            </a:extLst>
          </p:cNvPr>
          <p:cNvSpPr>
            <a:spLocks noGrp="1"/>
          </p:cNvSpPr>
          <p:nvPr>
            <p:ph type="dt" sz="half" idx="2"/>
          </p:nvPr>
        </p:nvSpPr>
        <p:spPr>
          <a:xfrm>
            <a:off x="686298" y="3869451"/>
            <a:ext cx="1925338" cy="178955"/>
          </a:xfrm>
          <a:prstGeom prst="rect">
            <a:avLst/>
          </a:prstGeom>
        </p:spPr>
        <p:txBody>
          <a:bodyPr vert="horz" wrap="square" lIns="91440" tIns="0" rIns="91440" bIns="0" rtlCol="0" anchor="b" anchorCtr="0">
            <a:noAutofit/>
          </a:bodyPr>
          <a:lstStyle>
            <a:lvl1pPr algn="l">
              <a:defRPr sz="1200" b="0" i="0">
                <a:solidFill>
                  <a:schemeClr val="bg1"/>
                </a:solidFill>
                <a:latin typeface="Arial" panose="020B0604020202020204" pitchFamily="34" charset="0"/>
                <a:cs typeface="Arial" panose="020B0604020202020204" pitchFamily="34" charset="0"/>
              </a:defRPr>
            </a:lvl1pPr>
          </a:lstStyle>
          <a:p>
            <a:fld id="{5E758B97-1F12-914B-8A88-08F79B27CB21}" type="datetime1">
              <a:rPr lang="en-US" smtClean="0"/>
              <a:t>3/17/26</a:t>
            </a:fld>
            <a:endParaRPr lang="en-US" dirty="0"/>
          </a:p>
        </p:txBody>
      </p:sp>
      <p:sp>
        <p:nvSpPr>
          <p:cNvPr id="15" name="Text Placeholder 2">
            <a:extLst>
              <a:ext uri="{FF2B5EF4-FFF2-40B4-BE49-F238E27FC236}">
                <a16:creationId xmlns:a16="http://schemas.microsoft.com/office/drawing/2014/main" id="{2321EFAD-F786-464B-B3E8-5DEEB972AF4D}"/>
              </a:ext>
            </a:extLst>
          </p:cNvPr>
          <p:cNvSpPr>
            <a:spLocks noGrp="1"/>
          </p:cNvSpPr>
          <p:nvPr>
            <p:ph type="body" sz="quarter" idx="10" hasCustomPrompt="1"/>
          </p:nvPr>
        </p:nvSpPr>
        <p:spPr>
          <a:xfrm>
            <a:off x="684693" y="3355289"/>
            <a:ext cx="4191461" cy="426719"/>
          </a:xfrm>
          <a:prstGeom prst="rect">
            <a:avLst/>
          </a:prstGeom>
        </p:spPr>
        <p:txBody>
          <a:bodyPr vert="horz" wrap="square" lIns="91440" tIns="0" rIns="91440" bIns="0" rtlCol="0" anchor="b" anchorCtr="0">
            <a:noAutofit/>
          </a:bodyPr>
          <a:lstStyle>
            <a:lvl1pPr marL="0" indent="0">
              <a:lnSpc>
                <a:spcPct val="100000"/>
              </a:lnSpc>
              <a:spcBef>
                <a:spcPts val="0"/>
              </a:spcBef>
              <a:spcAft>
                <a:spcPts val="0"/>
              </a:spcAft>
              <a:buNone/>
              <a:defRPr lang="en-US" sz="1600" b="0" i="0" baseline="0" dirty="0" smtClean="0">
                <a:solidFill>
                  <a:schemeClr val="bg1"/>
                </a:solidFill>
                <a:cs typeface="Arial" panose="020B0604020202020204" pitchFamily="34" charset="0"/>
              </a:defRPr>
            </a:lvl1pPr>
            <a:lvl2pPr>
              <a:defRPr lang="en-US" sz="1800" dirty="0" smtClean="0">
                <a:latin typeface="+mn-lt"/>
              </a:defRPr>
            </a:lvl2pPr>
            <a:lvl3pPr>
              <a:defRPr lang="en-US" sz="1800" dirty="0" smtClean="0">
                <a:latin typeface="+mn-lt"/>
              </a:defRPr>
            </a:lvl3pPr>
            <a:lvl4pPr>
              <a:defRPr lang="en-US" sz="1800" dirty="0" smtClean="0">
                <a:latin typeface="+mn-lt"/>
              </a:defRPr>
            </a:lvl4pPr>
            <a:lvl5pPr>
              <a:defRPr lang="en-US" sz="1800" dirty="0">
                <a:latin typeface="+mn-lt"/>
              </a:defRPr>
            </a:lvl5pPr>
          </a:lstStyle>
          <a:p>
            <a:pPr marL="0" lvl="0"/>
            <a:r>
              <a:rPr lang="en-US" dirty="0"/>
              <a:t>Presenter’s Name</a:t>
            </a:r>
          </a:p>
        </p:txBody>
      </p:sp>
      <p:sp>
        <p:nvSpPr>
          <p:cNvPr id="10" name="Title 15">
            <a:extLst>
              <a:ext uri="{FF2B5EF4-FFF2-40B4-BE49-F238E27FC236}">
                <a16:creationId xmlns:a16="http://schemas.microsoft.com/office/drawing/2014/main" id="{1D80BBCD-01AA-2048-816B-1926C338266F}"/>
              </a:ext>
            </a:extLst>
          </p:cNvPr>
          <p:cNvSpPr>
            <a:spLocks noGrp="1"/>
          </p:cNvSpPr>
          <p:nvPr>
            <p:ph type="title" hasCustomPrompt="1"/>
          </p:nvPr>
        </p:nvSpPr>
        <p:spPr>
          <a:xfrm>
            <a:off x="669972" y="1127897"/>
            <a:ext cx="4976447" cy="1311963"/>
          </a:xfrm>
        </p:spPr>
        <p:txBody>
          <a:bodyPr anchor="b">
            <a:noAutofit/>
          </a:bodyPr>
          <a:lstStyle>
            <a:lvl1pPr>
              <a:defRPr sz="3600" b="0" i="0" baseline="0">
                <a:solidFill>
                  <a:schemeClr val="bg1"/>
                </a:solidFill>
                <a:latin typeface="+mj-lt"/>
              </a:defRPr>
            </a:lvl1pPr>
          </a:lstStyle>
          <a:p>
            <a:r>
              <a:rPr lang="en-US" dirty="0"/>
              <a:t>Title Here</a:t>
            </a:r>
          </a:p>
        </p:txBody>
      </p:sp>
      <p:sp>
        <p:nvSpPr>
          <p:cNvPr id="16" name="Text Placeholder 3">
            <a:extLst>
              <a:ext uri="{FF2B5EF4-FFF2-40B4-BE49-F238E27FC236}">
                <a16:creationId xmlns:a16="http://schemas.microsoft.com/office/drawing/2014/main" id="{CF776777-542E-DD44-ADA8-B722AD3865C3}"/>
              </a:ext>
            </a:extLst>
          </p:cNvPr>
          <p:cNvSpPr>
            <a:spLocks noGrp="1"/>
          </p:cNvSpPr>
          <p:nvPr>
            <p:ph type="body" sz="quarter" idx="15" hasCustomPrompt="1"/>
          </p:nvPr>
        </p:nvSpPr>
        <p:spPr>
          <a:xfrm>
            <a:off x="673589" y="2526001"/>
            <a:ext cx="4972830" cy="508220"/>
          </a:xfrm>
          <a:prstGeom prst="rect">
            <a:avLst/>
          </a:prstGeom>
        </p:spPr>
        <p:txBody>
          <a:bodyPr>
            <a:noAutofit/>
          </a:bodyPr>
          <a:lstStyle>
            <a:lvl1pPr marL="0" indent="0" algn="l">
              <a:lnSpc>
                <a:spcPct val="100000"/>
              </a:lnSpc>
              <a:buNone/>
              <a:defRPr sz="1600" b="0" i="0">
                <a:solidFill>
                  <a:schemeClr val="bg1"/>
                </a:solidFill>
                <a:latin typeface="Arial" panose="020B0604020202020204" pitchFamily="34" charset="0"/>
                <a:ea typeface="Helvetica Neue" panose="02000503000000020004" pitchFamily="2" charset="0"/>
                <a:cs typeface="Arial" panose="020B0604020202020204" pitchFamily="34" charset="0"/>
              </a:defRPr>
            </a:lvl1pPr>
            <a:lvl2pPr marL="230181" indent="0">
              <a:lnSpc>
                <a:spcPct val="100000"/>
              </a:lnSpc>
              <a:buNone/>
              <a:defRPr i="1">
                <a:latin typeface="+mn-lt"/>
              </a:defRPr>
            </a:lvl2pPr>
            <a:lvl3pPr marL="515924" indent="0">
              <a:lnSpc>
                <a:spcPct val="100000"/>
              </a:lnSpc>
              <a:buNone/>
              <a:defRPr i="1">
                <a:latin typeface="+mn-lt"/>
              </a:defRPr>
            </a:lvl3pPr>
            <a:lvl4pPr marL="800080" indent="0">
              <a:lnSpc>
                <a:spcPct val="100000"/>
              </a:lnSpc>
              <a:buNone/>
              <a:defRPr i="1">
                <a:latin typeface="+mn-lt"/>
              </a:defRPr>
            </a:lvl4pPr>
            <a:lvl5pPr marL="1085823" indent="0">
              <a:lnSpc>
                <a:spcPct val="100000"/>
              </a:lnSpc>
              <a:buNone/>
              <a:defRPr i="1">
                <a:latin typeface="+mn-lt"/>
              </a:defRPr>
            </a:lvl5pPr>
          </a:lstStyle>
          <a:p>
            <a:pPr lvl="0"/>
            <a:r>
              <a:rPr lang="en-US" dirty="0"/>
              <a:t>Optional Subhead Here</a:t>
            </a:r>
          </a:p>
        </p:txBody>
      </p:sp>
      <p:pic>
        <p:nvPicPr>
          <p:cNvPr id="9" name="Picture 8">
            <a:extLst>
              <a:ext uri="{FF2B5EF4-FFF2-40B4-BE49-F238E27FC236}">
                <a16:creationId xmlns:a16="http://schemas.microsoft.com/office/drawing/2014/main" id="{FF417615-81C2-2340-AF61-362B348654C8}"/>
              </a:ext>
            </a:extLst>
          </p:cNvPr>
          <p:cNvPicPr>
            <a:picLocks noChangeAspect="1"/>
          </p:cNvPicPr>
          <p:nvPr userDrawn="1"/>
        </p:nvPicPr>
        <p:blipFill>
          <a:blip r:embed="rId3"/>
          <a:srcRect/>
          <a:stretch/>
        </p:blipFill>
        <p:spPr>
          <a:xfrm>
            <a:off x="925052" y="297068"/>
            <a:ext cx="1444176" cy="446687"/>
          </a:xfrm>
          <a:prstGeom prst="rect">
            <a:avLst/>
          </a:prstGeom>
        </p:spPr>
      </p:pic>
    </p:spTree>
  </p:cSld>
  <p:clrMapOvr>
    <a:overrideClrMapping bg1="lt1" tx1="dk1" bg2="lt2" tx2="dk2" accent1="accent1" accent2="accent2" accent3="accent3" accent4="accent4" accent5="accent5" accent6="accent6" hlink="hlink" folHlink="folHlink"/>
  </p:clrMapOvr>
  <p:transition>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_Cover – Teal2">
    <p:bg>
      <p:bgRef idx="1001">
        <a:schemeClr val="bg1"/>
      </p:bgRef>
    </p:bg>
    <p:spTree>
      <p:nvGrpSpPr>
        <p:cNvPr id="1" name=""/>
        <p:cNvGrpSpPr/>
        <p:nvPr/>
      </p:nvGrpSpPr>
      <p:grpSpPr>
        <a:xfrm>
          <a:off x="0" y="0"/>
          <a:ext cx="0" cy="0"/>
          <a:chOff x="0" y="0"/>
          <a:chExt cx="0" cy="0"/>
        </a:xfrm>
      </p:grpSpPr>
      <p:pic>
        <p:nvPicPr>
          <p:cNvPr id="4" name="Picture 3" descr="A group of people walking on a dirt path in a field&#10;&#10;Description automatically generated with low confidence">
            <a:extLst>
              <a:ext uri="{FF2B5EF4-FFF2-40B4-BE49-F238E27FC236}">
                <a16:creationId xmlns:a16="http://schemas.microsoft.com/office/drawing/2014/main" id="{DF54C9F4-5F6B-854B-A2E3-31D76A903916}"/>
              </a:ext>
            </a:extLst>
          </p:cNvPr>
          <p:cNvPicPr>
            <a:picLocks noChangeAspect="1"/>
          </p:cNvPicPr>
          <p:nvPr userDrawn="1"/>
        </p:nvPicPr>
        <p:blipFill rotWithShape="1">
          <a:blip r:embed="rId2">
            <a:extLst>
              <a:ext uri="{28A0092B-C50C-407E-A947-70E740481C1C}">
                <a14:useLocalDpi xmlns:a14="http://schemas.microsoft.com/office/drawing/2010/main"/>
              </a:ext>
            </a:extLst>
          </a:blip>
          <a:srcRect/>
          <a:stretch/>
        </p:blipFill>
        <p:spPr>
          <a:xfrm>
            <a:off x="282634" y="-1"/>
            <a:ext cx="9248706" cy="5162059"/>
          </a:xfrm>
          <a:prstGeom prst="rect">
            <a:avLst/>
          </a:prstGeom>
        </p:spPr>
      </p:pic>
      <p:sp>
        <p:nvSpPr>
          <p:cNvPr id="2" name="Rectangle 1"/>
          <p:cNvSpPr/>
          <p:nvPr userDrawn="1"/>
        </p:nvSpPr>
        <p:spPr bwMode="auto">
          <a:xfrm>
            <a:off x="502920" y="1"/>
            <a:ext cx="5666935" cy="4304714"/>
          </a:xfrm>
          <a:prstGeom prst="rect">
            <a:avLst/>
          </a:prstGeom>
          <a:solidFill>
            <a:schemeClr val="bg1">
              <a:lumMod val="95000"/>
            </a:schemeClr>
          </a:solidFill>
          <a:ln w="19050" algn="ctr">
            <a:noFill/>
            <a:miter lim="800000"/>
            <a:headEnd/>
            <a:tailEnd/>
          </a:ln>
        </p:spPr>
        <p:txBody>
          <a:bodyPr wrap="none" rtlCol="0" anchor="ctr"/>
          <a:lstStyle/>
          <a:p>
            <a:pPr algn="ctr">
              <a:lnSpc>
                <a:spcPct val="90000"/>
              </a:lnSpc>
            </a:pPr>
            <a:endParaRPr lang="en-US" sz="1600" b="0" i="0" dirty="0" err="1">
              <a:solidFill>
                <a:schemeClr val="tx1"/>
              </a:solidFill>
              <a:latin typeface="Arial" panose="020B0604020202020204" pitchFamily="34" charset="0"/>
            </a:endParaRPr>
          </a:p>
        </p:txBody>
      </p:sp>
      <p:sp>
        <p:nvSpPr>
          <p:cNvPr id="15" name="Date Placeholder 4">
            <a:extLst>
              <a:ext uri="{FF2B5EF4-FFF2-40B4-BE49-F238E27FC236}">
                <a16:creationId xmlns:a16="http://schemas.microsoft.com/office/drawing/2014/main" id="{EA5AAF51-36B8-9940-ACBC-F45CDFBB60D9}"/>
              </a:ext>
            </a:extLst>
          </p:cNvPr>
          <p:cNvSpPr>
            <a:spLocks noGrp="1"/>
          </p:cNvSpPr>
          <p:nvPr>
            <p:ph type="dt" sz="half" idx="2"/>
          </p:nvPr>
        </p:nvSpPr>
        <p:spPr>
          <a:xfrm>
            <a:off x="686298" y="3869451"/>
            <a:ext cx="1925338" cy="178955"/>
          </a:xfrm>
          <a:prstGeom prst="rect">
            <a:avLst/>
          </a:prstGeom>
        </p:spPr>
        <p:txBody>
          <a:bodyPr vert="horz" wrap="square" lIns="91440" tIns="0" rIns="91440" bIns="0" rtlCol="0" anchor="b" anchorCtr="0">
            <a:noAutofit/>
          </a:bodyPr>
          <a:lstStyle>
            <a:lvl1pPr algn="l">
              <a:defRPr sz="1200" b="0" i="0">
                <a:solidFill>
                  <a:schemeClr val="tx1"/>
                </a:solidFill>
                <a:latin typeface="Arial" panose="020B0604020202020204" pitchFamily="34" charset="0"/>
                <a:cs typeface="Arial" panose="020B0604020202020204" pitchFamily="34" charset="0"/>
              </a:defRPr>
            </a:lvl1pPr>
          </a:lstStyle>
          <a:p>
            <a:fld id="{B4798F0E-CEC8-8A4D-A129-15694C617DB3}" type="datetime1">
              <a:rPr lang="en-US" smtClean="0"/>
              <a:t>3/17/26</a:t>
            </a:fld>
            <a:endParaRPr lang="en-US" dirty="0"/>
          </a:p>
        </p:txBody>
      </p:sp>
      <p:sp>
        <p:nvSpPr>
          <p:cNvPr id="16" name="Text Placeholder 2">
            <a:extLst>
              <a:ext uri="{FF2B5EF4-FFF2-40B4-BE49-F238E27FC236}">
                <a16:creationId xmlns:a16="http://schemas.microsoft.com/office/drawing/2014/main" id="{364A4BD1-BDC4-5847-8479-2F6EAA1BF060}"/>
              </a:ext>
            </a:extLst>
          </p:cNvPr>
          <p:cNvSpPr>
            <a:spLocks noGrp="1"/>
          </p:cNvSpPr>
          <p:nvPr>
            <p:ph type="body" sz="quarter" idx="10" hasCustomPrompt="1"/>
          </p:nvPr>
        </p:nvSpPr>
        <p:spPr>
          <a:xfrm>
            <a:off x="684693" y="3355289"/>
            <a:ext cx="4191461" cy="426719"/>
          </a:xfrm>
          <a:prstGeom prst="rect">
            <a:avLst/>
          </a:prstGeom>
        </p:spPr>
        <p:txBody>
          <a:bodyPr vert="horz" wrap="square" lIns="91440" tIns="0" rIns="91440" bIns="0" rtlCol="0" anchor="b" anchorCtr="0">
            <a:noAutofit/>
          </a:bodyPr>
          <a:lstStyle>
            <a:lvl1pPr marL="0" indent="0">
              <a:lnSpc>
                <a:spcPct val="100000"/>
              </a:lnSpc>
              <a:spcBef>
                <a:spcPts val="0"/>
              </a:spcBef>
              <a:spcAft>
                <a:spcPts val="0"/>
              </a:spcAft>
              <a:buNone/>
              <a:defRPr lang="en-US" sz="1600" b="0" i="0" baseline="0" dirty="0" smtClean="0">
                <a:solidFill>
                  <a:schemeClr val="tx1"/>
                </a:solidFill>
                <a:cs typeface="Arial" panose="020B0604020202020204" pitchFamily="34" charset="0"/>
              </a:defRPr>
            </a:lvl1pPr>
            <a:lvl2pPr>
              <a:defRPr lang="en-US" sz="1800" dirty="0" smtClean="0">
                <a:latin typeface="+mn-lt"/>
              </a:defRPr>
            </a:lvl2pPr>
            <a:lvl3pPr>
              <a:defRPr lang="en-US" sz="1800" dirty="0" smtClean="0">
                <a:latin typeface="+mn-lt"/>
              </a:defRPr>
            </a:lvl3pPr>
            <a:lvl4pPr>
              <a:defRPr lang="en-US" sz="1800" dirty="0" smtClean="0">
                <a:latin typeface="+mn-lt"/>
              </a:defRPr>
            </a:lvl4pPr>
            <a:lvl5pPr>
              <a:defRPr lang="en-US" sz="1800" dirty="0">
                <a:latin typeface="+mn-lt"/>
              </a:defRPr>
            </a:lvl5pPr>
          </a:lstStyle>
          <a:p>
            <a:pPr marL="0" lvl="0"/>
            <a:r>
              <a:rPr lang="en-US" dirty="0"/>
              <a:t>Presenter’s Name</a:t>
            </a:r>
          </a:p>
        </p:txBody>
      </p:sp>
      <p:sp>
        <p:nvSpPr>
          <p:cNvPr id="10" name="Title 15">
            <a:extLst>
              <a:ext uri="{FF2B5EF4-FFF2-40B4-BE49-F238E27FC236}">
                <a16:creationId xmlns:a16="http://schemas.microsoft.com/office/drawing/2014/main" id="{3D807373-E9A5-9F41-8251-72DE5DC0C0B9}"/>
              </a:ext>
            </a:extLst>
          </p:cNvPr>
          <p:cNvSpPr>
            <a:spLocks noGrp="1"/>
          </p:cNvSpPr>
          <p:nvPr>
            <p:ph type="title" hasCustomPrompt="1"/>
          </p:nvPr>
        </p:nvSpPr>
        <p:spPr>
          <a:xfrm>
            <a:off x="669972" y="1127897"/>
            <a:ext cx="4976447" cy="1311963"/>
          </a:xfrm>
        </p:spPr>
        <p:txBody>
          <a:bodyPr anchor="b">
            <a:noAutofit/>
          </a:bodyPr>
          <a:lstStyle>
            <a:lvl1pPr>
              <a:defRPr sz="3600" b="0" i="0" baseline="0">
                <a:solidFill>
                  <a:schemeClr val="tx1"/>
                </a:solidFill>
                <a:latin typeface="+mj-lt"/>
              </a:defRPr>
            </a:lvl1pPr>
          </a:lstStyle>
          <a:p>
            <a:r>
              <a:rPr lang="en-US" dirty="0"/>
              <a:t>Title Here</a:t>
            </a:r>
          </a:p>
        </p:txBody>
      </p:sp>
      <p:sp>
        <p:nvSpPr>
          <p:cNvPr id="17" name="Text Placeholder 3">
            <a:extLst>
              <a:ext uri="{FF2B5EF4-FFF2-40B4-BE49-F238E27FC236}">
                <a16:creationId xmlns:a16="http://schemas.microsoft.com/office/drawing/2014/main" id="{FA66BC5E-F1DA-6A44-9B69-93266278F913}"/>
              </a:ext>
            </a:extLst>
          </p:cNvPr>
          <p:cNvSpPr>
            <a:spLocks noGrp="1"/>
          </p:cNvSpPr>
          <p:nvPr>
            <p:ph type="body" sz="quarter" idx="15" hasCustomPrompt="1"/>
          </p:nvPr>
        </p:nvSpPr>
        <p:spPr>
          <a:xfrm>
            <a:off x="673589" y="2526001"/>
            <a:ext cx="4972830" cy="508220"/>
          </a:xfrm>
          <a:prstGeom prst="rect">
            <a:avLst/>
          </a:prstGeom>
        </p:spPr>
        <p:txBody>
          <a:bodyPr>
            <a:noAutofit/>
          </a:bodyPr>
          <a:lstStyle>
            <a:lvl1pPr marL="0" indent="0" algn="l">
              <a:lnSpc>
                <a:spcPct val="100000"/>
              </a:lnSpc>
              <a:buNone/>
              <a:defRPr sz="1600" b="0" i="0">
                <a:solidFill>
                  <a:schemeClr val="tx1"/>
                </a:solidFill>
                <a:latin typeface="Arial" panose="020B0604020202020204" pitchFamily="34" charset="0"/>
                <a:ea typeface="Helvetica Neue" panose="02000503000000020004" pitchFamily="2" charset="0"/>
                <a:cs typeface="Arial" panose="020B0604020202020204" pitchFamily="34" charset="0"/>
              </a:defRPr>
            </a:lvl1pPr>
            <a:lvl2pPr marL="230181" indent="0">
              <a:lnSpc>
                <a:spcPct val="100000"/>
              </a:lnSpc>
              <a:buNone/>
              <a:defRPr i="1">
                <a:latin typeface="+mn-lt"/>
              </a:defRPr>
            </a:lvl2pPr>
            <a:lvl3pPr marL="515924" indent="0">
              <a:lnSpc>
                <a:spcPct val="100000"/>
              </a:lnSpc>
              <a:buNone/>
              <a:defRPr i="1">
                <a:latin typeface="+mn-lt"/>
              </a:defRPr>
            </a:lvl3pPr>
            <a:lvl4pPr marL="800080" indent="0">
              <a:lnSpc>
                <a:spcPct val="100000"/>
              </a:lnSpc>
              <a:buNone/>
              <a:defRPr i="1">
                <a:latin typeface="+mn-lt"/>
              </a:defRPr>
            </a:lvl4pPr>
            <a:lvl5pPr marL="1085823" indent="0">
              <a:lnSpc>
                <a:spcPct val="100000"/>
              </a:lnSpc>
              <a:buNone/>
              <a:defRPr i="1">
                <a:latin typeface="+mn-lt"/>
              </a:defRPr>
            </a:lvl5pPr>
          </a:lstStyle>
          <a:p>
            <a:pPr lvl="0"/>
            <a:r>
              <a:rPr lang="en-US" dirty="0"/>
              <a:t>Optional Subhead Here</a:t>
            </a:r>
          </a:p>
        </p:txBody>
      </p:sp>
      <p:pic>
        <p:nvPicPr>
          <p:cNvPr id="9" name="Picture 8">
            <a:extLst>
              <a:ext uri="{FF2B5EF4-FFF2-40B4-BE49-F238E27FC236}">
                <a16:creationId xmlns:a16="http://schemas.microsoft.com/office/drawing/2014/main" id="{4E34928E-FDC0-134C-9AC8-7BC99D806C85}"/>
              </a:ext>
            </a:extLst>
          </p:cNvPr>
          <p:cNvPicPr>
            <a:picLocks noChangeAspect="1"/>
          </p:cNvPicPr>
          <p:nvPr userDrawn="1"/>
        </p:nvPicPr>
        <p:blipFill>
          <a:blip r:embed="rId3"/>
          <a:srcRect/>
          <a:stretch/>
        </p:blipFill>
        <p:spPr>
          <a:xfrm>
            <a:off x="928013" y="297984"/>
            <a:ext cx="1438253" cy="444855"/>
          </a:xfrm>
          <a:prstGeom prst="rect">
            <a:avLst/>
          </a:prstGeom>
        </p:spPr>
      </p:pic>
    </p:spTree>
    <p:extLst>
      <p:ext uri="{BB962C8B-B14F-4D97-AF65-F5344CB8AC3E}">
        <p14:creationId xmlns:p14="http://schemas.microsoft.com/office/powerpoint/2010/main" val="1906202815"/>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ver – Blue2">
    <p:bg>
      <p:bgRef idx="1001">
        <a:schemeClr val="bg1"/>
      </p:bgRef>
    </p:bg>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241905" y="241902"/>
            <a:ext cx="8908063" cy="4901598"/>
          </a:xfrm>
          <a:prstGeom prst="rect">
            <a:avLst/>
          </a:prstGeom>
        </p:spPr>
      </p:pic>
      <p:sp>
        <p:nvSpPr>
          <p:cNvPr id="2" name="Rectangle 1"/>
          <p:cNvSpPr/>
          <p:nvPr userDrawn="1"/>
        </p:nvSpPr>
        <p:spPr bwMode="auto">
          <a:xfrm>
            <a:off x="502920" y="1"/>
            <a:ext cx="5666935" cy="4304714"/>
          </a:xfrm>
          <a:prstGeom prst="rect">
            <a:avLst/>
          </a:prstGeom>
          <a:solidFill>
            <a:schemeClr val="accent1"/>
          </a:solidFill>
          <a:ln w="19050" algn="ctr">
            <a:noFill/>
            <a:miter lim="800000"/>
            <a:headEnd/>
            <a:tailEnd/>
          </a:ln>
        </p:spPr>
        <p:txBody>
          <a:bodyPr wrap="none" rtlCol="0" anchor="ctr"/>
          <a:lstStyle/>
          <a:p>
            <a:pPr algn="ctr">
              <a:lnSpc>
                <a:spcPct val="90000"/>
              </a:lnSpc>
            </a:pPr>
            <a:endParaRPr lang="en-US" sz="1600" b="0" i="0" dirty="0" err="1">
              <a:solidFill>
                <a:schemeClr val="tx1"/>
              </a:solidFill>
              <a:latin typeface="Arial" panose="020B0604020202020204" pitchFamily="34" charset="0"/>
            </a:endParaRPr>
          </a:p>
        </p:txBody>
      </p:sp>
      <p:sp>
        <p:nvSpPr>
          <p:cNvPr id="15" name="Date Placeholder 4">
            <a:extLst>
              <a:ext uri="{FF2B5EF4-FFF2-40B4-BE49-F238E27FC236}">
                <a16:creationId xmlns:a16="http://schemas.microsoft.com/office/drawing/2014/main" id="{8CD1AB83-6DAD-CB4D-8F80-6559296DFFA5}"/>
              </a:ext>
            </a:extLst>
          </p:cNvPr>
          <p:cNvSpPr>
            <a:spLocks noGrp="1"/>
          </p:cNvSpPr>
          <p:nvPr>
            <p:ph type="dt" sz="half" idx="2"/>
          </p:nvPr>
        </p:nvSpPr>
        <p:spPr>
          <a:xfrm>
            <a:off x="686298" y="3869451"/>
            <a:ext cx="1925338" cy="178955"/>
          </a:xfrm>
          <a:prstGeom prst="rect">
            <a:avLst/>
          </a:prstGeom>
        </p:spPr>
        <p:txBody>
          <a:bodyPr vert="horz" wrap="square" lIns="91440" tIns="0" rIns="91440" bIns="0" rtlCol="0" anchor="b" anchorCtr="0">
            <a:noAutofit/>
          </a:bodyPr>
          <a:lstStyle>
            <a:lvl1pPr algn="l">
              <a:defRPr sz="1200" b="0" i="0">
                <a:solidFill>
                  <a:schemeClr val="bg1"/>
                </a:solidFill>
                <a:latin typeface="Arial" panose="020B0604020202020204" pitchFamily="34" charset="0"/>
                <a:cs typeface="Arial" panose="020B0604020202020204" pitchFamily="34" charset="0"/>
              </a:defRPr>
            </a:lvl1pPr>
          </a:lstStyle>
          <a:p>
            <a:fld id="{E601DCD7-F394-9C47-9AE3-85303D673D5E}" type="datetime1">
              <a:rPr lang="en-US" smtClean="0"/>
              <a:t>3/17/26</a:t>
            </a:fld>
            <a:endParaRPr lang="en-US" dirty="0"/>
          </a:p>
        </p:txBody>
      </p:sp>
      <p:sp>
        <p:nvSpPr>
          <p:cNvPr id="16" name="Text Placeholder 2">
            <a:extLst>
              <a:ext uri="{FF2B5EF4-FFF2-40B4-BE49-F238E27FC236}">
                <a16:creationId xmlns:a16="http://schemas.microsoft.com/office/drawing/2014/main" id="{AD076ED3-B4CC-4448-9C8D-EE9C8E4EDB9A}"/>
              </a:ext>
            </a:extLst>
          </p:cNvPr>
          <p:cNvSpPr>
            <a:spLocks noGrp="1"/>
          </p:cNvSpPr>
          <p:nvPr>
            <p:ph type="body" sz="quarter" idx="10" hasCustomPrompt="1"/>
          </p:nvPr>
        </p:nvSpPr>
        <p:spPr>
          <a:xfrm>
            <a:off x="684693" y="3355289"/>
            <a:ext cx="4191461" cy="426719"/>
          </a:xfrm>
          <a:prstGeom prst="rect">
            <a:avLst/>
          </a:prstGeom>
        </p:spPr>
        <p:txBody>
          <a:bodyPr vert="horz" wrap="square" lIns="91440" tIns="0" rIns="91440" bIns="0" rtlCol="0" anchor="b" anchorCtr="0">
            <a:noAutofit/>
          </a:bodyPr>
          <a:lstStyle>
            <a:lvl1pPr marL="0" indent="0">
              <a:lnSpc>
                <a:spcPct val="100000"/>
              </a:lnSpc>
              <a:spcBef>
                <a:spcPts val="0"/>
              </a:spcBef>
              <a:spcAft>
                <a:spcPts val="0"/>
              </a:spcAft>
              <a:buNone/>
              <a:defRPr lang="en-US" sz="1600" b="0" i="0" baseline="0" dirty="0" smtClean="0">
                <a:solidFill>
                  <a:schemeClr val="bg1"/>
                </a:solidFill>
                <a:cs typeface="Arial" panose="020B0604020202020204" pitchFamily="34" charset="0"/>
              </a:defRPr>
            </a:lvl1pPr>
            <a:lvl2pPr>
              <a:defRPr lang="en-US" sz="1800" dirty="0" smtClean="0">
                <a:latin typeface="+mn-lt"/>
              </a:defRPr>
            </a:lvl2pPr>
            <a:lvl3pPr>
              <a:defRPr lang="en-US" sz="1800" dirty="0" smtClean="0">
                <a:latin typeface="+mn-lt"/>
              </a:defRPr>
            </a:lvl3pPr>
            <a:lvl4pPr>
              <a:defRPr lang="en-US" sz="1800" dirty="0" smtClean="0">
                <a:latin typeface="+mn-lt"/>
              </a:defRPr>
            </a:lvl4pPr>
            <a:lvl5pPr>
              <a:defRPr lang="en-US" sz="1800" dirty="0">
                <a:latin typeface="+mn-lt"/>
              </a:defRPr>
            </a:lvl5pPr>
          </a:lstStyle>
          <a:p>
            <a:pPr marL="0" lvl="0"/>
            <a:r>
              <a:rPr lang="en-US" dirty="0"/>
              <a:t>Presenter’s Name</a:t>
            </a:r>
          </a:p>
        </p:txBody>
      </p:sp>
      <p:sp>
        <p:nvSpPr>
          <p:cNvPr id="12" name="Title 15">
            <a:extLst>
              <a:ext uri="{FF2B5EF4-FFF2-40B4-BE49-F238E27FC236}">
                <a16:creationId xmlns:a16="http://schemas.microsoft.com/office/drawing/2014/main" id="{B315E655-425B-6342-8FC5-549929A12CE9}"/>
              </a:ext>
            </a:extLst>
          </p:cNvPr>
          <p:cNvSpPr>
            <a:spLocks noGrp="1"/>
          </p:cNvSpPr>
          <p:nvPr>
            <p:ph type="title" hasCustomPrompt="1"/>
          </p:nvPr>
        </p:nvSpPr>
        <p:spPr>
          <a:xfrm>
            <a:off x="669972" y="1127897"/>
            <a:ext cx="4976447" cy="1311963"/>
          </a:xfrm>
        </p:spPr>
        <p:txBody>
          <a:bodyPr anchor="b">
            <a:noAutofit/>
          </a:bodyPr>
          <a:lstStyle>
            <a:lvl1pPr>
              <a:defRPr sz="3600" b="0" i="0" baseline="0">
                <a:solidFill>
                  <a:schemeClr val="bg1"/>
                </a:solidFill>
                <a:latin typeface="+mj-lt"/>
              </a:defRPr>
            </a:lvl1pPr>
          </a:lstStyle>
          <a:p>
            <a:r>
              <a:rPr lang="en-US" dirty="0"/>
              <a:t>Title Here</a:t>
            </a:r>
          </a:p>
        </p:txBody>
      </p:sp>
      <p:sp>
        <p:nvSpPr>
          <p:cNvPr id="18" name="Text Placeholder 3">
            <a:extLst>
              <a:ext uri="{FF2B5EF4-FFF2-40B4-BE49-F238E27FC236}">
                <a16:creationId xmlns:a16="http://schemas.microsoft.com/office/drawing/2014/main" id="{59D8CE0E-5F3B-3149-9E62-C9706A69F83B}"/>
              </a:ext>
            </a:extLst>
          </p:cNvPr>
          <p:cNvSpPr>
            <a:spLocks noGrp="1"/>
          </p:cNvSpPr>
          <p:nvPr>
            <p:ph type="body" sz="quarter" idx="15" hasCustomPrompt="1"/>
          </p:nvPr>
        </p:nvSpPr>
        <p:spPr>
          <a:xfrm>
            <a:off x="673589" y="2526001"/>
            <a:ext cx="4972830" cy="508220"/>
          </a:xfrm>
          <a:prstGeom prst="rect">
            <a:avLst/>
          </a:prstGeom>
        </p:spPr>
        <p:txBody>
          <a:bodyPr>
            <a:noAutofit/>
          </a:bodyPr>
          <a:lstStyle>
            <a:lvl1pPr marL="0" indent="0" algn="l">
              <a:lnSpc>
                <a:spcPct val="100000"/>
              </a:lnSpc>
              <a:buNone/>
              <a:defRPr sz="1600" b="0" i="0">
                <a:solidFill>
                  <a:schemeClr val="bg1"/>
                </a:solidFill>
                <a:latin typeface="Arial" panose="020B0604020202020204" pitchFamily="34" charset="0"/>
                <a:ea typeface="Helvetica Neue" panose="02000503000000020004" pitchFamily="2" charset="0"/>
                <a:cs typeface="Arial" panose="020B0604020202020204" pitchFamily="34" charset="0"/>
              </a:defRPr>
            </a:lvl1pPr>
            <a:lvl2pPr marL="230181" indent="0">
              <a:lnSpc>
                <a:spcPct val="100000"/>
              </a:lnSpc>
              <a:buNone/>
              <a:defRPr i="1">
                <a:latin typeface="+mn-lt"/>
              </a:defRPr>
            </a:lvl2pPr>
            <a:lvl3pPr marL="515924" indent="0">
              <a:lnSpc>
                <a:spcPct val="100000"/>
              </a:lnSpc>
              <a:buNone/>
              <a:defRPr i="1">
                <a:latin typeface="+mn-lt"/>
              </a:defRPr>
            </a:lvl3pPr>
            <a:lvl4pPr marL="800080" indent="0">
              <a:lnSpc>
                <a:spcPct val="100000"/>
              </a:lnSpc>
              <a:buNone/>
              <a:defRPr i="1">
                <a:latin typeface="+mn-lt"/>
              </a:defRPr>
            </a:lvl4pPr>
            <a:lvl5pPr marL="1085823" indent="0">
              <a:lnSpc>
                <a:spcPct val="100000"/>
              </a:lnSpc>
              <a:buNone/>
              <a:defRPr i="1">
                <a:latin typeface="+mn-lt"/>
              </a:defRPr>
            </a:lvl5pPr>
          </a:lstStyle>
          <a:p>
            <a:pPr lvl="0"/>
            <a:r>
              <a:rPr lang="en-US" dirty="0"/>
              <a:t>Optional Subhead Here</a:t>
            </a:r>
          </a:p>
        </p:txBody>
      </p:sp>
      <p:pic>
        <p:nvPicPr>
          <p:cNvPr id="10" name="Picture 9">
            <a:extLst>
              <a:ext uri="{FF2B5EF4-FFF2-40B4-BE49-F238E27FC236}">
                <a16:creationId xmlns:a16="http://schemas.microsoft.com/office/drawing/2014/main" id="{D4359701-E632-0E41-94D2-E6707E383F31}"/>
              </a:ext>
            </a:extLst>
          </p:cNvPr>
          <p:cNvPicPr>
            <a:picLocks noChangeAspect="1"/>
          </p:cNvPicPr>
          <p:nvPr userDrawn="1"/>
        </p:nvPicPr>
        <p:blipFill>
          <a:blip r:embed="rId3"/>
          <a:srcRect/>
          <a:stretch/>
        </p:blipFill>
        <p:spPr>
          <a:xfrm>
            <a:off x="925052" y="297068"/>
            <a:ext cx="1444176" cy="446687"/>
          </a:xfrm>
          <a:prstGeom prst="rect">
            <a:avLst/>
          </a:prstGeom>
        </p:spPr>
      </p:pic>
    </p:spTree>
  </p:cSld>
  <p:clrMapOvr>
    <a:overrideClrMapping bg1="lt1" tx1="dk1" bg2="lt2" tx2="dk2" accent1="accent1" accent2="accent2" accent3="accent3" accent4="accent4" accent5="accent5" accent6="accent6" hlink="hlink" folHlink="folHlink"/>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ver – Teal2">
    <p:bg>
      <p:bgRef idx="1001">
        <a:schemeClr val="bg1"/>
      </p:bgRef>
    </p:bg>
    <p:spTree>
      <p:nvGrpSpPr>
        <p:cNvPr id="1" name=""/>
        <p:cNvGrpSpPr/>
        <p:nvPr/>
      </p:nvGrpSpPr>
      <p:grpSpPr>
        <a:xfrm>
          <a:off x="0" y="0"/>
          <a:ext cx="0" cy="0"/>
          <a:chOff x="0" y="0"/>
          <a:chExt cx="0" cy="0"/>
        </a:xfrm>
      </p:grpSpPr>
      <p:pic>
        <p:nvPicPr>
          <p:cNvPr id="14" name="Picture 13"/>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241905" y="241902"/>
            <a:ext cx="8902097" cy="4901598"/>
          </a:xfrm>
          <a:prstGeom prst="rect">
            <a:avLst/>
          </a:prstGeom>
        </p:spPr>
      </p:pic>
      <p:sp>
        <p:nvSpPr>
          <p:cNvPr id="2" name="Rectangle 1"/>
          <p:cNvSpPr/>
          <p:nvPr userDrawn="1"/>
        </p:nvSpPr>
        <p:spPr bwMode="auto">
          <a:xfrm>
            <a:off x="502920" y="1"/>
            <a:ext cx="5666935" cy="4304714"/>
          </a:xfrm>
          <a:prstGeom prst="rect">
            <a:avLst/>
          </a:prstGeom>
          <a:solidFill>
            <a:schemeClr val="bg1">
              <a:lumMod val="95000"/>
            </a:schemeClr>
          </a:solidFill>
          <a:ln w="19050" algn="ctr">
            <a:noFill/>
            <a:miter lim="800000"/>
            <a:headEnd/>
            <a:tailEnd/>
          </a:ln>
        </p:spPr>
        <p:txBody>
          <a:bodyPr wrap="none" rtlCol="0" anchor="ctr"/>
          <a:lstStyle/>
          <a:p>
            <a:pPr algn="ctr">
              <a:lnSpc>
                <a:spcPct val="90000"/>
              </a:lnSpc>
            </a:pPr>
            <a:endParaRPr lang="en-US" sz="1600" b="0" i="0" dirty="0" err="1">
              <a:solidFill>
                <a:schemeClr val="tx1"/>
              </a:solidFill>
              <a:latin typeface="Arial" panose="020B0604020202020204" pitchFamily="34" charset="0"/>
            </a:endParaRPr>
          </a:p>
        </p:txBody>
      </p:sp>
      <p:sp>
        <p:nvSpPr>
          <p:cNvPr id="15" name="Date Placeholder 4">
            <a:extLst>
              <a:ext uri="{FF2B5EF4-FFF2-40B4-BE49-F238E27FC236}">
                <a16:creationId xmlns:a16="http://schemas.microsoft.com/office/drawing/2014/main" id="{EA5AAF51-36B8-9940-ACBC-F45CDFBB60D9}"/>
              </a:ext>
            </a:extLst>
          </p:cNvPr>
          <p:cNvSpPr>
            <a:spLocks noGrp="1"/>
          </p:cNvSpPr>
          <p:nvPr>
            <p:ph type="dt" sz="half" idx="2"/>
          </p:nvPr>
        </p:nvSpPr>
        <p:spPr>
          <a:xfrm>
            <a:off x="686298" y="3869451"/>
            <a:ext cx="1925338" cy="178955"/>
          </a:xfrm>
          <a:prstGeom prst="rect">
            <a:avLst/>
          </a:prstGeom>
        </p:spPr>
        <p:txBody>
          <a:bodyPr vert="horz" wrap="square" lIns="91440" tIns="0" rIns="91440" bIns="0" rtlCol="0" anchor="b" anchorCtr="0">
            <a:noAutofit/>
          </a:bodyPr>
          <a:lstStyle>
            <a:lvl1pPr algn="l">
              <a:defRPr sz="1200" b="0" i="0">
                <a:solidFill>
                  <a:schemeClr val="tx1"/>
                </a:solidFill>
                <a:latin typeface="Arial" panose="020B0604020202020204" pitchFamily="34" charset="0"/>
                <a:cs typeface="Arial" panose="020B0604020202020204" pitchFamily="34" charset="0"/>
              </a:defRPr>
            </a:lvl1pPr>
          </a:lstStyle>
          <a:p>
            <a:fld id="{B4798F0E-CEC8-8A4D-A129-15694C617DB3}" type="datetime1">
              <a:rPr lang="en-US" smtClean="0"/>
              <a:t>3/17/26</a:t>
            </a:fld>
            <a:endParaRPr lang="en-US" dirty="0"/>
          </a:p>
        </p:txBody>
      </p:sp>
      <p:sp>
        <p:nvSpPr>
          <p:cNvPr id="16" name="Text Placeholder 2">
            <a:extLst>
              <a:ext uri="{FF2B5EF4-FFF2-40B4-BE49-F238E27FC236}">
                <a16:creationId xmlns:a16="http://schemas.microsoft.com/office/drawing/2014/main" id="{364A4BD1-BDC4-5847-8479-2F6EAA1BF060}"/>
              </a:ext>
            </a:extLst>
          </p:cNvPr>
          <p:cNvSpPr>
            <a:spLocks noGrp="1"/>
          </p:cNvSpPr>
          <p:nvPr>
            <p:ph type="body" sz="quarter" idx="10" hasCustomPrompt="1"/>
          </p:nvPr>
        </p:nvSpPr>
        <p:spPr>
          <a:xfrm>
            <a:off x="684693" y="3355289"/>
            <a:ext cx="4191461" cy="426719"/>
          </a:xfrm>
          <a:prstGeom prst="rect">
            <a:avLst/>
          </a:prstGeom>
        </p:spPr>
        <p:txBody>
          <a:bodyPr vert="horz" wrap="square" lIns="91440" tIns="0" rIns="91440" bIns="0" rtlCol="0" anchor="b" anchorCtr="0">
            <a:noAutofit/>
          </a:bodyPr>
          <a:lstStyle>
            <a:lvl1pPr marL="0" indent="0">
              <a:lnSpc>
                <a:spcPct val="100000"/>
              </a:lnSpc>
              <a:spcBef>
                <a:spcPts val="0"/>
              </a:spcBef>
              <a:spcAft>
                <a:spcPts val="0"/>
              </a:spcAft>
              <a:buNone/>
              <a:defRPr lang="en-US" sz="1600" b="0" i="0" baseline="0" dirty="0" smtClean="0">
                <a:solidFill>
                  <a:schemeClr val="tx1"/>
                </a:solidFill>
                <a:cs typeface="Arial" panose="020B0604020202020204" pitchFamily="34" charset="0"/>
              </a:defRPr>
            </a:lvl1pPr>
            <a:lvl2pPr>
              <a:defRPr lang="en-US" sz="1800" dirty="0" smtClean="0">
                <a:latin typeface="+mn-lt"/>
              </a:defRPr>
            </a:lvl2pPr>
            <a:lvl3pPr>
              <a:defRPr lang="en-US" sz="1800" dirty="0" smtClean="0">
                <a:latin typeface="+mn-lt"/>
              </a:defRPr>
            </a:lvl3pPr>
            <a:lvl4pPr>
              <a:defRPr lang="en-US" sz="1800" dirty="0" smtClean="0">
                <a:latin typeface="+mn-lt"/>
              </a:defRPr>
            </a:lvl4pPr>
            <a:lvl5pPr>
              <a:defRPr lang="en-US" sz="1800" dirty="0">
                <a:latin typeface="+mn-lt"/>
              </a:defRPr>
            </a:lvl5pPr>
          </a:lstStyle>
          <a:p>
            <a:pPr marL="0" lvl="0"/>
            <a:r>
              <a:rPr lang="en-US" dirty="0"/>
              <a:t>Presenter’s Name</a:t>
            </a:r>
          </a:p>
        </p:txBody>
      </p:sp>
      <p:sp>
        <p:nvSpPr>
          <p:cNvPr id="10" name="Title 15">
            <a:extLst>
              <a:ext uri="{FF2B5EF4-FFF2-40B4-BE49-F238E27FC236}">
                <a16:creationId xmlns:a16="http://schemas.microsoft.com/office/drawing/2014/main" id="{3D807373-E9A5-9F41-8251-72DE5DC0C0B9}"/>
              </a:ext>
            </a:extLst>
          </p:cNvPr>
          <p:cNvSpPr>
            <a:spLocks noGrp="1"/>
          </p:cNvSpPr>
          <p:nvPr>
            <p:ph type="title" hasCustomPrompt="1"/>
          </p:nvPr>
        </p:nvSpPr>
        <p:spPr>
          <a:xfrm>
            <a:off x="669972" y="1127897"/>
            <a:ext cx="4976447" cy="1311963"/>
          </a:xfrm>
        </p:spPr>
        <p:txBody>
          <a:bodyPr anchor="b">
            <a:noAutofit/>
          </a:bodyPr>
          <a:lstStyle>
            <a:lvl1pPr>
              <a:defRPr sz="3600" b="0" i="0" baseline="0">
                <a:solidFill>
                  <a:schemeClr val="tx1"/>
                </a:solidFill>
                <a:latin typeface="+mj-lt"/>
              </a:defRPr>
            </a:lvl1pPr>
          </a:lstStyle>
          <a:p>
            <a:r>
              <a:rPr lang="en-US" dirty="0"/>
              <a:t>Title Here</a:t>
            </a:r>
          </a:p>
        </p:txBody>
      </p:sp>
      <p:sp>
        <p:nvSpPr>
          <p:cNvPr id="17" name="Text Placeholder 3">
            <a:extLst>
              <a:ext uri="{FF2B5EF4-FFF2-40B4-BE49-F238E27FC236}">
                <a16:creationId xmlns:a16="http://schemas.microsoft.com/office/drawing/2014/main" id="{FA66BC5E-F1DA-6A44-9B69-93266278F913}"/>
              </a:ext>
            </a:extLst>
          </p:cNvPr>
          <p:cNvSpPr>
            <a:spLocks noGrp="1"/>
          </p:cNvSpPr>
          <p:nvPr>
            <p:ph type="body" sz="quarter" idx="15" hasCustomPrompt="1"/>
          </p:nvPr>
        </p:nvSpPr>
        <p:spPr>
          <a:xfrm>
            <a:off x="673589" y="2526001"/>
            <a:ext cx="4972830" cy="508220"/>
          </a:xfrm>
          <a:prstGeom prst="rect">
            <a:avLst/>
          </a:prstGeom>
        </p:spPr>
        <p:txBody>
          <a:bodyPr>
            <a:noAutofit/>
          </a:bodyPr>
          <a:lstStyle>
            <a:lvl1pPr marL="0" indent="0" algn="l">
              <a:lnSpc>
                <a:spcPct val="100000"/>
              </a:lnSpc>
              <a:buNone/>
              <a:defRPr sz="1600" b="0" i="0">
                <a:solidFill>
                  <a:schemeClr val="tx1"/>
                </a:solidFill>
                <a:latin typeface="Arial" panose="020B0604020202020204" pitchFamily="34" charset="0"/>
                <a:ea typeface="Helvetica Neue" panose="02000503000000020004" pitchFamily="2" charset="0"/>
                <a:cs typeface="Arial" panose="020B0604020202020204" pitchFamily="34" charset="0"/>
              </a:defRPr>
            </a:lvl1pPr>
            <a:lvl2pPr marL="230181" indent="0">
              <a:lnSpc>
                <a:spcPct val="100000"/>
              </a:lnSpc>
              <a:buNone/>
              <a:defRPr i="1">
                <a:latin typeface="+mn-lt"/>
              </a:defRPr>
            </a:lvl2pPr>
            <a:lvl3pPr marL="515924" indent="0">
              <a:lnSpc>
                <a:spcPct val="100000"/>
              </a:lnSpc>
              <a:buNone/>
              <a:defRPr i="1">
                <a:latin typeface="+mn-lt"/>
              </a:defRPr>
            </a:lvl3pPr>
            <a:lvl4pPr marL="800080" indent="0">
              <a:lnSpc>
                <a:spcPct val="100000"/>
              </a:lnSpc>
              <a:buNone/>
              <a:defRPr i="1">
                <a:latin typeface="+mn-lt"/>
              </a:defRPr>
            </a:lvl4pPr>
            <a:lvl5pPr marL="1085823" indent="0">
              <a:lnSpc>
                <a:spcPct val="100000"/>
              </a:lnSpc>
              <a:buNone/>
              <a:defRPr i="1">
                <a:latin typeface="+mn-lt"/>
              </a:defRPr>
            </a:lvl5pPr>
          </a:lstStyle>
          <a:p>
            <a:pPr lvl="0"/>
            <a:r>
              <a:rPr lang="en-US" dirty="0"/>
              <a:t>Optional Subhead Here</a:t>
            </a:r>
          </a:p>
        </p:txBody>
      </p:sp>
      <p:pic>
        <p:nvPicPr>
          <p:cNvPr id="9" name="Picture 8">
            <a:extLst>
              <a:ext uri="{FF2B5EF4-FFF2-40B4-BE49-F238E27FC236}">
                <a16:creationId xmlns:a16="http://schemas.microsoft.com/office/drawing/2014/main" id="{4E34928E-FDC0-134C-9AC8-7BC99D806C85}"/>
              </a:ext>
            </a:extLst>
          </p:cNvPr>
          <p:cNvPicPr>
            <a:picLocks noChangeAspect="1"/>
          </p:cNvPicPr>
          <p:nvPr userDrawn="1"/>
        </p:nvPicPr>
        <p:blipFill>
          <a:blip r:embed="rId3"/>
          <a:srcRect/>
          <a:stretch/>
        </p:blipFill>
        <p:spPr>
          <a:xfrm>
            <a:off x="928013" y="297984"/>
            <a:ext cx="1438253" cy="444855"/>
          </a:xfrm>
          <a:prstGeom prst="rect">
            <a:avLst/>
          </a:prstGeom>
        </p:spPr>
      </p:pic>
    </p:spTree>
  </p:cSld>
  <p:clrMapOvr>
    <a:overrideClrMapping bg1="lt1" tx1="dk1" bg2="lt2" tx2="dk2" accent1="accent1" accent2="accent2" accent3="accent3" accent4="accent4" accent5="accent5" accent6="accent6" hlink="hlink" folHlink="folHlink"/>
  </p:clrMapOvr>
  <p:transition>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ver – Blue3">
    <p:bg>
      <p:bgRef idx="1001">
        <a:schemeClr val="bg1"/>
      </p:bgRef>
    </p:bg>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241903" y="241703"/>
            <a:ext cx="8902097" cy="4901798"/>
          </a:xfrm>
          <a:prstGeom prst="rect">
            <a:avLst/>
          </a:prstGeom>
        </p:spPr>
      </p:pic>
      <p:sp>
        <p:nvSpPr>
          <p:cNvPr id="2" name="Rectangle 1"/>
          <p:cNvSpPr/>
          <p:nvPr userDrawn="1"/>
        </p:nvSpPr>
        <p:spPr bwMode="auto">
          <a:xfrm>
            <a:off x="502920" y="1"/>
            <a:ext cx="5666935" cy="4304714"/>
          </a:xfrm>
          <a:prstGeom prst="rect">
            <a:avLst/>
          </a:prstGeom>
          <a:solidFill>
            <a:schemeClr val="tx2"/>
          </a:solidFill>
          <a:ln w="19050" algn="ctr">
            <a:noFill/>
            <a:miter lim="800000"/>
            <a:headEnd/>
            <a:tailEnd/>
          </a:ln>
        </p:spPr>
        <p:txBody>
          <a:bodyPr wrap="none" rtlCol="0" anchor="ctr"/>
          <a:lstStyle/>
          <a:p>
            <a:pPr algn="ctr">
              <a:lnSpc>
                <a:spcPct val="90000"/>
              </a:lnSpc>
            </a:pPr>
            <a:endParaRPr lang="en-US" sz="1600" b="0" i="0" dirty="0" err="1">
              <a:solidFill>
                <a:schemeClr val="tx1"/>
              </a:solidFill>
              <a:latin typeface="Arial" panose="020B0604020202020204" pitchFamily="34" charset="0"/>
            </a:endParaRPr>
          </a:p>
        </p:txBody>
      </p:sp>
      <p:sp>
        <p:nvSpPr>
          <p:cNvPr id="15" name="Date Placeholder 4">
            <a:extLst>
              <a:ext uri="{FF2B5EF4-FFF2-40B4-BE49-F238E27FC236}">
                <a16:creationId xmlns:a16="http://schemas.microsoft.com/office/drawing/2014/main" id="{8CD1AB83-6DAD-CB4D-8F80-6559296DFFA5}"/>
              </a:ext>
            </a:extLst>
          </p:cNvPr>
          <p:cNvSpPr>
            <a:spLocks noGrp="1"/>
          </p:cNvSpPr>
          <p:nvPr>
            <p:ph type="dt" sz="half" idx="2"/>
          </p:nvPr>
        </p:nvSpPr>
        <p:spPr>
          <a:xfrm>
            <a:off x="686298" y="3869451"/>
            <a:ext cx="1925338" cy="178955"/>
          </a:xfrm>
          <a:prstGeom prst="rect">
            <a:avLst/>
          </a:prstGeom>
        </p:spPr>
        <p:txBody>
          <a:bodyPr vert="horz" wrap="square" lIns="91440" tIns="0" rIns="91440" bIns="0" rtlCol="0" anchor="b" anchorCtr="0">
            <a:noAutofit/>
          </a:bodyPr>
          <a:lstStyle>
            <a:lvl1pPr algn="l">
              <a:defRPr sz="1200" b="0" i="0">
                <a:solidFill>
                  <a:schemeClr val="bg1"/>
                </a:solidFill>
                <a:latin typeface="Arial" panose="020B0604020202020204" pitchFamily="34" charset="0"/>
                <a:cs typeface="Arial" panose="020B0604020202020204" pitchFamily="34" charset="0"/>
              </a:defRPr>
            </a:lvl1pPr>
          </a:lstStyle>
          <a:p>
            <a:fld id="{295CD000-1EC0-AA42-B1CD-FDFAC651DA81}" type="datetime1">
              <a:rPr lang="en-US" smtClean="0"/>
              <a:t>3/17/26</a:t>
            </a:fld>
            <a:endParaRPr lang="en-US" dirty="0"/>
          </a:p>
        </p:txBody>
      </p:sp>
      <p:sp>
        <p:nvSpPr>
          <p:cNvPr id="16" name="Text Placeholder 2">
            <a:extLst>
              <a:ext uri="{FF2B5EF4-FFF2-40B4-BE49-F238E27FC236}">
                <a16:creationId xmlns:a16="http://schemas.microsoft.com/office/drawing/2014/main" id="{AD076ED3-B4CC-4448-9C8D-EE9C8E4EDB9A}"/>
              </a:ext>
            </a:extLst>
          </p:cNvPr>
          <p:cNvSpPr>
            <a:spLocks noGrp="1"/>
          </p:cNvSpPr>
          <p:nvPr>
            <p:ph type="body" sz="quarter" idx="10" hasCustomPrompt="1"/>
          </p:nvPr>
        </p:nvSpPr>
        <p:spPr>
          <a:xfrm>
            <a:off x="684693" y="3355289"/>
            <a:ext cx="4191461" cy="426719"/>
          </a:xfrm>
          <a:prstGeom prst="rect">
            <a:avLst/>
          </a:prstGeom>
        </p:spPr>
        <p:txBody>
          <a:bodyPr vert="horz" wrap="square" lIns="91440" tIns="0" rIns="91440" bIns="0" rtlCol="0" anchor="b" anchorCtr="0">
            <a:noAutofit/>
          </a:bodyPr>
          <a:lstStyle>
            <a:lvl1pPr marL="0" indent="0">
              <a:lnSpc>
                <a:spcPct val="100000"/>
              </a:lnSpc>
              <a:spcBef>
                <a:spcPts val="0"/>
              </a:spcBef>
              <a:spcAft>
                <a:spcPts val="0"/>
              </a:spcAft>
              <a:buNone/>
              <a:defRPr lang="en-US" sz="1600" b="0" i="0" baseline="0" dirty="0" smtClean="0">
                <a:solidFill>
                  <a:schemeClr val="bg1"/>
                </a:solidFill>
                <a:cs typeface="Arial" panose="020B0604020202020204" pitchFamily="34" charset="0"/>
              </a:defRPr>
            </a:lvl1pPr>
            <a:lvl2pPr>
              <a:defRPr lang="en-US" sz="1800" dirty="0" smtClean="0">
                <a:latin typeface="+mn-lt"/>
              </a:defRPr>
            </a:lvl2pPr>
            <a:lvl3pPr>
              <a:defRPr lang="en-US" sz="1800" dirty="0" smtClean="0">
                <a:latin typeface="+mn-lt"/>
              </a:defRPr>
            </a:lvl3pPr>
            <a:lvl4pPr>
              <a:defRPr lang="en-US" sz="1800" dirty="0" smtClean="0">
                <a:latin typeface="+mn-lt"/>
              </a:defRPr>
            </a:lvl4pPr>
            <a:lvl5pPr>
              <a:defRPr lang="en-US" sz="1800" dirty="0">
                <a:latin typeface="+mn-lt"/>
              </a:defRPr>
            </a:lvl5pPr>
          </a:lstStyle>
          <a:p>
            <a:pPr marL="0" lvl="0"/>
            <a:r>
              <a:rPr lang="en-US" dirty="0"/>
              <a:t>Presenter’s Name</a:t>
            </a:r>
          </a:p>
        </p:txBody>
      </p:sp>
      <p:sp>
        <p:nvSpPr>
          <p:cNvPr id="12" name="Title 15">
            <a:extLst>
              <a:ext uri="{FF2B5EF4-FFF2-40B4-BE49-F238E27FC236}">
                <a16:creationId xmlns:a16="http://schemas.microsoft.com/office/drawing/2014/main" id="{B315E655-425B-6342-8FC5-549929A12CE9}"/>
              </a:ext>
            </a:extLst>
          </p:cNvPr>
          <p:cNvSpPr>
            <a:spLocks noGrp="1"/>
          </p:cNvSpPr>
          <p:nvPr>
            <p:ph type="title" hasCustomPrompt="1"/>
          </p:nvPr>
        </p:nvSpPr>
        <p:spPr>
          <a:xfrm>
            <a:off x="669972" y="1127897"/>
            <a:ext cx="4976447" cy="1311963"/>
          </a:xfrm>
        </p:spPr>
        <p:txBody>
          <a:bodyPr anchor="b">
            <a:noAutofit/>
          </a:bodyPr>
          <a:lstStyle>
            <a:lvl1pPr>
              <a:defRPr sz="3600" b="0" i="0" baseline="0">
                <a:solidFill>
                  <a:schemeClr val="bg1"/>
                </a:solidFill>
                <a:latin typeface="+mj-lt"/>
              </a:defRPr>
            </a:lvl1pPr>
          </a:lstStyle>
          <a:p>
            <a:r>
              <a:rPr lang="en-US" dirty="0"/>
              <a:t>Title Here</a:t>
            </a:r>
          </a:p>
        </p:txBody>
      </p:sp>
      <p:sp>
        <p:nvSpPr>
          <p:cNvPr id="18" name="Text Placeholder 3">
            <a:extLst>
              <a:ext uri="{FF2B5EF4-FFF2-40B4-BE49-F238E27FC236}">
                <a16:creationId xmlns:a16="http://schemas.microsoft.com/office/drawing/2014/main" id="{59D8CE0E-5F3B-3149-9E62-C9706A69F83B}"/>
              </a:ext>
            </a:extLst>
          </p:cNvPr>
          <p:cNvSpPr>
            <a:spLocks noGrp="1"/>
          </p:cNvSpPr>
          <p:nvPr>
            <p:ph type="body" sz="quarter" idx="15" hasCustomPrompt="1"/>
          </p:nvPr>
        </p:nvSpPr>
        <p:spPr>
          <a:xfrm>
            <a:off x="673589" y="2526001"/>
            <a:ext cx="4972830" cy="508220"/>
          </a:xfrm>
          <a:prstGeom prst="rect">
            <a:avLst/>
          </a:prstGeom>
        </p:spPr>
        <p:txBody>
          <a:bodyPr>
            <a:noAutofit/>
          </a:bodyPr>
          <a:lstStyle>
            <a:lvl1pPr marL="0" indent="0" algn="l">
              <a:lnSpc>
                <a:spcPct val="100000"/>
              </a:lnSpc>
              <a:buNone/>
              <a:defRPr sz="1600" b="0" i="0">
                <a:solidFill>
                  <a:schemeClr val="bg1"/>
                </a:solidFill>
                <a:latin typeface="Arial" panose="020B0604020202020204" pitchFamily="34" charset="0"/>
                <a:ea typeface="Helvetica Neue" panose="02000503000000020004" pitchFamily="2" charset="0"/>
                <a:cs typeface="Arial" panose="020B0604020202020204" pitchFamily="34" charset="0"/>
              </a:defRPr>
            </a:lvl1pPr>
            <a:lvl2pPr marL="230181" indent="0">
              <a:lnSpc>
                <a:spcPct val="100000"/>
              </a:lnSpc>
              <a:buNone/>
              <a:defRPr i="1">
                <a:latin typeface="+mn-lt"/>
              </a:defRPr>
            </a:lvl2pPr>
            <a:lvl3pPr marL="515924" indent="0">
              <a:lnSpc>
                <a:spcPct val="100000"/>
              </a:lnSpc>
              <a:buNone/>
              <a:defRPr i="1">
                <a:latin typeface="+mn-lt"/>
              </a:defRPr>
            </a:lvl3pPr>
            <a:lvl4pPr marL="800080" indent="0">
              <a:lnSpc>
                <a:spcPct val="100000"/>
              </a:lnSpc>
              <a:buNone/>
              <a:defRPr i="1">
                <a:latin typeface="+mn-lt"/>
              </a:defRPr>
            </a:lvl4pPr>
            <a:lvl5pPr marL="1085823" indent="0">
              <a:lnSpc>
                <a:spcPct val="100000"/>
              </a:lnSpc>
              <a:buNone/>
              <a:defRPr i="1">
                <a:latin typeface="+mn-lt"/>
              </a:defRPr>
            </a:lvl5pPr>
          </a:lstStyle>
          <a:p>
            <a:pPr lvl="0"/>
            <a:r>
              <a:rPr lang="en-US" dirty="0"/>
              <a:t>Optional Subhead Here</a:t>
            </a:r>
          </a:p>
        </p:txBody>
      </p:sp>
      <p:pic>
        <p:nvPicPr>
          <p:cNvPr id="10" name="Picture 9">
            <a:extLst>
              <a:ext uri="{FF2B5EF4-FFF2-40B4-BE49-F238E27FC236}">
                <a16:creationId xmlns:a16="http://schemas.microsoft.com/office/drawing/2014/main" id="{4D731745-D543-2644-B19B-3143CCA96B56}"/>
              </a:ext>
            </a:extLst>
          </p:cNvPr>
          <p:cNvPicPr>
            <a:picLocks noChangeAspect="1"/>
          </p:cNvPicPr>
          <p:nvPr userDrawn="1"/>
        </p:nvPicPr>
        <p:blipFill>
          <a:blip r:embed="rId3"/>
          <a:srcRect/>
          <a:stretch/>
        </p:blipFill>
        <p:spPr>
          <a:xfrm>
            <a:off x="925052" y="297068"/>
            <a:ext cx="1444176" cy="446687"/>
          </a:xfrm>
          <a:prstGeom prst="rect">
            <a:avLst/>
          </a:prstGeom>
        </p:spPr>
      </p:pic>
    </p:spTree>
    <p:extLst>
      <p:ext uri="{BB962C8B-B14F-4D97-AF65-F5344CB8AC3E}">
        <p14:creationId xmlns:p14="http://schemas.microsoft.com/office/powerpoint/2010/main" val="2255495768"/>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ver – Violet">
    <p:bg>
      <p:bgRef idx="1001">
        <a:schemeClr val="bg1"/>
      </p:bgRef>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241903" y="241703"/>
            <a:ext cx="8902097" cy="4901798"/>
          </a:xfrm>
          <a:prstGeom prst="rect">
            <a:avLst/>
          </a:prstGeom>
        </p:spPr>
      </p:pic>
      <p:sp>
        <p:nvSpPr>
          <p:cNvPr id="2" name="Rectangle 1"/>
          <p:cNvSpPr/>
          <p:nvPr userDrawn="1"/>
        </p:nvSpPr>
        <p:spPr bwMode="auto">
          <a:xfrm>
            <a:off x="502920" y="1"/>
            <a:ext cx="5666935" cy="4304714"/>
          </a:xfrm>
          <a:prstGeom prst="rect">
            <a:avLst/>
          </a:prstGeom>
          <a:solidFill>
            <a:schemeClr val="accent5"/>
          </a:solidFill>
          <a:ln w="19050" algn="ctr">
            <a:noFill/>
            <a:miter lim="800000"/>
            <a:headEnd/>
            <a:tailEnd/>
          </a:ln>
        </p:spPr>
        <p:txBody>
          <a:bodyPr wrap="none" rtlCol="0" anchor="ctr"/>
          <a:lstStyle/>
          <a:p>
            <a:pPr algn="ctr">
              <a:lnSpc>
                <a:spcPct val="90000"/>
              </a:lnSpc>
            </a:pPr>
            <a:endParaRPr lang="en-US" sz="1600" b="0" i="0" dirty="0" err="1">
              <a:solidFill>
                <a:schemeClr val="tx1"/>
              </a:solidFill>
              <a:latin typeface="Arial" panose="020B0604020202020204" pitchFamily="34" charset="0"/>
            </a:endParaRPr>
          </a:p>
        </p:txBody>
      </p:sp>
      <p:sp>
        <p:nvSpPr>
          <p:cNvPr id="15" name="Date Placeholder 4">
            <a:extLst>
              <a:ext uri="{FF2B5EF4-FFF2-40B4-BE49-F238E27FC236}">
                <a16:creationId xmlns:a16="http://schemas.microsoft.com/office/drawing/2014/main" id="{8CD1AB83-6DAD-CB4D-8F80-6559296DFFA5}"/>
              </a:ext>
            </a:extLst>
          </p:cNvPr>
          <p:cNvSpPr>
            <a:spLocks noGrp="1"/>
          </p:cNvSpPr>
          <p:nvPr>
            <p:ph type="dt" sz="half" idx="2"/>
          </p:nvPr>
        </p:nvSpPr>
        <p:spPr>
          <a:xfrm>
            <a:off x="686298" y="3869451"/>
            <a:ext cx="1925338" cy="178955"/>
          </a:xfrm>
          <a:prstGeom prst="rect">
            <a:avLst/>
          </a:prstGeom>
        </p:spPr>
        <p:txBody>
          <a:bodyPr vert="horz" wrap="square" lIns="91440" tIns="0" rIns="91440" bIns="0" rtlCol="0" anchor="b" anchorCtr="0">
            <a:noAutofit/>
          </a:bodyPr>
          <a:lstStyle>
            <a:lvl1pPr algn="l">
              <a:defRPr sz="1200" b="0" i="0">
                <a:solidFill>
                  <a:schemeClr val="bg1"/>
                </a:solidFill>
                <a:latin typeface="Arial" panose="020B0604020202020204" pitchFamily="34" charset="0"/>
                <a:cs typeface="Arial" panose="020B0604020202020204" pitchFamily="34" charset="0"/>
              </a:defRPr>
            </a:lvl1pPr>
          </a:lstStyle>
          <a:p>
            <a:fld id="{B82CAA2A-5698-F649-A896-1B0C52B65B4D}" type="datetime1">
              <a:rPr lang="en-US" smtClean="0"/>
              <a:t>3/17/26</a:t>
            </a:fld>
            <a:endParaRPr lang="en-US" dirty="0"/>
          </a:p>
        </p:txBody>
      </p:sp>
      <p:sp>
        <p:nvSpPr>
          <p:cNvPr id="16" name="Text Placeholder 2">
            <a:extLst>
              <a:ext uri="{FF2B5EF4-FFF2-40B4-BE49-F238E27FC236}">
                <a16:creationId xmlns:a16="http://schemas.microsoft.com/office/drawing/2014/main" id="{AD076ED3-B4CC-4448-9C8D-EE9C8E4EDB9A}"/>
              </a:ext>
            </a:extLst>
          </p:cNvPr>
          <p:cNvSpPr>
            <a:spLocks noGrp="1"/>
          </p:cNvSpPr>
          <p:nvPr>
            <p:ph type="body" sz="quarter" idx="10" hasCustomPrompt="1"/>
          </p:nvPr>
        </p:nvSpPr>
        <p:spPr>
          <a:xfrm>
            <a:off x="684693" y="3355289"/>
            <a:ext cx="4191461" cy="426719"/>
          </a:xfrm>
          <a:prstGeom prst="rect">
            <a:avLst/>
          </a:prstGeom>
        </p:spPr>
        <p:txBody>
          <a:bodyPr vert="horz" wrap="square" lIns="91440" tIns="0" rIns="91440" bIns="0" rtlCol="0" anchor="b" anchorCtr="0">
            <a:noAutofit/>
          </a:bodyPr>
          <a:lstStyle>
            <a:lvl1pPr marL="0" indent="0">
              <a:lnSpc>
                <a:spcPct val="100000"/>
              </a:lnSpc>
              <a:spcBef>
                <a:spcPts val="0"/>
              </a:spcBef>
              <a:spcAft>
                <a:spcPts val="0"/>
              </a:spcAft>
              <a:buNone/>
              <a:defRPr lang="en-US" sz="1600" b="0" i="0" baseline="0" dirty="0" smtClean="0">
                <a:solidFill>
                  <a:schemeClr val="bg1"/>
                </a:solidFill>
                <a:cs typeface="Arial" panose="020B0604020202020204" pitchFamily="34" charset="0"/>
              </a:defRPr>
            </a:lvl1pPr>
            <a:lvl2pPr>
              <a:defRPr lang="en-US" sz="1800" dirty="0" smtClean="0">
                <a:latin typeface="+mn-lt"/>
              </a:defRPr>
            </a:lvl2pPr>
            <a:lvl3pPr>
              <a:defRPr lang="en-US" sz="1800" dirty="0" smtClean="0">
                <a:latin typeface="+mn-lt"/>
              </a:defRPr>
            </a:lvl3pPr>
            <a:lvl4pPr>
              <a:defRPr lang="en-US" sz="1800" dirty="0" smtClean="0">
                <a:latin typeface="+mn-lt"/>
              </a:defRPr>
            </a:lvl4pPr>
            <a:lvl5pPr>
              <a:defRPr lang="en-US" sz="1800" dirty="0">
                <a:latin typeface="+mn-lt"/>
              </a:defRPr>
            </a:lvl5pPr>
          </a:lstStyle>
          <a:p>
            <a:pPr marL="0" lvl="0"/>
            <a:r>
              <a:rPr lang="en-US" dirty="0"/>
              <a:t>Presenter’s Name</a:t>
            </a:r>
          </a:p>
        </p:txBody>
      </p:sp>
      <p:sp>
        <p:nvSpPr>
          <p:cNvPr id="12" name="Title 15">
            <a:extLst>
              <a:ext uri="{FF2B5EF4-FFF2-40B4-BE49-F238E27FC236}">
                <a16:creationId xmlns:a16="http://schemas.microsoft.com/office/drawing/2014/main" id="{B315E655-425B-6342-8FC5-549929A12CE9}"/>
              </a:ext>
            </a:extLst>
          </p:cNvPr>
          <p:cNvSpPr>
            <a:spLocks noGrp="1"/>
          </p:cNvSpPr>
          <p:nvPr>
            <p:ph type="title" hasCustomPrompt="1"/>
          </p:nvPr>
        </p:nvSpPr>
        <p:spPr>
          <a:xfrm>
            <a:off x="669972" y="1127897"/>
            <a:ext cx="4976447" cy="1311963"/>
          </a:xfrm>
        </p:spPr>
        <p:txBody>
          <a:bodyPr anchor="b">
            <a:noAutofit/>
          </a:bodyPr>
          <a:lstStyle>
            <a:lvl1pPr>
              <a:defRPr sz="3600" b="0" i="0" baseline="0">
                <a:solidFill>
                  <a:schemeClr val="bg1"/>
                </a:solidFill>
                <a:latin typeface="+mj-lt"/>
              </a:defRPr>
            </a:lvl1pPr>
          </a:lstStyle>
          <a:p>
            <a:r>
              <a:rPr lang="en-US" dirty="0"/>
              <a:t>Title Here</a:t>
            </a:r>
          </a:p>
        </p:txBody>
      </p:sp>
      <p:sp>
        <p:nvSpPr>
          <p:cNvPr id="18" name="Text Placeholder 3">
            <a:extLst>
              <a:ext uri="{FF2B5EF4-FFF2-40B4-BE49-F238E27FC236}">
                <a16:creationId xmlns:a16="http://schemas.microsoft.com/office/drawing/2014/main" id="{59D8CE0E-5F3B-3149-9E62-C9706A69F83B}"/>
              </a:ext>
            </a:extLst>
          </p:cNvPr>
          <p:cNvSpPr>
            <a:spLocks noGrp="1"/>
          </p:cNvSpPr>
          <p:nvPr>
            <p:ph type="body" sz="quarter" idx="15" hasCustomPrompt="1"/>
          </p:nvPr>
        </p:nvSpPr>
        <p:spPr>
          <a:xfrm>
            <a:off x="673589" y="2526001"/>
            <a:ext cx="4972830" cy="508220"/>
          </a:xfrm>
          <a:prstGeom prst="rect">
            <a:avLst/>
          </a:prstGeom>
        </p:spPr>
        <p:txBody>
          <a:bodyPr>
            <a:noAutofit/>
          </a:bodyPr>
          <a:lstStyle>
            <a:lvl1pPr marL="0" indent="0" algn="l">
              <a:lnSpc>
                <a:spcPct val="100000"/>
              </a:lnSpc>
              <a:buNone/>
              <a:defRPr sz="1600" b="0" i="0">
                <a:solidFill>
                  <a:schemeClr val="bg1"/>
                </a:solidFill>
                <a:latin typeface="Arial" panose="020B0604020202020204" pitchFamily="34" charset="0"/>
                <a:ea typeface="Helvetica Neue" panose="02000503000000020004" pitchFamily="2" charset="0"/>
                <a:cs typeface="Arial" panose="020B0604020202020204" pitchFamily="34" charset="0"/>
              </a:defRPr>
            </a:lvl1pPr>
            <a:lvl2pPr marL="230181" indent="0">
              <a:lnSpc>
                <a:spcPct val="100000"/>
              </a:lnSpc>
              <a:buNone/>
              <a:defRPr i="1">
                <a:latin typeface="+mn-lt"/>
              </a:defRPr>
            </a:lvl2pPr>
            <a:lvl3pPr marL="515924" indent="0">
              <a:lnSpc>
                <a:spcPct val="100000"/>
              </a:lnSpc>
              <a:buNone/>
              <a:defRPr i="1">
                <a:latin typeface="+mn-lt"/>
              </a:defRPr>
            </a:lvl3pPr>
            <a:lvl4pPr marL="800080" indent="0">
              <a:lnSpc>
                <a:spcPct val="100000"/>
              </a:lnSpc>
              <a:buNone/>
              <a:defRPr i="1">
                <a:latin typeface="+mn-lt"/>
              </a:defRPr>
            </a:lvl4pPr>
            <a:lvl5pPr marL="1085823" indent="0">
              <a:lnSpc>
                <a:spcPct val="100000"/>
              </a:lnSpc>
              <a:buNone/>
              <a:defRPr i="1">
                <a:latin typeface="+mn-lt"/>
              </a:defRPr>
            </a:lvl5pPr>
          </a:lstStyle>
          <a:p>
            <a:pPr lvl="0"/>
            <a:r>
              <a:rPr lang="en-US" dirty="0"/>
              <a:t>Optional Subhead Here</a:t>
            </a:r>
          </a:p>
        </p:txBody>
      </p:sp>
      <p:pic>
        <p:nvPicPr>
          <p:cNvPr id="10" name="Picture 9">
            <a:extLst>
              <a:ext uri="{FF2B5EF4-FFF2-40B4-BE49-F238E27FC236}">
                <a16:creationId xmlns:a16="http://schemas.microsoft.com/office/drawing/2014/main" id="{68048138-A350-B345-A99A-EEDBA939140F}"/>
              </a:ext>
            </a:extLst>
          </p:cNvPr>
          <p:cNvPicPr>
            <a:picLocks noChangeAspect="1"/>
          </p:cNvPicPr>
          <p:nvPr userDrawn="1"/>
        </p:nvPicPr>
        <p:blipFill>
          <a:blip r:embed="rId3"/>
          <a:srcRect/>
          <a:stretch/>
        </p:blipFill>
        <p:spPr>
          <a:xfrm>
            <a:off x="925052" y="297068"/>
            <a:ext cx="1444176" cy="446687"/>
          </a:xfrm>
          <a:prstGeom prst="rect">
            <a:avLst/>
          </a:prstGeom>
        </p:spPr>
      </p:pic>
    </p:spTree>
    <p:extLst>
      <p:ext uri="{BB962C8B-B14F-4D97-AF65-F5344CB8AC3E}">
        <p14:creationId xmlns:p14="http://schemas.microsoft.com/office/powerpoint/2010/main" val="2779685079"/>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ver – Magenta">
    <p:bg>
      <p:bgRef idx="1001">
        <a:schemeClr val="bg1"/>
      </p:bgRef>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241903" y="241703"/>
            <a:ext cx="8902097" cy="4901798"/>
          </a:xfrm>
          <a:prstGeom prst="rect">
            <a:avLst/>
          </a:prstGeom>
        </p:spPr>
      </p:pic>
      <p:sp>
        <p:nvSpPr>
          <p:cNvPr id="2" name="Rectangle 1"/>
          <p:cNvSpPr/>
          <p:nvPr userDrawn="1"/>
        </p:nvSpPr>
        <p:spPr bwMode="auto">
          <a:xfrm>
            <a:off x="502920" y="1"/>
            <a:ext cx="5666935" cy="4304714"/>
          </a:xfrm>
          <a:prstGeom prst="rect">
            <a:avLst/>
          </a:prstGeom>
          <a:solidFill>
            <a:schemeClr val="accent6"/>
          </a:solidFill>
          <a:ln w="19050" algn="ctr">
            <a:noFill/>
            <a:miter lim="800000"/>
            <a:headEnd/>
            <a:tailEnd/>
          </a:ln>
        </p:spPr>
        <p:txBody>
          <a:bodyPr wrap="none" rtlCol="0" anchor="ctr"/>
          <a:lstStyle/>
          <a:p>
            <a:pPr algn="ctr">
              <a:lnSpc>
                <a:spcPct val="90000"/>
              </a:lnSpc>
            </a:pPr>
            <a:endParaRPr lang="en-US" sz="1600" b="0" i="0" dirty="0" err="1">
              <a:solidFill>
                <a:schemeClr val="tx1"/>
              </a:solidFill>
              <a:latin typeface="Arial" panose="020B0604020202020204" pitchFamily="34" charset="0"/>
            </a:endParaRPr>
          </a:p>
        </p:txBody>
      </p:sp>
      <p:sp>
        <p:nvSpPr>
          <p:cNvPr id="15" name="Date Placeholder 4">
            <a:extLst>
              <a:ext uri="{FF2B5EF4-FFF2-40B4-BE49-F238E27FC236}">
                <a16:creationId xmlns:a16="http://schemas.microsoft.com/office/drawing/2014/main" id="{8CD1AB83-6DAD-CB4D-8F80-6559296DFFA5}"/>
              </a:ext>
            </a:extLst>
          </p:cNvPr>
          <p:cNvSpPr>
            <a:spLocks noGrp="1"/>
          </p:cNvSpPr>
          <p:nvPr>
            <p:ph type="dt" sz="half" idx="2"/>
          </p:nvPr>
        </p:nvSpPr>
        <p:spPr>
          <a:xfrm>
            <a:off x="686298" y="3869451"/>
            <a:ext cx="1925338" cy="178955"/>
          </a:xfrm>
          <a:prstGeom prst="rect">
            <a:avLst/>
          </a:prstGeom>
        </p:spPr>
        <p:txBody>
          <a:bodyPr vert="horz" wrap="square" lIns="91440" tIns="0" rIns="91440" bIns="0" rtlCol="0" anchor="b" anchorCtr="0">
            <a:noAutofit/>
          </a:bodyPr>
          <a:lstStyle>
            <a:lvl1pPr algn="l">
              <a:defRPr sz="1200" b="0" i="0">
                <a:solidFill>
                  <a:schemeClr val="bg1"/>
                </a:solidFill>
                <a:latin typeface="Arial" panose="020B0604020202020204" pitchFamily="34" charset="0"/>
                <a:cs typeface="Arial" panose="020B0604020202020204" pitchFamily="34" charset="0"/>
              </a:defRPr>
            </a:lvl1pPr>
          </a:lstStyle>
          <a:p>
            <a:fld id="{325E0E3E-37E7-624B-BD5B-F3FD27B58250}" type="datetime1">
              <a:rPr lang="en-US" smtClean="0"/>
              <a:t>3/17/26</a:t>
            </a:fld>
            <a:endParaRPr lang="en-US" dirty="0"/>
          </a:p>
        </p:txBody>
      </p:sp>
      <p:sp>
        <p:nvSpPr>
          <p:cNvPr id="16" name="Text Placeholder 2">
            <a:extLst>
              <a:ext uri="{FF2B5EF4-FFF2-40B4-BE49-F238E27FC236}">
                <a16:creationId xmlns:a16="http://schemas.microsoft.com/office/drawing/2014/main" id="{AD076ED3-B4CC-4448-9C8D-EE9C8E4EDB9A}"/>
              </a:ext>
            </a:extLst>
          </p:cNvPr>
          <p:cNvSpPr>
            <a:spLocks noGrp="1"/>
          </p:cNvSpPr>
          <p:nvPr>
            <p:ph type="body" sz="quarter" idx="10" hasCustomPrompt="1"/>
          </p:nvPr>
        </p:nvSpPr>
        <p:spPr>
          <a:xfrm>
            <a:off x="684693" y="3355289"/>
            <a:ext cx="4191461" cy="426719"/>
          </a:xfrm>
          <a:prstGeom prst="rect">
            <a:avLst/>
          </a:prstGeom>
        </p:spPr>
        <p:txBody>
          <a:bodyPr vert="horz" wrap="square" lIns="91440" tIns="0" rIns="91440" bIns="0" rtlCol="0" anchor="b" anchorCtr="0">
            <a:noAutofit/>
          </a:bodyPr>
          <a:lstStyle>
            <a:lvl1pPr marL="0" indent="0">
              <a:lnSpc>
                <a:spcPct val="100000"/>
              </a:lnSpc>
              <a:spcBef>
                <a:spcPts val="0"/>
              </a:spcBef>
              <a:spcAft>
                <a:spcPts val="0"/>
              </a:spcAft>
              <a:buNone/>
              <a:defRPr lang="en-US" sz="1600" b="0" i="0" baseline="0" dirty="0" smtClean="0">
                <a:solidFill>
                  <a:schemeClr val="bg1"/>
                </a:solidFill>
                <a:cs typeface="Arial" panose="020B0604020202020204" pitchFamily="34" charset="0"/>
              </a:defRPr>
            </a:lvl1pPr>
            <a:lvl2pPr>
              <a:defRPr lang="en-US" sz="1800" dirty="0" smtClean="0">
                <a:latin typeface="+mn-lt"/>
              </a:defRPr>
            </a:lvl2pPr>
            <a:lvl3pPr>
              <a:defRPr lang="en-US" sz="1800" dirty="0" smtClean="0">
                <a:latin typeface="+mn-lt"/>
              </a:defRPr>
            </a:lvl3pPr>
            <a:lvl4pPr>
              <a:defRPr lang="en-US" sz="1800" dirty="0" smtClean="0">
                <a:latin typeface="+mn-lt"/>
              </a:defRPr>
            </a:lvl4pPr>
            <a:lvl5pPr>
              <a:defRPr lang="en-US" sz="1800" dirty="0">
                <a:latin typeface="+mn-lt"/>
              </a:defRPr>
            </a:lvl5pPr>
          </a:lstStyle>
          <a:p>
            <a:pPr marL="0" lvl="0"/>
            <a:r>
              <a:rPr lang="en-US" dirty="0"/>
              <a:t>Presenter’s Name</a:t>
            </a:r>
          </a:p>
        </p:txBody>
      </p:sp>
      <p:sp>
        <p:nvSpPr>
          <p:cNvPr id="12" name="Title 15">
            <a:extLst>
              <a:ext uri="{FF2B5EF4-FFF2-40B4-BE49-F238E27FC236}">
                <a16:creationId xmlns:a16="http://schemas.microsoft.com/office/drawing/2014/main" id="{B315E655-425B-6342-8FC5-549929A12CE9}"/>
              </a:ext>
            </a:extLst>
          </p:cNvPr>
          <p:cNvSpPr>
            <a:spLocks noGrp="1"/>
          </p:cNvSpPr>
          <p:nvPr>
            <p:ph type="title" hasCustomPrompt="1"/>
          </p:nvPr>
        </p:nvSpPr>
        <p:spPr>
          <a:xfrm>
            <a:off x="669972" y="1127897"/>
            <a:ext cx="4976447" cy="1311963"/>
          </a:xfrm>
        </p:spPr>
        <p:txBody>
          <a:bodyPr anchor="b">
            <a:noAutofit/>
          </a:bodyPr>
          <a:lstStyle>
            <a:lvl1pPr>
              <a:defRPr sz="3600" b="0" i="0" baseline="0">
                <a:solidFill>
                  <a:schemeClr val="bg1"/>
                </a:solidFill>
                <a:latin typeface="+mj-lt"/>
              </a:defRPr>
            </a:lvl1pPr>
          </a:lstStyle>
          <a:p>
            <a:r>
              <a:rPr lang="en-US" dirty="0"/>
              <a:t>Title Here</a:t>
            </a:r>
          </a:p>
        </p:txBody>
      </p:sp>
      <p:sp>
        <p:nvSpPr>
          <p:cNvPr id="18" name="Text Placeholder 3">
            <a:extLst>
              <a:ext uri="{FF2B5EF4-FFF2-40B4-BE49-F238E27FC236}">
                <a16:creationId xmlns:a16="http://schemas.microsoft.com/office/drawing/2014/main" id="{59D8CE0E-5F3B-3149-9E62-C9706A69F83B}"/>
              </a:ext>
            </a:extLst>
          </p:cNvPr>
          <p:cNvSpPr>
            <a:spLocks noGrp="1"/>
          </p:cNvSpPr>
          <p:nvPr>
            <p:ph type="body" sz="quarter" idx="15" hasCustomPrompt="1"/>
          </p:nvPr>
        </p:nvSpPr>
        <p:spPr>
          <a:xfrm>
            <a:off x="673589" y="2526001"/>
            <a:ext cx="4972830" cy="508220"/>
          </a:xfrm>
          <a:prstGeom prst="rect">
            <a:avLst/>
          </a:prstGeom>
        </p:spPr>
        <p:txBody>
          <a:bodyPr>
            <a:noAutofit/>
          </a:bodyPr>
          <a:lstStyle>
            <a:lvl1pPr marL="0" indent="0" algn="l">
              <a:lnSpc>
                <a:spcPct val="100000"/>
              </a:lnSpc>
              <a:buNone/>
              <a:defRPr sz="1600" b="0" i="0">
                <a:solidFill>
                  <a:schemeClr val="bg1"/>
                </a:solidFill>
                <a:latin typeface="Arial" panose="020B0604020202020204" pitchFamily="34" charset="0"/>
                <a:ea typeface="Helvetica Neue" panose="02000503000000020004" pitchFamily="2" charset="0"/>
                <a:cs typeface="Arial" panose="020B0604020202020204" pitchFamily="34" charset="0"/>
              </a:defRPr>
            </a:lvl1pPr>
            <a:lvl2pPr marL="230181" indent="0">
              <a:lnSpc>
                <a:spcPct val="100000"/>
              </a:lnSpc>
              <a:buNone/>
              <a:defRPr i="1">
                <a:latin typeface="+mn-lt"/>
              </a:defRPr>
            </a:lvl2pPr>
            <a:lvl3pPr marL="515924" indent="0">
              <a:lnSpc>
                <a:spcPct val="100000"/>
              </a:lnSpc>
              <a:buNone/>
              <a:defRPr i="1">
                <a:latin typeface="+mn-lt"/>
              </a:defRPr>
            </a:lvl3pPr>
            <a:lvl4pPr marL="800080" indent="0">
              <a:lnSpc>
                <a:spcPct val="100000"/>
              </a:lnSpc>
              <a:buNone/>
              <a:defRPr i="1">
                <a:latin typeface="+mn-lt"/>
              </a:defRPr>
            </a:lvl4pPr>
            <a:lvl5pPr marL="1085823" indent="0">
              <a:lnSpc>
                <a:spcPct val="100000"/>
              </a:lnSpc>
              <a:buNone/>
              <a:defRPr i="1">
                <a:latin typeface="+mn-lt"/>
              </a:defRPr>
            </a:lvl5pPr>
          </a:lstStyle>
          <a:p>
            <a:pPr lvl="0"/>
            <a:r>
              <a:rPr lang="en-US" dirty="0"/>
              <a:t>Optional Subhead Here</a:t>
            </a:r>
          </a:p>
        </p:txBody>
      </p:sp>
      <p:pic>
        <p:nvPicPr>
          <p:cNvPr id="10" name="Picture 9">
            <a:extLst>
              <a:ext uri="{FF2B5EF4-FFF2-40B4-BE49-F238E27FC236}">
                <a16:creationId xmlns:a16="http://schemas.microsoft.com/office/drawing/2014/main" id="{FFBF8329-B6F0-0F43-9CD1-01235C057F01}"/>
              </a:ext>
            </a:extLst>
          </p:cNvPr>
          <p:cNvPicPr>
            <a:picLocks noChangeAspect="1"/>
          </p:cNvPicPr>
          <p:nvPr userDrawn="1"/>
        </p:nvPicPr>
        <p:blipFill>
          <a:blip r:embed="rId3"/>
          <a:srcRect/>
          <a:stretch/>
        </p:blipFill>
        <p:spPr>
          <a:xfrm>
            <a:off x="925052" y="297068"/>
            <a:ext cx="1444176" cy="446687"/>
          </a:xfrm>
          <a:prstGeom prst="rect">
            <a:avLst/>
          </a:prstGeom>
        </p:spPr>
      </p:pic>
    </p:spTree>
    <p:extLst>
      <p:ext uri="{BB962C8B-B14F-4D97-AF65-F5344CB8AC3E}">
        <p14:creationId xmlns:p14="http://schemas.microsoft.com/office/powerpoint/2010/main" val="3297006234"/>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ver – Navy">
    <p:bg>
      <p:bgRef idx="1001">
        <a:schemeClr val="bg2"/>
      </p:bgRef>
    </p:bg>
    <p:spTree>
      <p:nvGrpSpPr>
        <p:cNvPr id="1" name=""/>
        <p:cNvGrpSpPr/>
        <p:nvPr/>
      </p:nvGrpSpPr>
      <p:grpSpPr>
        <a:xfrm>
          <a:off x="0" y="0"/>
          <a:ext cx="0" cy="0"/>
          <a:chOff x="0" y="0"/>
          <a:chExt cx="0" cy="0"/>
        </a:xfrm>
      </p:grpSpPr>
      <p:sp>
        <p:nvSpPr>
          <p:cNvPr id="2" name="Rectangle 1"/>
          <p:cNvSpPr/>
          <p:nvPr userDrawn="1"/>
        </p:nvSpPr>
        <p:spPr bwMode="auto">
          <a:xfrm>
            <a:off x="0" y="4136994"/>
            <a:ext cx="9144000" cy="1006506"/>
          </a:xfrm>
          <a:prstGeom prst="rect">
            <a:avLst/>
          </a:prstGeom>
          <a:solidFill>
            <a:schemeClr val="bg1"/>
          </a:solidFill>
          <a:ln w="19050" algn="ctr">
            <a:noFill/>
            <a:miter lim="800000"/>
            <a:headEnd/>
            <a:tailEnd/>
          </a:ln>
        </p:spPr>
        <p:txBody>
          <a:bodyPr wrap="none" rtlCol="0" anchor="ctr"/>
          <a:lstStyle/>
          <a:p>
            <a:pPr algn="ctr">
              <a:lnSpc>
                <a:spcPct val="90000"/>
              </a:lnSpc>
            </a:pPr>
            <a:endParaRPr lang="en-US" sz="1600" b="0" i="0" dirty="0" err="1">
              <a:solidFill>
                <a:schemeClr val="bg1"/>
              </a:solidFill>
              <a:latin typeface="Arial" panose="020B0604020202020204" pitchFamily="34" charset="0"/>
            </a:endParaRPr>
          </a:p>
        </p:txBody>
      </p:sp>
      <p:sp>
        <p:nvSpPr>
          <p:cNvPr id="15" name="Date Placeholder 4"/>
          <p:cNvSpPr>
            <a:spLocks noGrp="1"/>
          </p:cNvSpPr>
          <p:nvPr>
            <p:ph type="dt" sz="half" idx="2"/>
          </p:nvPr>
        </p:nvSpPr>
        <p:spPr>
          <a:xfrm>
            <a:off x="319200" y="4634178"/>
            <a:ext cx="1925338" cy="178955"/>
          </a:xfrm>
          <a:prstGeom prst="rect">
            <a:avLst/>
          </a:prstGeom>
        </p:spPr>
        <p:txBody>
          <a:bodyPr vert="horz" wrap="square" lIns="91440" tIns="0" rIns="91440" bIns="0" rtlCol="0" anchor="b" anchorCtr="0">
            <a:noAutofit/>
          </a:bodyPr>
          <a:lstStyle>
            <a:lvl1pPr algn="l">
              <a:defRPr sz="1200" b="0" i="0">
                <a:solidFill>
                  <a:schemeClr val="tx1"/>
                </a:solidFill>
                <a:latin typeface="Arial" panose="020B0604020202020204" pitchFamily="34" charset="0"/>
                <a:cs typeface="Arial" panose="020B0604020202020204" pitchFamily="34" charset="0"/>
              </a:defRPr>
            </a:lvl1pPr>
          </a:lstStyle>
          <a:p>
            <a:fld id="{E76EBEE4-9892-574D-BF3F-34A92DB1BEAF}" type="datetime1">
              <a:rPr lang="en-US" smtClean="0"/>
              <a:t>3/17/26</a:t>
            </a:fld>
            <a:endParaRPr lang="en-US" dirty="0"/>
          </a:p>
        </p:txBody>
      </p:sp>
      <p:sp>
        <p:nvSpPr>
          <p:cNvPr id="8" name="Text Placeholder 2"/>
          <p:cNvSpPr>
            <a:spLocks noGrp="1"/>
          </p:cNvSpPr>
          <p:nvPr>
            <p:ph type="body" sz="quarter" idx="10" hasCustomPrompt="1"/>
          </p:nvPr>
        </p:nvSpPr>
        <p:spPr>
          <a:xfrm>
            <a:off x="317595" y="4120016"/>
            <a:ext cx="4191461" cy="426719"/>
          </a:xfrm>
          <a:prstGeom prst="rect">
            <a:avLst/>
          </a:prstGeom>
        </p:spPr>
        <p:txBody>
          <a:bodyPr vert="horz" wrap="square" lIns="91440" tIns="0" rIns="91440" bIns="0" rtlCol="0" anchor="b" anchorCtr="0">
            <a:noAutofit/>
          </a:bodyPr>
          <a:lstStyle>
            <a:lvl1pPr marL="0" indent="0">
              <a:lnSpc>
                <a:spcPct val="100000"/>
              </a:lnSpc>
              <a:spcBef>
                <a:spcPts val="0"/>
              </a:spcBef>
              <a:spcAft>
                <a:spcPts val="0"/>
              </a:spcAft>
              <a:buNone/>
              <a:defRPr lang="en-US" sz="1600" b="0" i="0" baseline="0" dirty="0" smtClean="0">
                <a:solidFill>
                  <a:schemeClr val="tx1"/>
                </a:solidFill>
                <a:cs typeface="Arial" panose="020B0604020202020204" pitchFamily="34" charset="0"/>
              </a:defRPr>
            </a:lvl1pPr>
            <a:lvl2pPr>
              <a:defRPr lang="en-US" sz="1800" dirty="0" smtClean="0">
                <a:latin typeface="+mn-lt"/>
              </a:defRPr>
            </a:lvl2pPr>
            <a:lvl3pPr>
              <a:defRPr lang="en-US" sz="1800" dirty="0" smtClean="0">
                <a:latin typeface="+mn-lt"/>
              </a:defRPr>
            </a:lvl3pPr>
            <a:lvl4pPr>
              <a:defRPr lang="en-US" sz="1800" dirty="0" smtClean="0">
                <a:latin typeface="+mn-lt"/>
              </a:defRPr>
            </a:lvl4pPr>
            <a:lvl5pPr>
              <a:defRPr lang="en-US" sz="1800" dirty="0">
                <a:latin typeface="+mn-lt"/>
              </a:defRPr>
            </a:lvl5pPr>
          </a:lstStyle>
          <a:p>
            <a:pPr marL="0" lvl="0"/>
            <a:r>
              <a:rPr lang="en-US" dirty="0"/>
              <a:t>Presenter’s Name</a:t>
            </a:r>
          </a:p>
        </p:txBody>
      </p:sp>
      <p:pic>
        <p:nvPicPr>
          <p:cNvPr id="9" name="Graphic 8">
            <a:extLst>
              <a:ext uri="{FF2B5EF4-FFF2-40B4-BE49-F238E27FC236}">
                <a16:creationId xmlns:a16="http://schemas.microsoft.com/office/drawing/2014/main" id="{E56506E1-BB8B-7045-8D57-C400CDE42A8B}"/>
              </a:ext>
            </a:extLst>
          </p:cNvPr>
          <p:cNvPicPr>
            <a:picLocks noChangeAspect="1"/>
          </p:cNvPicPr>
          <p:nvPr userDrawn="1"/>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l="68552" t="35459" r="2030" b="-21848"/>
          <a:stretch/>
        </p:blipFill>
        <p:spPr>
          <a:xfrm rot="5400000">
            <a:off x="2622550" y="-1377949"/>
            <a:ext cx="5143500" cy="7899400"/>
          </a:xfrm>
          <a:prstGeom prst="rect">
            <a:avLst/>
          </a:prstGeom>
        </p:spPr>
      </p:pic>
      <p:sp>
        <p:nvSpPr>
          <p:cNvPr id="10" name="Title 15">
            <a:extLst>
              <a:ext uri="{FF2B5EF4-FFF2-40B4-BE49-F238E27FC236}">
                <a16:creationId xmlns:a16="http://schemas.microsoft.com/office/drawing/2014/main" id="{65B08227-3138-BB41-8E3C-35CA4778CC1D}"/>
              </a:ext>
            </a:extLst>
          </p:cNvPr>
          <p:cNvSpPr>
            <a:spLocks noGrp="1"/>
          </p:cNvSpPr>
          <p:nvPr>
            <p:ph type="title" hasCustomPrompt="1"/>
          </p:nvPr>
        </p:nvSpPr>
        <p:spPr>
          <a:xfrm>
            <a:off x="337463" y="1418843"/>
            <a:ext cx="6437410" cy="1311963"/>
          </a:xfrm>
        </p:spPr>
        <p:txBody>
          <a:bodyPr anchor="b">
            <a:noAutofit/>
          </a:bodyPr>
          <a:lstStyle>
            <a:lvl1pPr>
              <a:defRPr sz="3600" b="0" i="0" baseline="0">
                <a:solidFill>
                  <a:schemeClr val="tx1"/>
                </a:solidFill>
                <a:latin typeface="+mj-lt"/>
              </a:defRPr>
            </a:lvl1pPr>
          </a:lstStyle>
          <a:p>
            <a:r>
              <a:rPr lang="en-US" dirty="0"/>
              <a:t>Title Here</a:t>
            </a:r>
          </a:p>
        </p:txBody>
      </p:sp>
      <p:sp>
        <p:nvSpPr>
          <p:cNvPr id="12" name="Text Placeholder 3">
            <a:extLst>
              <a:ext uri="{FF2B5EF4-FFF2-40B4-BE49-F238E27FC236}">
                <a16:creationId xmlns:a16="http://schemas.microsoft.com/office/drawing/2014/main" id="{E34A4266-EC7F-FD4B-9C3E-81E7A2295184}"/>
              </a:ext>
            </a:extLst>
          </p:cNvPr>
          <p:cNvSpPr>
            <a:spLocks noGrp="1"/>
          </p:cNvSpPr>
          <p:nvPr>
            <p:ph type="body" sz="quarter" idx="15" hasCustomPrompt="1"/>
          </p:nvPr>
        </p:nvSpPr>
        <p:spPr>
          <a:xfrm>
            <a:off x="341081" y="2816947"/>
            <a:ext cx="6432731" cy="508220"/>
          </a:xfrm>
          <a:prstGeom prst="rect">
            <a:avLst/>
          </a:prstGeom>
        </p:spPr>
        <p:txBody>
          <a:bodyPr>
            <a:noAutofit/>
          </a:bodyPr>
          <a:lstStyle>
            <a:lvl1pPr marL="0" indent="0" algn="l">
              <a:lnSpc>
                <a:spcPct val="100000"/>
              </a:lnSpc>
              <a:buNone/>
              <a:defRPr sz="1600" b="0" i="0">
                <a:solidFill>
                  <a:schemeClr val="tx1"/>
                </a:solidFill>
                <a:latin typeface="Arial" panose="020B0604020202020204" pitchFamily="34" charset="0"/>
                <a:ea typeface="Helvetica Neue" panose="02000503000000020004" pitchFamily="2" charset="0"/>
                <a:cs typeface="Arial" panose="020B0604020202020204" pitchFamily="34" charset="0"/>
              </a:defRPr>
            </a:lvl1pPr>
            <a:lvl2pPr marL="230181" indent="0">
              <a:lnSpc>
                <a:spcPct val="100000"/>
              </a:lnSpc>
              <a:buNone/>
              <a:defRPr i="1">
                <a:latin typeface="+mn-lt"/>
              </a:defRPr>
            </a:lvl2pPr>
            <a:lvl3pPr marL="515924" indent="0">
              <a:lnSpc>
                <a:spcPct val="100000"/>
              </a:lnSpc>
              <a:buNone/>
              <a:defRPr i="1">
                <a:latin typeface="+mn-lt"/>
              </a:defRPr>
            </a:lvl3pPr>
            <a:lvl4pPr marL="800080" indent="0">
              <a:lnSpc>
                <a:spcPct val="100000"/>
              </a:lnSpc>
              <a:buNone/>
              <a:defRPr i="1">
                <a:latin typeface="+mn-lt"/>
              </a:defRPr>
            </a:lvl4pPr>
            <a:lvl5pPr marL="1085823" indent="0">
              <a:lnSpc>
                <a:spcPct val="100000"/>
              </a:lnSpc>
              <a:buNone/>
              <a:defRPr i="1">
                <a:latin typeface="+mn-lt"/>
              </a:defRPr>
            </a:lvl5pPr>
          </a:lstStyle>
          <a:p>
            <a:pPr lvl="0"/>
            <a:r>
              <a:rPr lang="en-US" dirty="0"/>
              <a:t>Optional Subhead here</a:t>
            </a:r>
          </a:p>
        </p:txBody>
      </p:sp>
      <p:pic>
        <p:nvPicPr>
          <p:cNvPr id="14" name="Picture 13">
            <a:extLst>
              <a:ext uri="{FF2B5EF4-FFF2-40B4-BE49-F238E27FC236}">
                <a16:creationId xmlns:a16="http://schemas.microsoft.com/office/drawing/2014/main" id="{F0C9BD37-B590-304A-8B49-7ABA28C30670}"/>
              </a:ext>
            </a:extLst>
          </p:cNvPr>
          <p:cNvPicPr>
            <a:picLocks noChangeAspect="1"/>
          </p:cNvPicPr>
          <p:nvPr userDrawn="1"/>
        </p:nvPicPr>
        <p:blipFill>
          <a:blip r:embed="rId3"/>
          <a:srcRect/>
          <a:stretch/>
        </p:blipFill>
        <p:spPr>
          <a:xfrm>
            <a:off x="458374" y="400650"/>
            <a:ext cx="1444176" cy="446687"/>
          </a:xfrm>
          <a:prstGeom prst="rect">
            <a:avLst/>
          </a:prstGeom>
        </p:spPr>
      </p:pic>
    </p:spTree>
    <p:extLst>
      <p:ext uri="{BB962C8B-B14F-4D97-AF65-F5344CB8AC3E}">
        <p14:creationId xmlns:p14="http://schemas.microsoft.com/office/powerpoint/2010/main" val="1956331671"/>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1620" userDrawn="1">
          <p15:clr>
            <a:srgbClr val="FBAE40"/>
          </p15:clr>
        </p15:guide>
        <p15:guide id="2" pos="264" userDrawn="1">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_Cover – Navy">
    <p:bg>
      <p:bgPr>
        <a:solidFill>
          <a:schemeClr val="accent1"/>
        </a:solidFill>
        <a:effectLst/>
      </p:bgPr>
    </p:bg>
    <p:spTree>
      <p:nvGrpSpPr>
        <p:cNvPr id="1" name=""/>
        <p:cNvGrpSpPr/>
        <p:nvPr/>
      </p:nvGrpSpPr>
      <p:grpSpPr>
        <a:xfrm>
          <a:off x="0" y="0"/>
          <a:ext cx="0" cy="0"/>
          <a:chOff x="0" y="0"/>
          <a:chExt cx="0" cy="0"/>
        </a:xfrm>
      </p:grpSpPr>
      <p:sp>
        <p:nvSpPr>
          <p:cNvPr id="15" name="Date Placeholder 4"/>
          <p:cNvSpPr>
            <a:spLocks noGrp="1"/>
          </p:cNvSpPr>
          <p:nvPr>
            <p:ph type="dt" sz="half" idx="2"/>
          </p:nvPr>
        </p:nvSpPr>
        <p:spPr>
          <a:xfrm>
            <a:off x="319200" y="4634178"/>
            <a:ext cx="1925338" cy="178955"/>
          </a:xfrm>
          <a:prstGeom prst="rect">
            <a:avLst/>
          </a:prstGeom>
        </p:spPr>
        <p:txBody>
          <a:bodyPr vert="horz" wrap="square" lIns="91440" tIns="0" rIns="91440" bIns="0" rtlCol="0" anchor="b" anchorCtr="0">
            <a:noAutofit/>
          </a:bodyPr>
          <a:lstStyle>
            <a:lvl1pPr algn="l">
              <a:defRPr sz="1200" b="0" i="0">
                <a:solidFill>
                  <a:schemeClr val="tx1"/>
                </a:solidFill>
                <a:latin typeface="Arial" panose="020B0604020202020204" pitchFamily="34" charset="0"/>
                <a:cs typeface="Arial" panose="020B0604020202020204" pitchFamily="34" charset="0"/>
              </a:defRPr>
            </a:lvl1pPr>
          </a:lstStyle>
          <a:p>
            <a:fld id="{98E9279F-0732-2D41-9F31-EB38C1C6965B}" type="datetime1">
              <a:rPr lang="en-US" smtClean="0"/>
              <a:t>3/17/26</a:t>
            </a:fld>
            <a:endParaRPr lang="en-US" dirty="0"/>
          </a:p>
        </p:txBody>
      </p:sp>
      <p:sp>
        <p:nvSpPr>
          <p:cNvPr id="8" name="Text Placeholder 2"/>
          <p:cNvSpPr>
            <a:spLocks noGrp="1"/>
          </p:cNvSpPr>
          <p:nvPr>
            <p:ph type="body" sz="quarter" idx="10" hasCustomPrompt="1"/>
          </p:nvPr>
        </p:nvSpPr>
        <p:spPr>
          <a:xfrm>
            <a:off x="317595" y="4120016"/>
            <a:ext cx="4191461" cy="426719"/>
          </a:xfrm>
          <a:prstGeom prst="rect">
            <a:avLst/>
          </a:prstGeom>
        </p:spPr>
        <p:txBody>
          <a:bodyPr vert="horz" wrap="square" lIns="91440" tIns="0" rIns="91440" bIns="0" rtlCol="0" anchor="b" anchorCtr="0">
            <a:noAutofit/>
          </a:bodyPr>
          <a:lstStyle>
            <a:lvl1pPr marL="0" indent="0">
              <a:lnSpc>
                <a:spcPct val="100000"/>
              </a:lnSpc>
              <a:spcBef>
                <a:spcPts val="0"/>
              </a:spcBef>
              <a:spcAft>
                <a:spcPts val="0"/>
              </a:spcAft>
              <a:buNone/>
              <a:defRPr lang="en-US" sz="1600" b="0" i="0" baseline="0" dirty="0" smtClean="0">
                <a:solidFill>
                  <a:schemeClr val="tx1"/>
                </a:solidFill>
                <a:cs typeface="Arial" panose="020B0604020202020204" pitchFamily="34" charset="0"/>
              </a:defRPr>
            </a:lvl1pPr>
            <a:lvl2pPr>
              <a:defRPr lang="en-US" sz="1800" dirty="0" smtClean="0">
                <a:latin typeface="+mn-lt"/>
              </a:defRPr>
            </a:lvl2pPr>
            <a:lvl3pPr>
              <a:defRPr lang="en-US" sz="1800" dirty="0" smtClean="0">
                <a:latin typeface="+mn-lt"/>
              </a:defRPr>
            </a:lvl3pPr>
            <a:lvl4pPr>
              <a:defRPr lang="en-US" sz="1800" dirty="0" smtClean="0">
                <a:latin typeface="+mn-lt"/>
              </a:defRPr>
            </a:lvl4pPr>
            <a:lvl5pPr>
              <a:defRPr lang="en-US" sz="1800" dirty="0">
                <a:latin typeface="+mn-lt"/>
              </a:defRPr>
            </a:lvl5pPr>
          </a:lstStyle>
          <a:p>
            <a:pPr marL="0" lvl="0"/>
            <a:r>
              <a:rPr lang="en-US" dirty="0"/>
              <a:t>Presenter’s Name</a:t>
            </a:r>
          </a:p>
        </p:txBody>
      </p:sp>
      <p:sp>
        <p:nvSpPr>
          <p:cNvPr id="10" name="Title 15">
            <a:extLst>
              <a:ext uri="{FF2B5EF4-FFF2-40B4-BE49-F238E27FC236}">
                <a16:creationId xmlns:a16="http://schemas.microsoft.com/office/drawing/2014/main" id="{65B08227-3138-BB41-8E3C-35CA4778CC1D}"/>
              </a:ext>
            </a:extLst>
          </p:cNvPr>
          <p:cNvSpPr>
            <a:spLocks noGrp="1"/>
          </p:cNvSpPr>
          <p:nvPr>
            <p:ph type="title" hasCustomPrompt="1"/>
          </p:nvPr>
        </p:nvSpPr>
        <p:spPr>
          <a:xfrm>
            <a:off x="337463" y="1418843"/>
            <a:ext cx="6437410" cy="1311963"/>
          </a:xfrm>
        </p:spPr>
        <p:txBody>
          <a:bodyPr anchor="b">
            <a:noAutofit/>
          </a:bodyPr>
          <a:lstStyle>
            <a:lvl1pPr>
              <a:defRPr sz="3600" b="0" i="0" baseline="0">
                <a:solidFill>
                  <a:schemeClr val="tx1"/>
                </a:solidFill>
                <a:latin typeface="+mj-lt"/>
              </a:defRPr>
            </a:lvl1pPr>
          </a:lstStyle>
          <a:p>
            <a:r>
              <a:rPr lang="en-US" dirty="0"/>
              <a:t>Title Here</a:t>
            </a:r>
          </a:p>
        </p:txBody>
      </p:sp>
      <p:sp>
        <p:nvSpPr>
          <p:cNvPr id="12" name="Text Placeholder 3">
            <a:extLst>
              <a:ext uri="{FF2B5EF4-FFF2-40B4-BE49-F238E27FC236}">
                <a16:creationId xmlns:a16="http://schemas.microsoft.com/office/drawing/2014/main" id="{E34A4266-EC7F-FD4B-9C3E-81E7A2295184}"/>
              </a:ext>
            </a:extLst>
          </p:cNvPr>
          <p:cNvSpPr>
            <a:spLocks noGrp="1"/>
          </p:cNvSpPr>
          <p:nvPr>
            <p:ph type="body" sz="quarter" idx="15" hasCustomPrompt="1"/>
          </p:nvPr>
        </p:nvSpPr>
        <p:spPr>
          <a:xfrm>
            <a:off x="341081" y="2816947"/>
            <a:ext cx="6432731" cy="508220"/>
          </a:xfrm>
          <a:prstGeom prst="rect">
            <a:avLst/>
          </a:prstGeom>
        </p:spPr>
        <p:txBody>
          <a:bodyPr>
            <a:noAutofit/>
          </a:bodyPr>
          <a:lstStyle>
            <a:lvl1pPr marL="0" indent="0" algn="l">
              <a:lnSpc>
                <a:spcPct val="100000"/>
              </a:lnSpc>
              <a:buNone/>
              <a:defRPr sz="1600" b="0" i="0">
                <a:solidFill>
                  <a:schemeClr val="tx1"/>
                </a:solidFill>
                <a:latin typeface="Arial" panose="020B0604020202020204" pitchFamily="34" charset="0"/>
                <a:ea typeface="Helvetica Neue" panose="02000503000000020004" pitchFamily="2" charset="0"/>
                <a:cs typeface="Arial" panose="020B0604020202020204" pitchFamily="34" charset="0"/>
              </a:defRPr>
            </a:lvl1pPr>
            <a:lvl2pPr marL="230181" indent="0">
              <a:lnSpc>
                <a:spcPct val="100000"/>
              </a:lnSpc>
              <a:buNone/>
              <a:defRPr i="1">
                <a:latin typeface="+mn-lt"/>
              </a:defRPr>
            </a:lvl2pPr>
            <a:lvl3pPr marL="515924" indent="0">
              <a:lnSpc>
                <a:spcPct val="100000"/>
              </a:lnSpc>
              <a:buNone/>
              <a:defRPr i="1">
                <a:latin typeface="+mn-lt"/>
              </a:defRPr>
            </a:lvl3pPr>
            <a:lvl4pPr marL="800080" indent="0">
              <a:lnSpc>
                <a:spcPct val="100000"/>
              </a:lnSpc>
              <a:buNone/>
              <a:defRPr i="1">
                <a:latin typeface="+mn-lt"/>
              </a:defRPr>
            </a:lvl4pPr>
            <a:lvl5pPr marL="1085823" indent="0">
              <a:lnSpc>
                <a:spcPct val="100000"/>
              </a:lnSpc>
              <a:buNone/>
              <a:defRPr i="1">
                <a:latin typeface="+mn-lt"/>
              </a:defRPr>
            </a:lvl5pPr>
          </a:lstStyle>
          <a:p>
            <a:pPr lvl="0"/>
            <a:r>
              <a:rPr lang="en-US" dirty="0"/>
              <a:t>Optional Subhead here</a:t>
            </a:r>
          </a:p>
        </p:txBody>
      </p:sp>
      <p:pic>
        <p:nvPicPr>
          <p:cNvPr id="16" name="Graphic 15">
            <a:extLst>
              <a:ext uri="{FF2B5EF4-FFF2-40B4-BE49-F238E27FC236}">
                <a16:creationId xmlns:a16="http://schemas.microsoft.com/office/drawing/2014/main" id="{29BA6BCF-2F1A-8443-A8DC-13CF462899A6}"/>
              </a:ext>
            </a:extLst>
          </p:cNvPr>
          <p:cNvPicPr>
            <a:picLocks noChangeAspect="1"/>
          </p:cNvPicPr>
          <p:nvPr userDrawn="1"/>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l="60227" t="19283" r="-18229" b="-22843"/>
          <a:stretch/>
        </p:blipFill>
        <p:spPr>
          <a:xfrm rot="5400000">
            <a:off x="2084133" y="-3768025"/>
            <a:ext cx="10362381" cy="9676016"/>
          </a:xfrm>
          <a:prstGeom prst="rect">
            <a:avLst/>
          </a:prstGeom>
        </p:spPr>
      </p:pic>
      <p:pic>
        <p:nvPicPr>
          <p:cNvPr id="11" name="Picture 10">
            <a:extLst>
              <a:ext uri="{FF2B5EF4-FFF2-40B4-BE49-F238E27FC236}">
                <a16:creationId xmlns:a16="http://schemas.microsoft.com/office/drawing/2014/main" id="{52940C55-B0F6-2248-8883-AB5DB7E8FDA6}"/>
              </a:ext>
            </a:extLst>
          </p:cNvPr>
          <p:cNvPicPr>
            <a:picLocks noChangeAspect="1"/>
          </p:cNvPicPr>
          <p:nvPr userDrawn="1"/>
        </p:nvPicPr>
        <p:blipFill>
          <a:blip r:embed="rId3"/>
          <a:srcRect/>
          <a:stretch/>
        </p:blipFill>
        <p:spPr>
          <a:xfrm>
            <a:off x="458374" y="400650"/>
            <a:ext cx="1444176" cy="446687"/>
          </a:xfrm>
          <a:prstGeom prst="rect">
            <a:avLst/>
          </a:prstGeom>
        </p:spPr>
      </p:pic>
    </p:spTree>
    <p:extLst>
      <p:ext uri="{BB962C8B-B14F-4D97-AF65-F5344CB8AC3E}">
        <p14:creationId xmlns:p14="http://schemas.microsoft.com/office/powerpoint/2010/main" val="3266065022"/>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1620" userDrawn="1">
          <p15:clr>
            <a:srgbClr val="FBAE40"/>
          </p15:clr>
        </p15:guide>
        <p15:guide id="2" pos="264" userDrawn="1">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3_Cover – Navy">
    <p:bg>
      <p:bgPr>
        <a:solidFill>
          <a:schemeClr val="accent2"/>
        </a:solidFill>
        <a:effectLst/>
      </p:bgPr>
    </p:bg>
    <p:spTree>
      <p:nvGrpSpPr>
        <p:cNvPr id="1" name=""/>
        <p:cNvGrpSpPr/>
        <p:nvPr/>
      </p:nvGrpSpPr>
      <p:grpSpPr>
        <a:xfrm>
          <a:off x="0" y="0"/>
          <a:ext cx="0" cy="0"/>
          <a:chOff x="0" y="0"/>
          <a:chExt cx="0" cy="0"/>
        </a:xfrm>
      </p:grpSpPr>
      <p:sp>
        <p:nvSpPr>
          <p:cNvPr id="15" name="Date Placeholder 4"/>
          <p:cNvSpPr>
            <a:spLocks noGrp="1"/>
          </p:cNvSpPr>
          <p:nvPr>
            <p:ph type="dt" sz="half" idx="2"/>
          </p:nvPr>
        </p:nvSpPr>
        <p:spPr>
          <a:xfrm>
            <a:off x="319200" y="4634178"/>
            <a:ext cx="1925338" cy="178955"/>
          </a:xfrm>
          <a:prstGeom prst="rect">
            <a:avLst/>
          </a:prstGeom>
        </p:spPr>
        <p:txBody>
          <a:bodyPr vert="horz" wrap="square" lIns="91440" tIns="0" rIns="91440" bIns="0" rtlCol="0" anchor="b" anchorCtr="0">
            <a:noAutofit/>
          </a:bodyPr>
          <a:lstStyle>
            <a:lvl1pPr algn="l">
              <a:defRPr sz="1200" b="0" i="0">
                <a:solidFill>
                  <a:schemeClr val="tx1"/>
                </a:solidFill>
                <a:latin typeface="Arial" panose="020B0604020202020204" pitchFamily="34" charset="0"/>
                <a:cs typeface="Arial" panose="020B0604020202020204" pitchFamily="34" charset="0"/>
              </a:defRPr>
            </a:lvl1pPr>
          </a:lstStyle>
          <a:p>
            <a:fld id="{574AEBC4-F1C6-964F-B3AF-AF09E45DE715}" type="datetime1">
              <a:rPr lang="en-US" smtClean="0"/>
              <a:t>3/17/26</a:t>
            </a:fld>
            <a:endParaRPr lang="en-US" dirty="0"/>
          </a:p>
        </p:txBody>
      </p:sp>
      <p:sp>
        <p:nvSpPr>
          <p:cNvPr id="8" name="Text Placeholder 2"/>
          <p:cNvSpPr>
            <a:spLocks noGrp="1"/>
          </p:cNvSpPr>
          <p:nvPr>
            <p:ph type="body" sz="quarter" idx="10" hasCustomPrompt="1"/>
          </p:nvPr>
        </p:nvSpPr>
        <p:spPr>
          <a:xfrm>
            <a:off x="317595" y="4120016"/>
            <a:ext cx="4191461" cy="426719"/>
          </a:xfrm>
          <a:prstGeom prst="rect">
            <a:avLst/>
          </a:prstGeom>
        </p:spPr>
        <p:txBody>
          <a:bodyPr vert="horz" wrap="square" lIns="91440" tIns="0" rIns="91440" bIns="0" rtlCol="0" anchor="b" anchorCtr="0">
            <a:noAutofit/>
          </a:bodyPr>
          <a:lstStyle>
            <a:lvl1pPr marL="0" indent="0">
              <a:lnSpc>
                <a:spcPct val="100000"/>
              </a:lnSpc>
              <a:spcBef>
                <a:spcPts val="0"/>
              </a:spcBef>
              <a:spcAft>
                <a:spcPts val="0"/>
              </a:spcAft>
              <a:buNone/>
              <a:defRPr lang="en-US" sz="1600" b="0" i="0" baseline="0" dirty="0" smtClean="0">
                <a:solidFill>
                  <a:schemeClr val="tx1"/>
                </a:solidFill>
                <a:cs typeface="Arial" panose="020B0604020202020204" pitchFamily="34" charset="0"/>
              </a:defRPr>
            </a:lvl1pPr>
            <a:lvl2pPr>
              <a:defRPr lang="en-US" sz="1800" dirty="0" smtClean="0">
                <a:latin typeface="+mn-lt"/>
              </a:defRPr>
            </a:lvl2pPr>
            <a:lvl3pPr>
              <a:defRPr lang="en-US" sz="1800" dirty="0" smtClean="0">
                <a:latin typeface="+mn-lt"/>
              </a:defRPr>
            </a:lvl3pPr>
            <a:lvl4pPr>
              <a:defRPr lang="en-US" sz="1800" dirty="0" smtClean="0">
                <a:latin typeface="+mn-lt"/>
              </a:defRPr>
            </a:lvl4pPr>
            <a:lvl5pPr>
              <a:defRPr lang="en-US" sz="1800" dirty="0">
                <a:latin typeface="+mn-lt"/>
              </a:defRPr>
            </a:lvl5pPr>
          </a:lstStyle>
          <a:p>
            <a:pPr marL="0" lvl="0"/>
            <a:r>
              <a:rPr lang="en-US" dirty="0"/>
              <a:t>Presenter’s Name</a:t>
            </a:r>
          </a:p>
        </p:txBody>
      </p:sp>
      <p:sp>
        <p:nvSpPr>
          <p:cNvPr id="10" name="Title 15">
            <a:extLst>
              <a:ext uri="{FF2B5EF4-FFF2-40B4-BE49-F238E27FC236}">
                <a16:creationId xmlns:a16="http://schemas.microsoft.com/office/drawing/2014/main" id="{65B08227-3138-BB41-8E3C-35CA4778CC1D}"/>
              </a:ext>
            </a:extLst>
          </p:cNvPr>
          <p:cNvSpPr>
            <a:spLocks noGrp="1"/>
          </p:cNvSpPr>
          <p:nvPr>
            <p:ph type="title" hasCustomPrompt="1"/>
          </p:nvPr>
        </p:nvSpPr>
        <p:spPr>
          <a:xfrm>
            <a:off x="337463" y="1418843"/>
            <a:ext cx="6437410" cy="1311963"/>
          </a:xfrm>
        </p:spPr>
        <p:txBody>
          <a:bodyPr anchor="b">
            <a:noAutofit/>
          </a:bodyPr>
          <a:lstStyle>
            <a:lvl1pPr>
              <a:defRPr sz="3600" b="0" i="0" baseline="0">
                <a:solidFill>
                  <a:schemeClr val="tx1"/>
                </a:solidFill>
                <a:latin typeface="+mj-lt"/>
              </a:defRPr>
            </a:lvl1pPr>
          </a:lstStyle>
          <a:p>
            <a:r>
              <a:rPr lang="en-US" dirty="0"/>
              <a:t>Title Here</a:t>
            </a:r>
          </a:p>
        </p:txBody>
      </p:sp>
      <p:sp>
        <p:nvSpPr>
          <p:cNvPr id="12" name="Text Placeholder 3">
            <a:extLst>
              <a:ext uri="{FF2B5EF4-FFF2-40B4-BE49-F238E27FC236}">
                <a16:creationId xmlns:a16="http://schemas.microsoft.com/office/drawing/2014/main" id="{E34A4266-EC7F-FD4B-9C3E-81E7A2295184}"/>
              </a:ext>
            </a:extLst>
          </p:cNvPr>
          <p:cNvSpPr>
            <a:spLocks noGrp="1"/>
          </p:cNvSpPr>
          <p:nvPr>
            <p:ph type="body" sz="quarter" idx="15" hasCustomPrompt="1"/>
          </p:nvPr>
        </p:nvSpPr>
        <p:spPr>
          <a:xfrm>
            <a:off x="341081" y="2816947"/>
            <a:ext cx="6432731" cy="508220"/>
          </a:xfrm>
          <a:prstGeom prst="rect">
            <a:avLst/>
          </a:prstGeom>
        </p:spPr>
        <p:txBody>
          <a:bodyPr>
            <a:noAutofit/>
          </a:bodyPr>
          <a:lstStyle>
            <a:lvl1pPr marL="0" indent="0" algn="l">
              <a:lnSpc>
                <a:spcPct val="100000"/>
              </a:lnSpc>
              <a:buNone/>
              <a:defRPr sz="1600" b="0" i="0">
                <a:solidFill>
                  <a:schemeClr val="tx1"/>
                </a:solidFill>
                <a:latin typeface="Arial" panose="020B0604020202020204" pitchFamily="34" charset="0"/>
                <a:ea typeface="Helvetica Neue" panose="02000503000000020004" pitchFamily="2" charset="0"/>
                <a:cs typeface="Arial" panose="020B0604020202020204" pitchFamily="34" charset="0"/>
              </a:defRPr>
            </a:lvl1pPr>
            <a:lvl2pPr marL="230181" indent="0">
              <a:lnSpc>
                <a:spcPct val="100000"/>
              </a:lnSpc>
              <a:buNone/>
              <a:defRPr i="1">
                <a:latin typeface="+mn-lt"/>
              </a:defRPr>
            </a:lvl2pPr>
            <a:lvl3pPr marL="515924" indent="0">
              <a:lnSpc>
                <a:spcPct val="100000"/>
              </a:lnSpc>
              <a:buNone/>
              <a:defRPr i="1">
                <a:latin typeface="+mn-lt"/>
              </a:defRPr>
            </a:lvl3pPr>
            <a:lvl4pPr marL="800080" indent="0">
              <a:lnSpc>
                <a:spcPct val="100000"/>
              </a:lnSpc>
              <a:buNone/>
              <a:defRPr i="1">
                <a:latin typeface="+mn-lt"/>
              </a:defRPr>
            </a:lvl4pPr>
            <a:lvl5pPr marL="1085823" indent="0">
              <a:lnSpc>
                <a:spcPct val="100000"/>
              </a:lnSpc>
              <a:buNone/>
              <a:defRPr i="1">
                <a:latin typeface="+mn-lt"/>
              </a:defRPr>
            </a:lvl5pPr>
          </a:lstStyle>
          <a:p>
            <a:pPr lvl="0"/>
            <a:r>
              <a:rPr lang="en-US" dirty="0"/>
              <a:t>Optional Subhead here</a:t>
            </a:r>
          </a:p>
        </p:txBody>
      </p:sp>
      <p:pic>
        <p:nvPicPr>
          <p:cNvPr id="13" name="Picture 12" descr="Background pattern&#10;&#10;Description automatically generated">
            <a:extLst>
              <a:ext uri="{FF2B5EF4-FFF2-40B4-BE49-F238E27FC236}">
                <a16:creationId xmlns:a16="http://schemas.microsoft.com/office/drawing/2014/main" id="{8A9B26ED-91EB-374C-A70F-3562EDE10CB7}"/>
              </a:ext>
            </a:extLst>
          </p:cNvPr>
          <p:cNvPicPr>
            <a:picLocks noChangeAspect="1"/>
          </p:cNvPicPr>
          <p:nvPr userDrawn="1"/>
        </p:nvPicPr>
        <p:blipFill rotWithShape="1">
          <a:blip r:embed="rId2" cstate="screen">
            <a:alphaModFix amt="25000"/>
            <a:extLst>
              <a:ext uri="{28A0092B-C50C-407E-A947-70E740481C1C}">
                <a14:useLocalDpi xmlns:a14="http://schemas.microsoft.com/office/drawing/2010/main"/>
              </a:ext>
            </a:extLst>
          </a:blip>
          <a:srcRect b="-8148"/>
          <a:stretch/>
        </p:blipFill>
        <p:spPr>
          <a:xfrm rot="10800000">
            <a:off x="2413325" y="62568"/>
            <a:ext cx="6730677" cy="1959529"/>
          </a:xfrm>
          <a:prstGeom prst="rect">
            <a:avLst/>
          </a:prstGeom>
        </p:spPr>
      </p:pic>
      <p:pic>
        <p:nvPicPr>
          <p:cNvPr id="11" name="Picture 10">
            <a:extLst>
              <a:ext uri="{FF2B5EF4-FFF2-40B4-BE49-F238E27FC236}">
                <a16:creationId xmlns:a16="http://schemas.microsoft.com/office/drawing/2014/main" id="{B9D9345F-D15C-2043-8157-7A75DD361F38}"/>
              </a:ext>
            </a:extLst>
          </p:cNvPr>
          <p:cNvPicPr>
            <a:picLocks noChangeAspect="1"/>
          </p:cNvPicPr>
          <p:nvPr userDrawn="1"/>
        </p:nvPicPr>
        <p:blipFill>
          <a:blip r:embed="rId3"/>
          <a:srcRect/>
          <a:stretch/>
        </p:blipFill>
        <p:spPr>
          <a:xfrm>
            <a:off x="458374" y="400650"/>
            <a:ext cx="1444176" cy="446687"/>
          </a:xfrm>
          <a:prstGeom prst="rect">
            <a:avLst/>
          </a:prstGeom>
        </p:spPr>
      </p:pic>
    </p:spTree>
    <p:extLst>
      <p:ext uri="{BB962C8B-B14F-4D97-AF65-F5344CB8AC3E}">
        <p14:creationId xmlns:p14="http://schemas.microsoft.com/office/powerpoint/2010/main" val="228618032"/>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1620" userDrawn="1">
          <p15:clr>
            <a:srgbClr val="FBAE40"/>
          </p15:clr>
        </p15:guide>
        <p15:guide id="2" pos="264" userDrawn="1">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2_Cover – Navy">
    <p:bg>
      <p:bgPr>
        <a:solidFill>
          <a:schemeClr val="tx2"/>
        </a:solidFill>
        <a:effectLst/>
      </p:bgPr>
    </p:bg>
    <p:spTree>
      <p:nvGrpSpPr>
        <p:cNvPr id="1" name=""/>
        <p:cNvGrpSpPr/>
        <p:nvPr/>
      </p:nvGrpSpPr>
      <p:grpSpPr>
        <a:xfrm>
          <a:off x="0" y="0"/>
          <a:ext cx="0" cy="0"/>
          <a:chOff x="0" y="0"/>
          <a:chExt cx="0" cy="0"/>
        </a:xfrm>
      </p:grpSpPr>
      <p:sp>
        <p:nvSpPr>
          <p:cNvPr id="15" name="Date Placeholder 4"/>
          <p:cNvSpPr>
            <a:spLocks noGrp="1"/>
          </p:cNvSpPr>
          <p:nvPr>
            <p:ph type="dt" sz="half" idx="2"/>
          </p:nvPr>
        </p:nvSpPr>
        <p:spPr>
          <a:xfrm>
            <a:off x="319200" y="4634178"/>
            <a:ext cx="1925338" cy="178955"/>
          </a:xfrm>
          <a:prstGeom prst="rect">
            <a:avLst/>
          </a:prstGeom>
        </p:spPr>
        <p:txBody>
          <a:bodyPr vert="horz" wrap="square" lIns="91440" tIns="0" rIns="91440" bIns="0" rtlCol="0" anchor="b" anchorCtr="0">
            <a:noAutofit/>
          </a:bodyPr>
          <a:lstStyle>
            <a:lvl1pPr algn="l">
              <a:defRPr sz="1200" b="0" i="0">
                <a:solidFill>
                  <a:schemeClr val="bg2"/>
                </a:solidFill>
                <a:latin typeface="Arial" panose="020B0604020202020204" pitchFamily="34" charset="0"/>
                <a:cs typeface="Arial" panose="020B0604020202020204" pitchFamily="34" charset="0"/>
              </a:defRPr>
            </a:lvl1pPr>
          </a:lstStyle>
          <a:p>
            <a:fld id="{44BC1395-2AD9-8C4D-9E13-CE99F3E7EA24}" type="datetime1">
              <a:rPr lang="en-US" smtClean="0"/>
              <a:t>3/17/26</a:t>
            </a:fld>
            <a:endParaRPr lang="en-US" dirty="0"/>
          </a:p>
        </p:txBody>
      </p:sp>
      <p:sp>
        <p:nvSpPr>
          <p:cNvPr id="8" name="Text Placeholder 2"/>
          <p:cNvSpPr>
            <a:spLocks noGrp="1"/>
          </p:cNvSpPr>
          <p:nvPr>
            <p:ph type="body" sz="quarter" idx="10" hasCustomPrompt="1"/>
          </p:nvPr>
        </p:nvSpPr>
        <p:spPr>
          <a:xfrm>
            <a:off x="317595" y="4120016"/>
            <a:ext cx="4191461" cy="426719"/>
          </a:xfrm>
          <a:prstGeom prst="rect">
            <a:avLst/>
          </a:prstGeom>
        </p:spPr>
        <p:txBody>
          <a:bodyPr vert="horz" wrap="square" lIns="91440" tIns="0" rIns="91440" bIns="0" rtlCol="0" anchor="b" anchorCtr="0">
            <a:noAutofit/>
          </a:bodyPr>
          <a:lstStyle>
            <a:lvl1pPr marL="0" indent="0">
              <a:lnSpc>
                <a:spcPct val="100000"/>
              </a:lnSpc>
              <a:spcBef>
                <a:spcPts val="0"/>
              </a:spcBef>
              <a:spcAft>
                <a:spcPts val="0"/>
              </a:spcAft>
              <a:buNone/>
              <a:defRPr lang="en-US" sz="1600" b="0" i="0" baseline="0" dirty="0" smtClean="0">
                <a:solidFill>
                  <a:schemeClr val="bg2"/>
                </a:solidFill>
                <a:cs typeface="Arial" panose="020B0604020202020204" pitchFamily="34" charset="0"/>
              </a:defRPr>
            </a:lvl1pPr>
            <a:lvl2pPr>
              <a:defRPr lang="en-US" sz="1800" dirty="0" smtClean="0">
                <a:latin typeface="+mn-lt"/>
              </a:defRPr>
            </a:lvl2pPr>
            <a:lvl3pPr>
              <a:defRPr lang="en-US" sz="1800" dirty="0" smtClean="0">
                <a:latin typeface="+mn-lt"/>
              </a:defRPr>
            </a:lvl3pPr>
            <a:lvl4pPr>
              <a:defRPr lang="en-US" sz="1800" dirty="0" smtClean="0">
                <a:latin typeface="+mn-lt"/>
              </a:defRPr>
            </a:lvl4pPr>
            <a:lvl5pPr>
              <a:defRPr lang="en-US" sz="1800" dirty="0">
                <a:latin typeface="+mn-lt"/>
              </a:defRPr>
            </a:lvl5pPr>
          </a:lstStyle>
          <a:p>
            <a:pPr marL="0" lvl="0"/>
            <a:r>
              <a:rPr lang="en-US" dirty="0"/>
              <a:t>Presenter’s Name</a:t>
            </a:r>
          </a:p>
        </p:txBody>
      </p:sp>
      <p:sp>
        <p:nvSpPr>
          <p:cNvPr id="10" name="Title 15">
            <a:extLst>
              <a:ext uri="{FF2B5EF4-FFF2-40B4-BE49-F238E27FC236}">
                <a16:creationId xmlns:a16="http://schemas.microsoft.com/office/drawing/2014/main" id="{65B08227-3138-BB41-8E3C-35CA4778CC1D}"/>
              </a:ext>
            </a:extLst>
          </p:cNvPr>
          <p:cNvSpPr>
            <a:spLocks noGrp="1"/>
          </p:cNvSpPr>
          <p:nvPr>
            <p:ph type="title" hasCustomPrompt="1"/>
          </p:nvPr>
        </p:nvSpPr>
        <p:spPr>
          <a:xfrm>
            <a:off x="337463" y="1418843"/>
            <a:ext cx="6437410" cy="1311963"/>
          </a:xfrm>
        </p:spPr>
        <p:txBody>
          <a:bodyPr anchor="b">
            <a:noAutofit/>
          </a:bodyPr>
          <a:lstStyle>
            <a:lvl1pPr>
              <a:defRPr sz="3600" b="0" i="0" baseline="0">
                <a:solidFill>
                  <a:schemeClr val="bg2"/>
                </a:solidFill>
                <a:latin typeface="+mj-lt"/>
              </a:defRPr>
            </a:lvl1pPr>
          </a:lstStyle>
          <a:p>
            <a:r>
              <a:rPr lang="en-US" dirty="0"/>
              <a:t>Title Here</a:t>
            </a:r>
          </a:p>
        </p:txBody>
      </p:sp>
      <p:sp>
        <p:nvSpPr>
          <p:cNvPr id="12" name="Text Placeholder 3">
            <a:extLst>
              <a:ext uri="{FF2B5EF4-FFF2-40B4-BE49-F238E27FC236}">
                <a16:creationId xmlns:a16="http://schemas.microsoft.com/office/drawing/2014/main" id="{E34A4266-EC7F-FD4B-9C3E-81E7A2295184}"/>
              </a:ext>
            </a:extLst>
          </p:cNvPr>
          <p:cNvSpPr>
            <a:spLocks noGrp="1"/>
          </p:cNvSpPr>
          <p:nvPr>
            <p:ph type="body" sz="quarter" idx="15" hasCustomPrompt="1"/>
          </p:nvPr>
        </p:nvSpPr>
        <p:spPr>
          <a:xfrm>
            <a:off x="341081" y="2816947"/>
            <a:ext cx="6432731" cy="508220"/>
          </a:xfrm>
          <a:prstGeom prst="rect">
            <a:avLst/>
          </a:prstGeom>
        </p:spPr>
        <p:txBody>
          <a:bodyPr>
            <a:noAutofit/>
          </a:bodyPr>
          <a:lstStyle>
            <a:lvl1pPr marL="0" indent="0" algn="l">
              <a:lnSpc>
                <a:spcPct val="100000"/>
              </a:lnSpc>
              <a:buNone/>
              <a:defRPr sz="1600" b="0" i="0">
                <a:solidFill>
                  <a:schemeClr val="bg2"/>
                </a:solidFill>
                <a:latin typeface="Arial" panose="020B0604020202020204" pitchFamily="34" charset="0"/>
                <a:ea typeface="Helvetica Neue" panose="02000503000000020004" pitchFamily="2" charset="0"/>
                <a:cs typeface="Arial" panose="020B0604020202020204" pitchFamily="34" charset="0"/>
              </a:defRPr>
            </a:lvl1pPr>
            <a:lvl2pPr marL="230181" indent="0">
              <a:lnSpc>
                <a:spcPct val="100000"/>
              </a:lnSpc>
              <a:buNone/>
              <a:defRPr i="1">
                <a:latin typeface="+mn-lt"/>
              </a:defRPr>
            </a:lvl2pPr>
            <a:lvl3pPr marL="515924" indent="0">
              <a:lnSpc>
                <a:spcPct val="100000"/>
              </a:lnSpc>
              <a:buNone/>
              <a:defRPr i="1">
                <a:latin typeface="+mn-lt"/>
              </a:defRPr>
            </a:lvl3pPr>
            <a:lvl4pPr marL="800080" indent="0">
              <a:lnSpc>
                <a:spcPct val="100000"/>
              </a:lnSpc>
              <a:buNone/>
              <a:defRPr i="1">
                <a:latin typeface="+mn-lt"/>
              </a:defRPr>
            </a:lvl4pPr>
            <a:lvl5pPr marL="1085823" indent="0">
              <a:lnSpc>
                <a:spcPct val="100000"/>
              </a:lnSpc>
              <a:buNone/>
              <a:defRPr i="1">
                <a:latin typeface="+mn-lt"/>
              </a:defRPr>
            </a:lvl5pPr>
          </a:lstStyle>
          <a:p>
            <a:pPr lvl="0"/>
            <a:r>
              <a:rPr lang="en-US" dirty="0"/>
              <a:t>Optional Subhead here</a:t>
            </a:r>
          </a:p>
        </p:txBody>
      </p:sp>
      <p:sp>
        <p:nvSpPr>
          <p:cNvPr id="18" name="Freeform 77">
            <a:extLst>
              <a:ext uri="{FF2B5EF4-FFF2-40B4-BE49-F238E27FC236}">
                <a16:creationId xmlns:a16="http://schemas.microsoft.com/office/drawing/2014/main" id="{09D6DA44-3D41-5E45-80B2-97B2B0E76C11}"/>
              </a:ext>
            </a:extLst>
          </p:cNvPr>
          <p:cNvSpPr>
            <a:spLocks/>
          </p:cNvSpPr>
          <p:nvPr userDrawn="1"/>
        </p:nvSpPr>
        <p:spPr bwMode="auto">
          <a:xfrm>
            <a:off x="8393113" y="4800601"/>
            <a:ext cx="481012" cy="231074"/>
          </a:xfrm>
          <a:custGeom>
            <a:avLst/>
            <a:gdLst>
              <a:gd name="T0" fmla="*/ 350 w 350"/>
              <a:gd name="T1" fmla="*/ 52 h 168"/>
              <a:gd name="T2" fmla="*/ 270 w 350"/>
              <a:gd name="T3" fmla="*/ 130 h 168"/>
              <a:gd name="T4" fmla="*/ 240 w 350"/>
              <a:gd name="T5" fmla="*/ 100 h 168"/>
              <a:gd name="T6" fmla="*/ 205 w 350"/>
              <a:gd name="T7" fmla="*/ 91 h 168"/>
              <a:gd name="T8" fmla="*/ 201 w 350"/>
              <a:gd name="T9" fmla="*/ 86 h 168"/>
              <a:gd name="T10" fmla="*/ 200 w 350"/>
              <a:gd name="T11" fmla="*/ 82 h 168"/>
              <a:gd name="T12" fmla="*/ 203 w 350"/>
              <a:gd name="T13" fmla="*/ 73 h 168"/>
              <a:gd name="T14" fmla="*/ 203 w 350"/>
              <a:gd name="T15" fmla="*/ 73 h 168"/>
              <a:gd name="T16" fmla="*/ 205 w 350"/>
              <a:gd name="T17" fmla="*/ 72 h 168"/>
              <a:gd name="T18" fmla="*/ 234 w 350"/>
              <a:gd name="T19" fmla="*/ 71 h 168"/>
              <a:gd name="T20" fmla="*/ 266 w 350"/>
              <a:gd name="T21" fmla="*/ 85 h 168"/>
              <a:gd name="T22" fmla="*/ 222 w 350"/>
              <a:gd name="T23" fmla="*/ 48 h 168"/>
              <a:gd name="T24" fmla="*/ 179 w 350"/>
              <a:gd name="T25" fmla="*/ 73 h 168"/>
              <a:gd name="T26" fmla="*/ 178 w 350"/>
              <a:gd name="T27" fmla="*/ 76 h 168"/>
              <a:gd name="T28" fmla="*/ 122 w 350"/>
              <a:gd name="T29" fmla="*/ 60 h 168"/>
              <a:gd name="T30" fmla="*/ 178 w 350"/>
              <a:gd name="T31" fmla="*/ 41 h 168"/>
              <a:gd name="T32" fmla="*/ 153 w 350"/>
              <a:gd name="T33" fmla="*/ 0 h 168"/>
              <a:gd name="T34" fmla="*/ 97 w 350"/>
              <a:gd name="T35" fmla="*/ 2 h 168"/>
              <a:gd name="T36" fmla="*/ 72 w 350"/>
              <a:gd name="T37" fmla="*/ 73 h 168"/>
              <a:gd name="T38" fmla="*/ 25 w 350"/>
              <a:gd name="T39" fmla="*/ 73 h 168"/>
              <a:gd name="T40" fmla="*/ 0 w 350"/>
              <a:gd name="T41" fmla="*/ 2 h 168"/>
              <a:gd name="T42" fmla="*/ 48 w 350"/>
              <a:gd name="T43" fmla="*/ 119 h 168"/>
              <a:gd name="T44" fmla="*/ 97 w 350"/>
              <a:gd name="T45" fmla="*/ 64 h 168"/>
              <a:gd name="T46" fmla="*/ 187 w 350"/>
              <a:gd name="T47" fmla="*/ 107 h 168"/>
              <a:gd name="T48" fmla="*/ 214 w 350"/>
              <a:gd name="T49" fmla="*/ 117 h 168"/>
              <a:gd name="T50" fmla="*/ 242 w 350"/>
              <a:gd name="T51" fmla="*/ 125 h 168"/>
              <a:gd name="T52" fmla="*/ 237 w 350"/>
              <a:gd name="T53" fmla="*/ 147 h 168"/>
              <a:gd name="T54" fmla="*/ 203 w 350"/>
              <a:gd name="T55" fmla="*/ 141 h 168"/>
              <a:gd name="T56" fmla="*/ 176 w 350"/>
              <a:gd name="T57" fmla="*/ 130 h 168"/>
              <a:gd name="T58" fmla="*/ 224 w 350"/>
              <a:gd name="T59" fmla="*/ 168 h 168"/>
              <a:gd name="T60" fmla="*/ 270 w 350"/>
              <a:gd name="T61" fmla="*/ 134 h 168"/>
              <a:gd name="T62" fmla="*/ 295 w 350"/>
              <a:gd name="T63" fmla="*/ 166 h 168"/>
              <a:gd name="T64" fmla="*/ 343 w 350"/>
              <a:gd name="T65" fmla="*/ 119 h 168"/>
              <a:gd name="T66" fmla="*/ 295 w 350"/>
              <a:gd name="T67" fmla="*/ 99 h 168"/>
              <a:gd name="T68" fmla="*/ 350 w 350"/>
              <a:gd name="T69" fmla="*/ 73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50" h="168">
                <a:moveTo>
                  <a:pt x="350" y="73"/>
                </a:moveTo>
                <a:cubicBezTo>
                  <a:pt x="350" y="52"/>
                  <a:pt x="350" y="52"/>
                  <a:pt x="350" y="52"/>
                </a:cubicBezTo>
                <a:cubicBezTo>
                  <a:pt x="270" y="52"/>
                  <a:pt x="270" y="52"/>
                  <a:pt x="270" y="52"/>
                </a:cubicBezTo>
                <a:cubicBezTo>
                  <a:pt x="270" y="130"/>
                  <a:pt x="270" y="130"/>
                  <a:pt x="270" y="130"/>
                </a:cubicBezTo>
                <a:cubicBezTo>
                  <a:pt x="269" y="121"/>
                  <a:pt x="266" y="114"/>
                  <a:pt x="260" y="109"/>
                </a:cubicBezTo>
                <a:cubicBezTo>
                  <a:pt x="255" y="105"/>
                  <a:pt x="249" y="102"/>
                  <a:pt x="240" y="100"/>
                </a:cubicBezTo>
                <a:cubicBezTo>
                  <a:pt x="220" y="96"/>
                  <a:pt x="220" y="96"/>
                  <a:pt x="220" y="96"/>
                </a:cubicBezTo>
                <a:cubicBezTo>
                  <a:pt x="213" y="94"/>
                  <a:pt x="208" y="92"/>
                  <a:pt x="205" y="91"/>
                </a:cubicBezTo>
                <a:cubicBezTo>
                  <a:pt x="203" y="90"/>
                  <a:pt x="201" y="88"/>
                  <a:pt x="201" y="86"/>
                </a:cubicBezTo>
                <a:cubicBezTo>
                  <a:pt x="201" y="86"/>
                  <a:pt x="201" y="86"/>
                  <a:pt x="201" y="86"/>
                </a:cubicBezTo>
                <a:cubicBezTo>
                  <a:pt x="201" y="86"/>
                  <a:pt x="201" y="86"/>
                  <a:pt x="201" y="86"/>
                </a:cubicBezTo>
                <a:cubicBezTo>
                  <a:pt x="200" y="85"/>
                  <a:pt x="200" y="83"/>
                  <a:pt x="200" y="82"/>
                </a:cubicBezTo>
                <a:cubicBezTo>
                  <a:pt x="200" y="78"/>
                  <a:pt x="201" y="75"/>
                  <a:pt x="203" y="73"/>
                </a:cubicBezTo>
                <a:cubicBezTo>
                  <a:pt x="203" y="73"/>
                  <a:pt x="203" y="73"/>
                  <a:pt x="203" y="73"/>
                </a:cubicBezTo>
                <a:cubicBezTo>
                  <a:pt x="203" y="73"/>
                  <a:pt x="203" y="73"/>
                  <a:pt x="203" y="73"/>
                </a:cubicBezTo>
                <a:cubicBezTo>
                  <a:pt x="203" y="73"/>
                  <a:pt x="203" y="73"/>
                  <a:pt x="203" y="73"/>
                </a:cubicBezTo>
                <a:cubicBezTo>
                  <a:pt x="203" y="73"/>
                  <a:pt x="203" y="73"/>
                  <a:pt x="203" y="73"/>
                </a:cubicBezTo>
                <a:cubicBezTo>
                  <a:pt x="204" y="72"/>
                  <a:pt x="205" y="72"/>
                  <a:pt x="205" y="72"/>
                </a:cubicBezTo>
                <a:cubicBezTo>
                  <a:pt x="209" y="69"/>
                  <a:pt x="214" y="68"/>
                  <a:pt x="220" y="68"/>
                </a:cubicBezTo>
                <a:cubicBezTo>
                  <a:pt x="226" y="68"/>
                  <a:pt x="231" y="69"/>
                  <a:pt x="234" y="71"/>
                </a:cubicBezTo>
                <a:cubicBezTo>
                  <a:pt x="240" y="74"/>
                  <a:pt x="243" y="78"/>
                  <a:pt x="243" y="85"/>
                </a:cubicBezTo>
                <a:cubicBezTo>
                  <a:pt x="266" y="85"/>
                  <a:pt x="266" y="85"/>
                  <a:pt x="266" y="85"/>
                </a:cubicBezTo>
                <a:cubicBezTo>
                  <a:pt x="266" y="73"/>
                  <a:pt x="261" y="64"/>
                  <a:pt x="253" y="58"/>
                </a:cubicBezTo>
                <a:cubicBezTo>
                  <a:pt x="244" y="51"/>
                  <a:pt x="234" y="48"/>
                  <a:pt x="222" y="48"/>
                </a:cubicBezTo>
                <a:cubicBezTo>
                  <a:pt x="207" y="48"/>
                  <a:pt x="196" y="52"/>
                  <a:pt x="189" y="58"/>
                </a:cubicBezTo>
                <a:cubicBezTo>
                  <a:pt x="184" y="62"/>
                  <a:pt x="181" y="67"/>
                  <a:pt x="179" y="73"/>
                </a:cubicBezTo>
                <a:cubicBezTo>
                  <a:pt x="179" y="73"/>
                  <a:pt x="179" y="73"/>
                  <a:pt x="179" y="73"/>
                </a:cubicBezTo>
                <a:cubicBezTo>
                  <a:pt x="179" y="74"/>
                  <a:pt x="179" y="75"/>
                  <a:pt x="178" y="76"/>
                </a:cubicBezTo>
                <a:cubicBezTo>
                  <a:pt x="176" y="89"/>
                  <a:pt x="167" y="98"/>
                  <a:pt x="153" y="98"/>
                </a:cubicBezTo>
                <a:cubicBezTo>
                  <a:pt x="131" y="98"/>
                  <a:pt x="122" y="79"/>
                  <a:pt x="122" y="60"/>
                </a:cubicBezTo>
                <a:cubicBezTo>
                  <a:pt x="122" y="40"/>
                  <a:pt x="131" y="21"/>
                  <a:pt x="153" y="21"/>
                </a:cubicBezTo>
                <a:cubicBezTo>
                  <a:pt x="166" y="21"/>
                  <a:pt x="176" y="29"/>
                  <a:pt x="178" y="41"/>
                </a:cubicBezTo>
                <a:cubicBezTo>
                  <a:pt x="202" y="41"/>
                  <a:pt x="202" y="41"/>
                  <a:pt x="202" y="41"/>
                </a:cubicBezTo>
                <a:cubicBezTo>
                  <a:pt x="199" y="14"/>
                  <a:pt x="178" y="0"/>
                  <a:pt x="153" y="0"/>
                </a:cubicBezTo>
                <a:cubicBezTo>
                  <a:pt x="119" y="0"/>
                  <a:pt x="99" y="24"/>
                  <a:pt x="97" y="55"/>
                </a:cubicBezTo>
                <a:cubicBezTo>
                  <a:pt x="97" y="2"/>
                  <a:pt x="97" y="2"/>
                  <a:pt x="97" y="2"/>
                </a:cubicBezTo>
                <a:cubicBezTo>
                  <a:pt x="72" y="2"/>
                  <a:pt x="72" y="2"/>
                  <a:pt x="72" y="2"/>
                </a:cubicBezTo>
                <a:cubicBezTo>
                  <a:pt x="72" y="73"/>
                  <a:pt x="72" y="73"/>
                  <a:pt x="72" y="73"/>
                </a:cubicBezTo>
                <a:cubicBezTo>
                  <a:pt x="72" y="90"/>
                  <a:pt x="66" y="98"/>
                  <a:pt x="48" y="98"/>
                </a:cubicBezTo>
                <a:cubicBezTo>
                  <a:pt x="28" y="98"/>
                  <a:pt x="25" y="86"/>
                  <a:pt x="25" y="73"/>
                </a:cubicBezTo>
                <a:cubicBezTo>
                  <a:pt x="25" y="2"/>
                  <a:pt x="25" y="2"/>
                  <a:pt x="25" y="2"/>
                </a:cubicBezTo>
                <a:cubicBezTo>
                  <a:pt x="0" y="2"/>
                  <a:pt x="0" y="2"/>
                  <a:pt x="0" y="2"/>
                </a:cubicBezTo>
                <a:cubicBezTo>
                  <a:pt x="0" y="73"/>
                  <a:pt x="0" y="73"/>
                  <a:pt x="0" y="73"/>
                </a:cubicBezTo>
                <a:cubicBezTo>
                  <a:pt x="0" y="104"/>
                  <a:pt x="18" y="119"/>
                  <a:pt x="48" y="119"/>
                </a:cubicBezTo>
                <a:cubicBezTo>
                  <a:pt x="79" y="119"/>
                  <a:pt x="97" y="104"/>
                  <a:pt x="97" y="73"/>
                </a:cubicBezTo>
                <a:cubicBezTo>
                  <a:pt x="97" y="64"/>
                  <a:pt x="97" y="64"/>
                  <a:pt x="97" y="64"/>
                </a:cubicBezTo>
                <a:cubicBezTo>
                  <a:pt x="99" y="95"/>
                  <a:pt x="119" y="119"/>
                  <a:pt x="153" y="119"/>
                </a:cubicBezTo>
                <a:cubicBezTo>
                  <a:pt x="167" y="119"/>
                  <a:pt x="179" y="115"/>
                  <a:pt x="187" y="107"/>
                </a:cubicBezTo>
                <a:cubicBezTo>
                  <a:pt x="188" y="107"/>
                  <a:pt x="189" y="108"/>
                  <a:pt x="189" y="108"/>
                </a:cubicBezTo>
                <a:cubicBezTo>
                  <a:pt x="194" y="111"/>
                  <a:pt x="202" y="114"/>
                  <a:pt x="214" y="117"/>
                </a:cubicBezTo>
                <a:cubicBezTo>
                  <a:pt x="226" y="119"/>
                  <a:pt x="226" y="119"/>
                  <a:pt x="226" y="119"/>
                </a:cubicBezTo>
                <a:cubicBezTo>
                  <a:pt x="234" y="121"/>
                  <a:pt x="239" y="123"/>
                  <a:pt x="242" y="125"/>
                </a:cubicBezTo>
                <a:cubicBezTo>
                  <a:pt x="245" y="127"/>
                  <a:pt x="247" y="130"/>
                  <a:pt x="247" y="133"/>
                </a:cubicBezTo>
                <a:cubicBezTo>
                  <a:pt x="247" y="140"/>
                  <a:pt x="244" y="144"/>
                  <a:pt x="237" y="147"/>
                </a:cubicBezTo>
                <a:cubicBezTo>
                  <a:pt x="233" y="148"/>
                  <a:pt x="229" y="148"/>
                  <a:pt x="223" y="148"/>
                </a:cubicBezTo>
                <a:cubicBezTo>
                  <a:pt x="213" y="148"/>
                  <a:pt x="207" y="146"/>
                  <a:pt x="203" y="141"/>
                </a:cubicBezTo>
                <a:cubicBezTo>
                  <a:pt x="201" y="139"/>
                  <a:pt x="199" y="135"/>
                  <a:pt x="198" y="130"/>
                </a:cubicBezTo>
                <a:cubicBezTo>
                  <a:pt x="176" y="130"/>
                  <a:pt x="176" y="130"/>
                  <a:pt x="176" y="130"/>
                </a:cubicBezTo>
                <a:cubicBezTo>
                  <a:pt x="176" y="142"/>
                  <a:pt x="180" y="151"/>
                  <a:pt x="189" y="158"/>
                </a:cubicBezTo>
                <a:cubicBezTo>
                  <a:pt x="197" y="164"/>
                  <a:pt x="209" y="168"/>
                  <a:pt x="224" y="168"/>
                </a:cubicBezTo>
                <a:cubicBezTo>
                  <a:pt x="239" y="168"/>
                  <a:pt x="250" y="164"/>
                  <a:pt x="258" y="158"/>
                </a:cubicBezTo>
                <a:cubicBezTo>
                  <a:pt x="265" y="151"/>
                  <a:pt x="269" y="143"/>
                  <a:pt x="270" y="134"/>
                </a:cubicBezTo>
                <a:cubicBezTo>
                  <a:pt x="270" y="166"/>
                  <a:pt x="270" y="166"/>
                  <a:pt x="270" y="166"/>
                </a:cubicBezTo>
                <a:cubicBezTo>
                  <a:pt x="295" y="166"/>
                  <a:pt x="295" y="166"/>
                  <a:pt x="295" y="166"/>
                </a:cubicBezTo>
                <a:cubicBezTo>
                  <a:pt x="295" y="119"/>
                  <a:pt x="295" y="119"/>
                  <a:pt x="295" y="119"/>
                </a:cubicBezTo>
                <a:cubicBezTo>
                  <a:pt x="343" y="119"/>
                  <a:pt x="343" y="119"/>
                  <a:pt x="343" y="119"/>
                </a:cubicBezTo>
                <a:cubicBezTo>
                  <a:pt x="343" y="99"/>
                  <a:pt x="343" y="99"/>
                  <a:pt x="343" y="99"/>
                </a:cubicBezTo>
                <a:cubicBezTo>
                  <a:pt x="295" y="99"/>
                  <a:pt x="295" y="99"/>
                  <a:pt x="295" y="99"/>
                </a:cubicBezTo>
                <a:cubicBezTo>
                  <a:pt x="295" y="73"/>
                  <a:pt x="295" y="73"/>
                  <a:pt x="295" y="73"/>
                </a:cubicBezTo>
                <a:lnTo>
                  <a:pt x="350" y="73"/>
                </a:lnTo>
                <a:close/>
              </a:path>
            </a:pathLst>
          </a:custGeom>
          <a:solidFill>
            <a:schemeClr val="bg2"/>
          </a:solidFill>
          <a:ln>
            <a:noFill/>
          </a:ln>
        </p:spPr>
        <p:txBody>
          <a:bodyPr vert="horz" wrap="square" lIns="91440" tIns="45720" rIns="91440" bIns="45720" numCol="1" anchor="t" anchorCtr="0" compatLnSpc="1">
            <a:prstTxWarp prst="textNoShape">
              <a:avLst/>
            </a:prstTxWarp>
          </a:bodyPr>
          <a:lstStyle/>
          <a:p>
            <a:endParaRPr lang="en-US" sz="1800" b="0" i="0" dirty="0">
              <a:latin typeface="Arial" panose="020B0604020202020204" pitchFamily="34" charset="0"/>
              <a:ea typeface="Helvetica Neue" panose="02000503000000020004" pitchFamily="2" charset="0"/>
              <a:cs typeface="Arial" panose="020B0604020202020204" pitchFamily="34" charset="0"/>
            </a:endParaRPr>
          </a:p>
        </p:txBody>
      </p:sp>
      <p:pic>
        <p:nvPicPr>
          <p:cNvPr id="2" name="Picture 1">
            <a:extLst>
              <a:ext uri="{FF2B5EF4-FFF2-40B4-BE49-F238E27FC236}">
                <a16:creationId xmlns:a16="http://schemas.microsoft.com/office/drawing/2014/main" id="{504723CD-1F5B-804C-A079-FE3D1017AF2B}"/>
              </a:ext>
            </a:extLst>
          </p:cNvPr>
          <p:cNvPicPr>
            <a:picLocks noChangeAspect="1"/>
          </p:cNvPicPr>
          <p:nvPr userDrawn="1"/>
        </p:nvPicPr>
        <p:blipFill rotWithShape="1">
          <a:blip r:embed="rId2" cstate="screen">
            <a:alphaModFix amt="45000"/>
            <a:extLst>
              <a:ext uri="{28A0092B-C50C-407E-A947-70E740481C1C}">
                <a14:useLocalDpi xmlns:a14="http://schemas.microsoft.com/office/drawing/2010/main"/>
              </a:ext>
            </a:extLst>
          </a:blip>
          <a:srcRect r="32084"/>
          <a:stretch/>
        </p:blipFill>
        <p:spPr>
          <a:xfrm>
            <a:off x="2244538" y="183586"/>
            <a:ext cx="6899462" cy="1686849"/>
          </a:xfrm>
          <a:prstGeom prst="rect">
            <a:avLst/>
          </a:prstGeom>
        </p:spPr>
      </p:pic>
      <p:pic>
        <p:nvPicPr>
          <p:cNvPr id="9" name="Picture 8">
            <a:extLst>
              <a:ext uri="{FF2B5EF4-FFF2-40B4-BE49-F238E27FC236}">
                <a16:creationId xmlns:a16="http://schemas.microsoft.com/office/drawing/2014/main" id="{0E018DBD-9FCE-E143-9B10-EBC91636CA3A}"/>
              </a:ext>
            </a:extLst>
          </p:cNvPr>
          <p:cNvPicPr>
            <a:picLocks noChangeAspect="1"/>
          </p:cNvPicPr>
          <p:nvPr userDrawn="1"/>
        </p:nvPicPr>
        <p:blipFill>
          <a:blip r:embed="rId3"/>
          <a:srcRect/>
          <a:stretch/>
        </p:blipFill>
        <p:spPr>
          <a:xfrm>
            <a:off x="461335" y="401566"/>
            <a:ext cx="1438253" cy="444855"/>
          </a:xfrm>
          <a:prstGeom prst="rect">
            <a:avLst/>
          </a:prstGeom>
        </p:spPr>
      </p:pic>
    </p:spTree>
    <p:extLst>
      <p:ext uri="{BB962C8B-B14F-4D97-AF65-F5344CB8AC3E}">
        <p14:creationId xmlns:p14="http://schemas.microsoft.com/office/powerpoint/2010/main" val="2513984228"/>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1620" userDrawn="1">
          <p15:clr>
            <a:srgbClr val="FBAE40"/>
          </p15:clr>
        </p15:guide>
        <p15:guide id="2" pos="264" userDrawn="1">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Bullet Slide-Navy">
    <p:bg>
      <p:bgRef idx="1001">
        <a:schemeClr val="bg2"/>
      </p:bgRef>
    </p:bg>
    <p:spTree>
      <p:nvGrpSpPr>
        <p:cNvPr id="1" name=""/>
        <p:cNvGrpSpPr/>
        <p:nvPr/>
      </p:nvGrpSpPr>
      <p:grpSpPr>
        <a:xfrm>
          <a:off x="0" y="0"/>
          <a:ext cx="0" cy="0"/>
          <a:chOff x="0" y="0"/>
          <a:chExt cx="0" cy="0"/>
        </a:xfrm>
      </p:grpSpPr>
      <p:sp>
        <p:nvSpPr>
          <p:cNvPr id="10" name="Footer Placeholder 9"/>
          <p:cNvSpPr>
            <a:spLocks noGrp="1"/>
          </p:cNvSpPr>
          <p:nvPr>
            <p:ph type="ftr" sz="quarter" idx="12"/>
          </p:nvPr>
        </p:nvSpPr>
        <p:spPr/>
        <p:txBody>
          <a:bodyPr/>
          <a:lstStyle>
            <a:lvl1pPr>
              <a:defRPr b="0" i="0"/>
            </a:lvl1pPr>
          </a:lstStyle>
          <a:p>
            <a:r>
              <a:rPr lang="en-US"/>
              <a:t>Presentation Title</a:t>
            </a:r>
            <a:endParaRPr lang="en-US" dirty="0"/>
          </a:p>
        </p:txBody>
      </p:sp>
      <p:sp>
        <p:nvSpPr>
          <p:cNvPr id="14" name="Slide Number Placeholder 13"/>
          <p:cNvSpPr>
            <a:spLocks noGrp="1"/>
          </p:cNvSpPr>
          <p:nvPr>
            <p:ph type="sldNum" sz="quarter" idx="13"/>
          </p:nvPr>
        </p:nvSpPr>
        <p:spPr/>
        <p:txBody>
          <a:bodyPr/>
          <a:lstStyle>
            <a:lvl1pPr>
              <a:defRPr b="0" i="0"/>
            </a:lvl1pPr>
          </a:lstStyle>
          <a:p>
            <a:fld id="{7BCC8D0D-EAEC-449D-9161-023DFF90F2E2}" type="slidenum">
              <a:rPr lang="en-US" smtClean="0"/>
              <a:pPr/>
              <a:t>‹#›</a:t>
            </a:fld>
            <a:endParaRPr lang="en-US" dirty="0"/>
          </a:p>
        </p:txBody>
      </p:sp>
      <p:sp>
        <p:nvSpPr>
          <p:cNvPr id="16" name="Title 15"/>
          <p:cNvSpPr>
            <a:spLocks noGrp="1"/>
          </p:cNvSpPr>
          <p:nvPr>
            <p:ph type="title" hasCustomPrompt="1"/>
          </p:nvPr>
        </p:nvSpPr>
        <p:spPr>
          <a:xfrm>
            <a:off x="453585" y="318751"/>
            <a:ext cx="8173580" cy="458587"/>
          </a:xfrm>
          <a:prstGeom prst="rect">
            <a:avLst/>
          </a:prstGeom>
        </p:spPr>
        <p:txBody>
          <a:bodyPr anchor="b">
            <a:noAutofit/>
          </a:bodyPr>
          <a:lstStyle>
            <a:lvl1pPr>
              <a:defRPr sz="3600" b="0" i="0">
                <a:latin typeface="Garamond" panose="02020404030301010803" pitchFamily="18" charset="0"/>
                <a:ea typeface="Helvetica Neue" panose="02000503000000020004" pitchFamily="2" charset="0"/>
                <a:cs typeface="Arial" panose="020B0604020202020204" pitchFamily="34" charset="0"/>
              </a:defRPr>
            </a:lvl1pPr>
          </a:lstStyle>
          <a:p>
            <a:r>
              <a:rPr lang="en-US" dirty="0"/>
              <a:t>Slide Title Here</a:t>
            </a:r>
          </a:p>
        </p:txBody>
      </p:sp>
      <p:sp>
        <p:nvSpPr>
          <p:cNvPr id="4" name="Text Placeholder 3"/>
          <p:cNvSpPr>
            <a:spLocks noGrp="1"/>
          </p:cNvSpPr>
          <p:nvPr>
            <p:ph type="body" sz="quarter" idx="15" hasCustomPrompt="1"/>
          </p:nvPr>
        </p:nvSpPr>
        <p:spPr>
          <a:xfrm>
            <a:off x="457202" y="695741"/>
            <a:ext cx="8169964" cy="357809"/>
          </a:xfrm>
          <a:prstGeom prst="rect">
            <a:avLst/>
          </a:prstGeom>
        </p:spPr>
        <p:txBody>
          <a:bodyPr>
            <a:noAutofit/>
          </a:bodyPr>
          <a:lstStyle>
            <a:lvl1pPr marL="0" indent="0">
              <a:lnSpc>
                <a:spcPct val="100000"/>
              </a:lnSpc>
              <a:buNone/>
              <a:defRPr sz="1800" b="0" i="0">
                <a:latin typeface="Arial" panose="020B0604020202020204" pitchFamily="34" charset="0"/>
              </a:defRPr>
            </a:lvl1pPr>
            <a:lvl2pPr marL="230181" indent="0">
              <a:lnSpc>
                <a:spcPct val="100000"/>
              </a:lnSpc>
              <a:buNone/>
              <a:defRPr i="1">
                <a:latin typeface="+mn-lt"/>
              </a:defRPr>
            </a:lvl2pPr>
            <a:lvl3pPr marL="515924" indent="0">
              <a:lnSpc>
                <a:spcPct val="100000"/>
              </a:lnSpc>
              <a:buNone/>
              <a:defRPr i="1">
                <a:latin typeface="+mn-lt"/>
              </a:defRPr>
            </a:lvl3pPr>
            <a:lvl4pPr marL="800080" indent="0">
              <a:lnSpc>
                <a:spcPct val="100000"/>
              </a:lnSpc>
              <a:buNone/>
              <a:defRPr i="1">
                <a:latin typeface="+mn-lt"/>
              </a:defRPr>
            </a:lvl4pPr>
            <a:lvl5pPr marL="1085823" indent="0">
              <a:lnSpc>
                <a:spcPct val="100000"/>
              </a:lnSpc>
              <a:buNone/>
              <a:defRPr i="1">
                <a:latin typeface="+mn-lt"/>
              </a:defRPr>
            </a:lvl5pPr>
          </a:lstStyle>
          <a:p>
            <a:pPr lvl="0"/>
            <a:r>
              <a:rPr lang="en-US" dirty="0"/>
              <a:t>Optional Subhead here</a:t>
            </a:r>
          </a:p>
        </p:txBody>
      </p:sp>
      <p:sp>
        <p:nvSpPr>
          <p:cNvPr id="7" name="Text Placeholder 3"/>
          <p:cNvSpPr>
            <a:spLocks noGrp="1"/>
          </p:cNvSpPr>
          <p:nvPr>
            <p:ph idx="1"/>
          </p:nvPr>
        </p:nvSpPr>
        <p:spPr>
          <a:xfrm>
            <a:off x="459685" y="1401417"/>
            <a:ext cx="8137665" cy="2932045"/>
          </a:xfrm>
          <a:prstGeom prst="rect">
            <a:avLst/>
          </a:prstGeom>
        </p:spPr>
        <p:txBody>
          <a:bodyPr vert="horz" lIns="91440" tIns="45720" rIns="91440" bIns="45720" rtlCol="0">
            <a:noAutofit/>
          </a:bodyPr>
          <a:lstStyle>
            <a:lvl1pPr>
              <a:buClr>
                <a:schemeClr val="accent1"/>
              </a:buClr>
              <a:defRPr b="0" i="0"/>
            </a:lvl1pPr>
            <a:lvl2pPr>
              <a:buClr>
                <a:schemeClr val="tx1"/>
              </a:buClr>
              <a:defRPr b="0" i="0"/>
            </a:lvl2pPr>
            <a:lvl3pPr>
              <a:buClr>
                <a:schemeClr val="accent1"/>
              </a:buClr>
              <a:defRPr b="0" i="0"/>
            </a:lvl3pPr>
            <a:lvl4pPr>
              <a:buClr>
                <a:schemeClr val="tx1"/>
              </a:buClr>
              <a:defRPr b="0" i="0"/>
            </a:lvl4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1275216213"/>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Blank Slide – Navy">
    <p:bg>
      <p:bgRef idx="1001">
        <a:schemeClr val="bg2"/>
      </p:bgRef>
    </p:bg>
    <p:spTree>
      <p:nvGrpSpPr>
        <p:cNvPr id="1" name=""/>
        <p:cNvGrpSpPr/>
        <p:nvPr/>
      </p:nvGrpSpPr>
      <p:grpSpPr>
        <a:xfrm>
          <a:off x="0" y="0"/>
          <a:ext cx="0" cy="0"/>
          <a:chOff x="0" y="0"/>
          <a:chExt cx="0" cy="0"/>
        </a:xfrm>
      </p:grpSpPr>
      <p:sp>
        <p:nvSpPr>
          <p:cNvPr id="10" name="Footer Placeholder 9"/>
          <p:cNvSpPr>
            <a:spLocks noGrp="1"/>
          </p:cNvSpPr>
          <p:nvPr>
            <p:ph type="ftr" sz="quarter" idx="12"/>
          </p:nvPr>
        </p:nvSpPr>
        <p:spPr/>
        <p:txBody>
          <a:bodyPr/>
          <a:lstStyle>
            <a:lvl1pPr>
              <a:defRPr b="0" i="0"/>
            </a:lvl1pPr>
          </a:lstStyle>
          <a:p>
            <a:r>
              <a:rPr lang="en-US"/>
              <a:t>Presentation Title</a:t>
            </a:r>
            <a:endParaRPr lang="en-US" dirty="0"/>
          </a:p>
        </p:txBody>
      </p:sp>
      <p:sp>
        <p:nvSpPr>
          <p:cNvPr id="14" name="Slide Number Placeholder 13"/>
          <p:cNvSpPr>
            <a:spLocks noGrp="1"/>
          </p:cNvSpPr>
          <p:nvPr>
            <p:ph type="sldNum" sz="quarter" idx="13"/>
          </p:nvPr>
        </p:nvSpPr>
        <p:spPr/>
        <p:txBody>
          <a:bodyPr/>
          <a:lstStyle>
            <a:lvl1pPr>
              <a:defRPr b="0" i="0"/>
            </a:lvl1pPr>
          </a:lstStyle>
          <a:p>
            <a:fld id="{7BCC8D0D-EAEC-449D-9161-023DFF90F2E2}" type="slidenum">
              <a:rPr lang="en-US" smtClean="0"/>
              <a:pPr/>
              <a:t>‹#›</a:t>
            </a:fld>
            <a:endParaRPr lang="en-US" dirty="0"/>
          </a:p>
        </p:txBody>
      </p:sp>
    </p:spTree>
    <p:extLst>
      <p:ext uri="{BB962C8B-B14F-4D97-AF65-F5344CB8AC3E}">
        <p14:creationId xmlns:p14="http://schemas.microsoft.com/office/powerpoint/2010/main" val="1375574610"/>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Chart Slide – Navy">
    <p:bg>
      <p:bgRef idx="1001">
        <a:schemeClr val="bg2"/>
      </p:bgRef>
    </p:bg>
    <p:spTree>
      <p:nvGrpSpPr>
        <p:cNvPr id="1" name=""/>
        <p:cNvGrpSpPr/>
        <p:nvPr/>
      </p:nvGrpSpPr>
      <p:grpSpPr>
        <a:xfrm>
          <a:off x="0" y="0"/>
          <a:ext cx="0" cy="0"/>
          <a:chOff x="0" y="0"/>
          <a:chExt cx="0" cy="0"/>
        </a:xfrm>
      </p:grpSpPr>
      <p:sp>
        <p:nvSpPr>
          <p:cNvPr id="10" name="Footer Placeholder 9"/>
          <p:cNvSpPr>
            <a:spLocks noGrp="1"/>
          </p:cNvSpPr>
          <p:nvPr>
            <p:ph type="ftr" sz="quarter" idx="12"/>
          </p:nvPr>
        </p:nvSpPr>
        <p:spPr/>
        <p:txBody>
          <a:bodyPr/>
          <a:lstStyle>
            <a:lvl1pPr>
              <a:defRPr b="0" i="0"/>
            </a:lvl1pPr>
          </a:lstStyle>
          <a:p>
            <a:r>
              <a:rPr lang="en-US"/>
              <a:t>Presentation Title</a:t>
            </a:r>
            <a:endParaRPr lang="en-US" dirty="0"/>
          </a:p>
        </p:txBody>
      </p:sp>
      <p:sp>
        <p:nvSpPr>
          <p:cNvPr id="14" name="Slide Number Placeholder 13"/>
          <p:cNvSpPr>
            <a:spLocks noGrp="1"/>
          </p:cNvSpPr>
          <p:nvPr>
            <p:ph type="sldNum" sz="quarter" idx="13"/>
          </p:nvPr>
        </p:nvSpPr>
        <p:spPr/>
        <p:txBody>
          <a:bodyPr/>
          <a:lstStyle>
            <a:lvl1pPr>
              <a:defRPr b="0" i="0"/>
            </a:lvl1pPr>
          </a:lstStyle>
          <a:p>
            <a:fld id="{7BCC8D0D-EAEC-449D-9161-023DFF90F2E2}" type="slidenum">
              <a:rPr lang="en-US" smtClean="0"/>
              <a:pPr/>
              <a:t>‹#›</a:t>
            </a:fld>
            <a:endParaRPr lang="en-US" dirty="0"/>
          </a:p>
        </p:txBody>
      </p:sp>
      <p:sp>
        <p:nvSpPr>
          <p:cNvPr id="5" name="Chart Placeholder 2"/>
          <p:cNvSpPr>
            <a:spLocks noGrp="1"/>
          </p:cNvSpPr>
          <p:nvPr>
            <p:ph type="chart" sz="quarter" idx="14"/>
          </p:nvPr>
        </p:nvSpPr>
        <p:spPr>
          <a:xfrm>
            <a:off x="268359" y="352446"/>
            <a:ext cx="8587407" cy="3972812"/>
          </a:xfrm>
          <a:prstGeom prst="rect">
            <a:avLst/>
          </a:prstGeom>
        </p:spPr>
        <p:txBody>
          <a:bodyPr>
            <a:normAutofit/>
          </a:bodyPr>
          <a:lstStyle>
            <a:lvl1pPr marL="0" indent="0">
              <a:buNone/>
              <a:defRPr b="0" i="0"/>
            </a:lvl1pPr>
          </a:lstStyle>
          <a:p>
            <a:r>
              <a:rPr lang="en-US" dirty="0"/>
              <a:t>Click icon to add chart</a:t>
            </a:r>
          </a:p>
        </p:txBody>
      </p:sp>
    </p:spTree>
    <p:extLst>
      <p:ext uri="{BB962C8B-B14F-4D97-AF65-F5344CB8AC3E}">
        <p14:creationId xmlns:p14="http://schemas.microsoft.com/office/powerpoint/2010/main" val="628926693"/>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wo Column Slide – Navy">
    <p:bg>
      <p:bgRef idx="1001">
        <a:schemeClr val="bg2"/>
      </p:bgRef>
    </p:bg>
    <p:spTree>
      <p:nvGrpSpPr>
        <p:cNvPr id="1" name=""/>
        <p:cNvGrpSpPr/>
        <p:nvPr/>
      </p:nvGrpSpPr>
      <p:grpSpPr>
        <a:xfrm>
          <a:off x="0" y="0"/>
          <a:ext cx="0" cy="0"/>
          <a:chOff x="0" y="0"/>
          <a:chExt cx="0" cy="0"/>
        </a:xfrm>
      </p:grpSpPr>
      <p:sp>
        <p:nvSpPr>
          <p:cNvPr id="10" name="Footer Placeholder 9"/>
          <p:cNvSpPr>
            <a:spLocks noGrp="1"/>
          </p:cNvSpPr>
          <p:nvPr>
            <p:ph type="ftr" sz="quarter" idx="12"/>
          </p:nvPr>
        </p:nvSpPr>
        <p:spPr/>
        <p:txBody>
          <a:bodyPr/>
          <a:lstStyle>
            <a:lvl1pPr>
              <a:defRPr b="0" i="0"/>
            </a:lvl1pPr>
          </a:lstStyle>
          <a:p>
            <a:r>
              <a:rPr lang="en-US"/>
              <a:t>Presentation Title</a:t>
            </a:r>
            <a:endParaRPr lang="en-US" dirty="0"/>
          </a:p>
        </p:txBody>
      </p:sp>
      <p:sp>
        <p:nvSpPr>
          <p:cNvPr id="14" name="Slide Number Placeholder 13"/>
          <p:cNvSpPr>
            <a:spLocks noGrp="1"/>
          </p:cNvSpPr>
          <p:nvPr>
            <p:ph type="sldNum" sz="quarter" idx="13"/>
          </p:nvPr>
        </p:nvSpPr>
        <p:spPr/>
        <p:txBody>
          <a:bodyPr/>
          <a:lstStyle>
            <a:lvl1pPr>
              <a:defRPr b="0" i="0"/>
            </a:lvl1pPr>
          </a:lstStyle>
          <a:p>
            <a:fld id="{7BCC8D0D-EAEC-449D-9161-023DFF90F2E2}" type="slidenum">
              <a:rPr lang="en-US" smtClean="0"/>
              <a:pPr/>
              <a:t>‹#›</a:t>
            </a:fld>
            <a:endParaRPr lang="en-US" dirty="0"/>
          </a:p>
        </p:txBody>
      </p:sp>
      <p:sp>
        <p:nvSpPr>
          <p:cNvPr id="11" name="Title 15"/>
          <p:cNvSpPr>
            <a:spLocks noGrp="1"/>
          </p:cNvSpPr>
          <p:nvPr>
            <p:ph type="title" hasCustomPrompt="1"/>
          </p:nvPr>
        </p:nvSpPr>
        <p:spPr>
          <a:xfrm>
            <a:off x="453585" y="318751"/>
            <a:ext cx="8173580" cy="458587"/>
          </a:xfrm>
          <a:prstGeom prst="rect">
            <a:avLst/>
          </a:prstGeom>
        </p:spPr>
        <p:txBody>
          <a:bodyPr anchor="b">
            <a:noAutofit/>
          </a:bodyPr>
          <a:lstStyle>
            <a:lvl1pPr>
              <a:defRPr sz="3600" b="0" i="0">
                <a:latin typeface="Garamond" panose="02020404030301010803" pitchFamily="18" charset="0"/>
                <a:ea typeface="Helvetica Neue" panose="02000503000000020004" pitchFamily="2" charset="0"/>
                <a:cs typeface="Arial" panose="020B0604020202020204" pitchFamily="34" charset="0"/>
              </a:defRPr>
            </a:lvl1pPr>
          </a:lstStyle>
          <a:p>
            <a:r>
              <a:rPr lang="en-US" dirty="0"/>
              <a:t>Slide Title Here</a:t>
            </a:r>
          </a:p>
        </p:txBody>
      </p:sp>
      <p:sp>
        <p:nvSpPr>
          <p:cNvPr id="12" name="Text Placeholder 3"/>
          <p:cNvSpPr>
            <a:spLocks noGrp="1"/>
          </p:cNvSpPr>
          <p:nvPr>
            <p:ph type="body" sz="quarter" idx="15" hasCustomPrompt="1"/>
          </p:nvPr>
        </p:nvSpPr>
        <p:spPr>
          <a:xfrm>
            <a:off x="457202" y="695741"/>
            <a:ext cx="8169964" cy="334897"/>
          </a:xfrm>
          <a:prstGeom prst="rect">
            <a:avLst/>
          </a:prstGeom>
        </p:spPr>
        <p:txBody>
          <a:bodyPr>
            <a:noAutofit/>
          </a:bodyPr>
          <a:lstStyle>
            <a:lvl1pPr marL="0" indent="0">
              <a:lnSpc>
                <a:spcPct val="100000"/>
              </a:lnSpc>
              <a:buNone/>
              <a:defRPr sz="1800" b="0" i="0">
                <a:latin typeface="Arial" panose="020B0604020202020204" pitchFamily="34" charset="0"/>
              </a:defRPr>
            </a:lvl1pPr>
            <a:lvl2pPr marL="230181" indent="0">
              <a:lnSpc>
                <a:spcPct val="100000"/>
              </a:lnSpc>
              <a:buNone/>
              <a:defRPr i="1">
                <a:latin typeface="+mn-lt"/>
              </a:defRPr>
            </a:lvl2pPr>
            <a:lvl3pPr marL="515924" indent="0">
              <a:lnSpc>
                <a:spcPct val="100000"/>
              </a:lnSpc>
              <a:buNone/>
              <a:defRPr i="1">
                <a:latin typeface="+mn-lt"/>
              </a:defRPr>
            </a:lvl3pPr>
            <a:lvl4pPr marL="800080" indent="0">
              <a:lnSpc>
                <a:spcPct val="100000"/>
              </a:lnSpc>
              <a:buNone/>
              <a:defRPr i="1">
                <a:latin typeface="+mn-lt"/>
              </a:defRPr>
            </a:lvl4pPr>
            <a:lvl5pPr marL="1085823" indent="0">
              <a:lnSpc>
                <a:spcPct val="100000"/>
              </a:lnSpc>
              <a:buNone/>
              <a:defRPr i="1">
                <a:latin typeface="+mn-lt"/>
              </a:defRPr>
            </a:lvl5pPr>
          </a:lstStyle>
          <a:p>
            <a:pPr lvl="0"/>
            <a:r>
              <a:rPr lang="en-US" dirty="0"/>
              <a:t>Optional Subhead here</a:t>
            </a:r>
          </a:p>
        </p:txBody>
      </p:sp>
      <p:sp>
        <p:nvSpPr>
          <p:cNvPr id="8" name="Content Placeholder 3"/>
          <p:cNvSpPr>
            <a:spLocks noGrp="1"/>
          </p:cNvSpPr>
          <p:nvPr>
            <p:ph sz="quarter" idx="18" hasCustomPrompt="1"/>
          </p:nvPr>
        </p:nvSpPr>
        <p:spPr>
          <a:xfrm>
            <a:off x="456925" y="1420744"/>
            <a:ext cx="3826840" cy="2853083"/>
          </a:xfrm>
          <a:prstGeom prst="rect">
            <a:avLst/>
          </a:prstGeom>
        </p:spPr>
        <p:txBody>
          <a:bodyPr/>
          <a:lstStyle>
            <a:lvl1pPr>
              <a:defRPr b="0" i="0"/>
            </a:lvl1pPr>
            <a:lvl2pPr>
              <a:buClr>
                <a:schemeClr val="tx1"/>
              </a:buClr>
              <a:defRPr b="0" i="0"/>
            </a:lvl2pPr>
            <a:lvl3pPr>
              <a:defRPr b="0" i="0"/>
            </a:lvl3pPr>
            <a:lvl4pPr>
              <a:buClr>
                <a:schemeClr val="tx1"/>
              </a:buClr>
              <a:defRPr b="0" i="0"/>
            </a:lvl4pPr>
          </a:lstStyle>
          <a:p>
            <a:pPr lvl="0"/>
            <a:r>
              <a:rPr lang="en-US" dirty="0"/>
              <a:t>Click to add text</a:t>
            </a:r>
          </a:p>
          <a:p>
            <a:pPr lvl="1"/>
            <a:r>
              <a:rPr lang="en-US" dirty="0"/>
              <a:t>Second level</a:t>
            </a:r>
          </a:p>
          <a:p>
            <a:pPr lvl="2"/>
            <a:r>
              <a:rPr lang="en-US" dirty="0"/>
              <a:t>Third level</a:t>
            </a:r>
          </a:p>
          <a:p>
            <a:pPr lvl="3"/>
            <a:r>
              <a:rPr lang="en-US" dirty="0"/>
              <a:t>Fourth level</a:t>
            </a:r>
          </a:p>
        </p:txBody>
      </p:sp>
      <p:sp>
        <p:nvSpPr>
          <p:cNvPr id="9" name="Content Placeholder 3"/>
          <p:cNvSpPr>
            <a:spLocks noGrp="1"/>
          </p:cNvSpPr>
          <p:nvPr>
            <p:ph sz="quarter" idx="19" hasCustomPrompt="1"/>
          </p:nvPr>
        </p:nvSpPr>
        <p:spPr>
          <a:xfrm>
            <a:off x="4790386" y="1420744"/>
            <a:ext cx="3826840" cy="2853083"/>
          </a:xfrm>
          <a:prstGeom prst="rect">
            <a:avLst/>
          </a:prstGeom>
        </p:spPr>
        <p:txBody>
          <a:bodyPr/>
          <a:lstStyle>
            <a:lvl1pPr>
              <a:defRPr b="0" i="0"/>
            </a:lvl1pPr>
            <a:lvl2pPr>
              <a:buClr>
                <a:schemeClr val="tx1"/>
              </a:buClr>
              <a:defRPr b="0" i="0"/>
            </a:lvl2pPr>
            <a:lvl3pPr>
              <a:defRPr b="0" i="0"/>
            </a:lvl3pPr>
            <a:lvl4pPr>
              <a:buClr>
                <a:schemeClr val="tx1"/>
              </a:buClr>
              <a:defRPr b="0" i="0"/>
            </a:lvl4pPr>
          </a:lstStyle>
          <a:p>
            <a:pPr lvl="0"/>
            <a:r>
              <a:rPr lang="en-US" dirty="0"/>
              <a:t>Click to add text</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1948818793"/>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Bullet Slide-White">
    <p:bg>
      <p:bgRef idx="1001">
        <a:schemeClr val="bg1"/>
      </p:bgRef>
    </p:bg>
    <p:spTree>
      <p:nvGrpSpPr>
        <p:cNvPr id="1" name=""/>
        <p:cNvGrpSpPr/>
        <p:nvPr/>
      </p:nvGrpSpPr>
      <p:grpSpPr>
        <a:xfrm>
          <a:off x="0" y="0"/>
          <a:ext cx="0" cy="0"/>
          <a:chOff x="0" y="0"/>
          <a:chExt cx="0" cy="0"/>
        </a:xfrm>
      </p:grpSpPr>
      <p:sp>
        <p:nvSpPr>
          <p:cNvPr id="10" name="Footer Placeholder 9"/>
          <p:cNvSpPr>
            <a:spLocks noGrp="1"/>
          </p:cNvSpPr>
          <p:nvPr>
            <p:ph type="ftr" sz="quarter" idx="12"/>
          </p:nvPr>
        </p:nvSpPr>
        <p:spPr/>
        <p:txBody>
          <a:bodyPr/>
          <a:lstStyle>
            <a:lvl1pPr>
              <a:defRPr b="0" i="0"/>
            </a:lvl1pPr>
          </a:lstStyle>
          <a:p>
            <a:r>
              <a:rPr lang="en-US"/>
              <a:t>Presentation Title</a:t>
            </a:r>
            <a:endParaRPr lang="en-US" dirty="0"/>
          </a:p>
        </p:txBody>
      </p:sp>
      <p:sp>
        <p:nvSpPr>
          <p:cNvPr id="14" name="Slide Number Placeholder 13"/>
          <p:cNvSpPr>
            <a:spLocks noGrp="1"/>
          </p:cNvSpPr>
          <p:nvPr>
            <p:ph type="sldNum" sz="quarter" idx="13"/>
          </p:nvPr>
        </p:nvSpPr>
        <p:spPr/>
        <p:txBody>
          <a:bodyPr/>
          <a:lstStyle>
            <a:lvl1pPr>
              <a:defRPr b="0" i="0"/>
            </a:lvl1pPr>
          </a:lstStyle>
          <a:p>
            <a:fld id="{7BCC8D0D-EAEC-449D-9161-023DFF90F2E2}" type="slidenum">
              <a:rPr lang="en-US" smtClean="0"/>
              <a:pPr/>
              <a:t>‹#›</a:t>
            </a:fld>
            <a:endParaRPr lang="en-US" dirty="0"/>
          </a:p>
        </p:txBody>
      </p:sp>
      <p:sp>
        <p:nvSpPr>
          <p:cNvPr id="7" name="Title 15"/>
          <p:cNvSpPr>
            <a:spLocks noGrp="1"/>
          </p:cNvSpPr>
          <p:nvPr>
            <p:ph type="title" hasCustomPrompt="1"/>
          </p:nvPr>
        </p:nvSpPr>
        <p:spPr>
          <a:xfrm>
            <a:off x="453585" y="318751"/>
            <a:ext cx="8173580" cy="458587"/>
          </a:xfrm>
          <a:prstGeom prst="rect">
            <a:avLst/>
          </a:prstGeom>
        </p:spPr>
        <p:txBody>
          <a:bodyPr anchor="b">
            <a:noAutofit/>
          </a:bodyPr>
          <a:lstStyle>
            <a:lvl1pPr>
              <a:defRPr sz="3600" b="0" i="0">
                <a:latin typeface="Garamond" panose="02020404030301010803" pitchFamily="18" charset="0"/>
                <a:ea typeface="Helvetica Neue" panose="02000503000000020004" pitchFamily="2" charset="0"/>
                <a:cs typeface="Arial" panose="020B0604020202020204" pitchFamily="34" charset="0"/>
              </a:defRPr>
            </a:lvl1pPr>
          </a:lstStyle>
          <a:p>
            <a:r>
              <a:rPr lang="en-US" dirty="0"/>
              <a:t>Slide Title Here</a:t>
            </a:r>
          </a:p>
        </p:txBody>
      </p:sp>
      <p:sp>
        <p:nvSpPr>
          <p:cNvPr id="9" name="Text Placeholder 3"/>
          <p:cNvSpPr>
            <a:spLocks noGrp="1"/>
          </p:cNvSpPr>
          <p:nvPr>
            <p:ph type="body" sz="quarter" idx="15" hasCustomPrompt="1"/>
          </p:nvPr>
        </p:nvSpPr>
        <p:spPr>
          <a:xfrm>
            <a:off x="457202" y="695741"/>
            <a:ext cx="8169964" cy="334897"/>
          </a:xfrm>
          <a:prstGeom prst="rect">
            <a:avLst/>
          </a:prstGeom>
        </p:spPr>
        <p:txBody>
          <a:bodyPr>
            <a:noAutofit/>
          </a:bodyPr>
          <a:lstStyle>
            <a:lvl1pPr marL="0" indent="0">
              <a:lnSpc>
                <a:spcPct val="100000"/>
              </a:lnSpc>
              <a:buNone/>
              <a:defRPr sz="1800" b="0" i="0">
                <a:latin typeface="Arial" panose="020B0604020202020204" pitchFamily="34" charset="0"/>
              </a:defRPr>
            </a:lvl1pPr>
            <a:lvl2pPr marL="230181" indent="0">
              <a:lnSpc>
                <a:spcPct val="100000"/>
              </a:lnSpc>
              <a:buNone/>
              <a:defRPr i="1">
                <a:latin typeface="+mn-lt"/>
              </a:defRPr>
            </a:lvl2pPr>
            <a:lvl3pPr marL="515924" indent="0">
              <a:lnSpc>
                <a:spcPct val="100000"/>
              </a:lnSpc>
              <a:buNone/>
              <a:defRPr i="1">
                <a:latin typeface="+mn-lt"/>
              </a:defRPr>
            </a:lvl3pPr>
            <a:lvl4pPr marL="800080" indent="0">
              <a:lnSpc>
                <a:spcPct val="100000"/>
              </a:lnSpc>
              <a:buNone/>
              <a:defRPr i="1">
                <a:latin typeface="+mn-lt"/>
              </a:defRPr>
            </a:lvl4pPr>
            <a:lvl5pPr marL="1085823" indent="0">
              <a:lnSpc>
                <a:spcPct val="100000"/>
              </a:lnSpc>
              <a:buNone/>
              <a:defRPr i="1">
                <a:latin typeface="+mn-lt"/>
              </a:defRPr>
            </a:lvl5pPr>
          </a:lstStyle>
          <a:p>
            <a:pPr lvl="0"/>
            <a:r>
              <a:rPr lang="en-US" dirty="0"/>
              <a:t>Optional Subhead here</a:t>
            </a:r>
          </a:p>
        </p:txBody>
      </p:sp>
      <p:sp>
        <p:nvSpPr>
          <p:cNvPr id="11" name="Text Placeholder 3"/>
          <p:cNvSpPr>
            <a:spLocks noGrp="1"/>
          </p:cNvSpPr>
          <p:nvPr>
            <p:ph idx="1"/>
          </p:nvPr>
        </p:nvSpPr>
        <p:spPr>
          <a:xfrm>
            <a:off x="459685" y="1401417"/>
            <a:ext cx="8137665" cy="2932045"/>
          </a:xfrm>
          <a:prstGeom prst="rect">
            <a:avLst/>
          </a:prstGeom>
        </p:spPr>
        <p:txBody>
          <a:bodyPr vert="horz" lIns="91440" tIns="45720" rIns="91440" bIns="45720" rtlCol="0">
            <a:noAutofit/>
          </a:bodyPr>
          <a:lstStyle>
            <a:lvl1pPr>
              <a:defRPr b="0" i="0"/>
            </a:lvl1pPr>
            <a:lvl2pPr>
              <a:defRPr b="0" i="0"/>
            </a:lvl2pPr>
            <a:lvl3pPr>
              <a:defRPr b="0" i="0"/>
            </a:lvl3pPr>
            <a:lvl4pPr>
              <a:defRPr b="0" i="0"/>
            </a:lvl4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2103658245"/>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Chart Slide – White">
    <p:spTree>
      <p:nvGrpSpPr>
        <p:cNvPr id="1" name=""/>
        <p:cNvGrpSpPr/>
        <p:nvPr/>
      </p:nvGrpSpPr>
      <p:grpSpPr>
        <a:xfrm>
          <a:off x="0" y="0"/>
          <a:ext cx="0" cy="0"/>
          <a:chOff x="0" y="0"/>
          <a:chExt cx="0" cy="0"/>
        </a:xfrm>
      </p:grpSpPr>
      <p:sp>
        <p:nvSpPr>
          <p:cNvPr id="10" name="Footer Placeholder 9"/>
          <p:cNvSpPr>
            <a:spLocks noGrp="1"/>
          </p:cNvSpPr>
          <p:nvPr>
            <p:ph type="ftr" sz="quarter" idx="12"/>
          </p:nvPr>
        </p:nvSpPr>
        <p:spPr/>
        <p:txBody>
          <a:bodyPr/>
          <a:lstStyle>
            <a:lvl1pPr>
              <a:defRPr b="0" i="0"/>
            </a:lvl1pPr>
          </a:lstStyle>
          <a:p>
            <a:r>
              <a:rPr lang="en-US"/>
              <a:t>Presentation Title</a:t>
            </a:r>
            <a:endParaRPr lang="en-US" dirty="0"/>
          </a:p>
        </p:txBody>
      </p:sp>
      <p:sp>
        <p:nvSpPr>
          <p:cNvPr id="14" name="Slide Number Placeholder 13"/>
          <p:cNvSpPr>
            <a:spLocks noGrp="1"/>
          </p:cNvSpPr>
          <p:nvPr>
            <p:ph type="sldNum" sz="quarter" idx="13"/>
          </p:nvPr>
        </p:nvSpPr>
        <p:spPr/>
        <p:txBody>
          <a:bodyPr/>
          <a:lstStyle>
            <a:lvl1pPr>
              <a:defRPr b="0" i="0"/>
            </a:lvl1pPr>
          </a:lstStyle>
          <a:p>
            <a:fld id="{7BCC8D0D-EAEC-449D-9161-023DFF90F2E2}" type="slidenum">
              <a:rPr lang="en-US" smtClean="0"/>
              <a:pPr/>
              <a:t>‹#›</a:t>
            </a:fld>
            <a:endParaRPr lang="en-US" dirty="0"/>
          </a:p>
        </p:txBody>
      </p:sp>
      <p:sp>
        <p:nvSpPr>
          <p:cNvPr id="6" name="Chart Placeholder 2"/>
          <p:cNvSpPr>
            <a:spLocks noGrp="1"/>
          </p:cNvSpPr>
          <p:nvPr>
            <p:ph type="chart" sz="quarter" idx="14"/>
          </p:nvPr>
        </p:nvSpPr>
        <p:spPr>
          <a:xfrm>
            <a:off x="268359" y="352446"/>
            <a:ext cx="8587407" cy="3972812"/>
          </a:xfrm>
          <a:prstGeom prst="rect">
            <a:avLst/>
          </a:prstGeom>
        </p:spPr>
        <p:txBody>
          <a:bodyPr>
            <a:normAutofit/>
          </a:bodyPr>
          <a:lstStyle>
            <a:lvl1pPr marL="0" indent="0">
              <a:buNone/>
              <a:defRPr b="0" i="0"/>
            </a:lvl1pPr>
          </a:lstStyle>
          <a:p>
            <a:r>
              <a:rPr lang="en-US" dirty="0"/>
              <a:t>Click icon to add chart</a:t>
            </a:r>
          </a:p>
        </p:txBody>
      </p:sp>
    </p:spTree>
    <p:extLst>
      <p:ext uri="{BB962C8B-B14F-4D97-AF65-F5344CB8AC3E}">
        <p14:creationId xmlns:p14="http://schemas.microsoft.com/office/powerpoint/2010/main" val="1220903655"/>
      </p:ext>
    </p:extLst>
  </p:cSld>
  <p:clrMapOvr>
    <a:masterClrMapping/>
  </p:clrMapOvr>
  <p:transition>
    <p:fade/>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wo Column Slide – White">
    <p:spTree>
      <p:nvGrpSpPr>
        <p:cNvPr id="1" name=""/>
        <p:cNvGrpSpPr/>
        <p:nvPr/>
      </p:nvGrpSpPr>
      <p:grpSpPr>
        <a:xfrm>
          <a:off x="0" y="0"/>
          <a:ext cx="0" cy="0"/>
          <a:chOff x="0" y="0"/>
          <a:chExt cx="0" cy="0"/>
        </a:xfrm>
      </p:grpSpPr>
      <p:sp>
        <p:nvSpPr>
          <p:cNvPr id="10" name="Footer Placeholder 9"/>
          <p:cNvSpPr>
            <a:spLocks noGrp="1"/>
          </p:cNvSpPr>
          <p:nvPr>
            <p:ph type="ftr" sz="quarter" idx="12"/>
          </p:nvPr>
        </p:nvSpPr>
        <p:spPr/>
        <p:txBody>
          <a:bodyPr/>
          <a:lstStyle>
            <a:lvl1pPr>
              <a:defRPr b="0" i="0"/>
            </a:lvl1pPr>
          </a:lstStyle>
          <a:p>
            <a:r>
              <a:rPr lang="en-US"/>
              <a:t>Presentation Title</a:t>
            </a:r>
            <a:endParaRPr lang="en-US" dirty="0"/>
          </a:p>
        </p:txBody>
      </p:sp>
      <p:sp>
        <p:nvSpPr>
          <p:cNvPr id="14" name="Slide Number Placeholder 13"/>
          <p:cNvSpPr>
            <a:spLocks noGrp="1"/>
          </p:cNvSpPr>
          <p:nvPr>
            <p:ph type="sldNum" sz="quarter" idx="13"/>
          </p:nvPr>
        </p:nvSpPr>
        <p:spPr/>
        <p:txBody>
          <a:bodyPr/>
          <a:lstStyle>
            <a:lvl1pPr>
              <a:defRPr b="0" i="0"/>
            </a:lvl1pPr>
          </a:lstStyle>
          <a:p>
            <a:fld id="{7BCC8D0D-EAEC-449D-9161-023DFF90F2E2}" type="slidenum">
              <a:rPr lang="en-US" smtClean="0"/>
              <a:pPr/>
              <a:t>‹#›</a:t>
            </a:fld>
            <a:endParaRPr lang="en-US" dirty="0"/>
          </a:p>
        </p:txBody>
      </p:sp>
      <p:sp>
        <p:nvSpPr>
          <p:cNvPr id="11" name="Title 15"/>
          <p:cNvSpPr>
            <a:spLocks noGrp="1"/>
          </p:cNvSpPr>
          <p:nvPr>
            <p:ph type="title" hasCustomPrompt="1"/>
          </p:nvPr>
        </p:nvSpPr>
        <p:spPr>
          <a:xfrm>
            <a:off x="453585" y="318751"/>
            <a:ext cx="8173580" cy="458587"/>
          </a:xfrm>
          <a:prstGeom prst="rect">
            <a:avLst/>
          </a:prstGeom>
        </p:spPr>
        <p:txBody>
          <a:bodyPr anchor="b">
            <a:noAutofit/>
          </a:bodyPr>
          <a:lstStyle>
            <a:lvl1pPr>
              <a:defRPr sz="3600" b="0" i="0">
                <a:latin typeface="Garamond" panose="02020404030301010803" pitchFamily="18" charset="0"/>
                <a:ea typeface="Helvetica Neue" panose="02000503000000020004" pitchFamily="2" charset="0"/>
                <a:cs typeface="Arial" panose="020B0604020202020204" pitchFamily="34" charset="0"/>
              </a:defRPr>
            </a:lvl1pPr>
          </a:lstStyle>
          <a:p>
            <a:r>
              <a:rPr lang="en-US" dirty="0"/>
              <a:t>Slide Title Here</a:t>
            </a:r>
          </a:p>
        </p:txBody>
      </p:sp>
      <p:sp>
        <p:nvSpPr>
          <p:cNvPr id="12" name="Text Placeholder 3"/>
          <p:cNvSpPr>
            <a:spLocks noGrp="1"/>
          </p:cNvSpPr>
          <p:nvPr>
            <p:ph type="body" sz="quarter" idx="15" hasCustomPrompt="1"/>
          </p:nvPr>
        </p:nvSpPr>
        <p:spPr>
          <a:xfrm>
            <a:off x="457202" y="695741"/>
            <a:ext cx="8169964" cy="334897"/>
          </a:xfrm>
          <a:prstGeom prst="rect">
            <a:avLst/>
          </a:prstGeom>
        </p:spPr>
        <p:txBody>
          <a:bodyPr>
            <a:noAutofit/>
          </a:bodyPr>
          <a:lstStyle>
            <a:lvl1pPr marL="0" indent="0">
              <a:lnSpc>
                <a:spcPct val="100000"/>
              </a:lnSpc>
              <a:buNone/>
              <a:defRPr sz="1800" b="0" i="0">
                <a:latin typeface="Arial" panose="020B0604020202020204" pitchFamily="34" charset="0"/>
              </a:defRPr>
            </a:lvl1pPr>
            <a:lvl2pPr marL="230181" indent="0">
              <a:lnSpc>
                <a:spcPct val="100000"/>
              </a:lnSpc>
              <a:buNone/>
              <a:defRPr i="1">
                <a:latin typeface="+mn-lt"/>
              </a:defRPr>
            </a:lvl2pPr>
            <a:lvl3pPr marL="515924" indent="0">
              <a:lnSpc>
                <a:spcPct val="100000"/>
              </a:lnSpc>
              <a:buNone/>
              <a:defRPr i="1">
                <a:latin typeface="+mn-lt"/>
              </a:defRPr>
            </a:lvl3pPr>
            <a:lvl4pPr marL="800080" indent="0">
              <a:lnSpc>
                <a:spcPct val="100000"/>
              </a:lnSpc>
              <a:buNone/>
              <a:defRPr i="1">
                <a:latin typeface="+mn-lt"/>
              </a:defRPr>
            </a:lvl4pPr>
            <a:lvl5pPr marL="1085823" indent="0">
              <a:lnSpc>
                <a:spcPct val="100000"/>
              </a:lnSpc>
              <a:buNone/>
              <a:defRPr i="1">
                <a:latin typeface="+mn-lt"/>
              </a:defRPr>
            </a:lvl5pPr>
          </a:lstStyle>
          <a:p>
            <a:pPr lvl="0"/>
            <a:r>
              <a:rPr lang="en-US" dirty="0"/>
              <a:t>Optional Subhead here</a:t>
            </a:r>
          </a:p>
        </p:txBody>
      </p:sp>
      <p:sp>
        <p:nvSpPr>
          <p:cNvPr id="8" name="Content Placeholder 3"/>
          <p:cNvSpPr>
            <a:spLocks noGrp="1"/>
          </p:cNvSpPr>
          <p:nvPr>
            <p:ph sz="quarter" idx="18" hasCustomPrompt="1"/>
          </p:nvPr>
        </p:nvSpPr>
        <p:spPr>
          <a:xfrm>
            <a:off x="456925" y="1420744"/>
            <a:ext cx="3826840" cy="2853083"/>
          </a:xfrm>
          <a:prstGeom prst="rect">
            <a:avLst/>
          </a:prstGeom>
        </p:spPr>
        <p:txBody>
          <a:bodyPr/>
          <a:lstStyle>
            <a:lvl1pPr>
              <a:buClr>
                <a:schemeClr val="accent1"/>
              </a:buClr>
              <a:defRPr b="0" i="0"/>
            </a:lvl1pPr>
            <a:lvl2pPr>
              <a:buClr>
                <a:schemeClr val="accent1"/>
              </a:buClr>
              <a:defRPr b="0" i="0"/>
            </a:lvl2pPr>
            <a:lvl3pPr>
              <a:buClr>
                <a:schemeClr val="accent1"/>
              </a:buClr>
              <a:defRPr b="0" i="0"/>
            </a:lvl3pPr>
            <a:lvl4pPr>
              <a:buClr>
                <a:schemeClr val="accent1"/>
              </a:buClr>
              <a:defRPr b="0" i="0"/>
            </a:lvl4pPr>
          </a:lstStyle>
          <a:p>
            <a:pPr lvl="0"/>
            <a:r>
              <a:rPr lang="en-US" dirty="0"/>
              <a:t>Click to add text</a:t>
            </a:r>
          </a:p>
          <a:p>
            <a:pPr lvl="1"/>
            <a:r>
              <a:rPr lang="en-US" dirty="0"/>
              <a:t>Second level</a:t>
            </a:r>
          </a:p>
          <a:p>
            <a:pPr lvl="2"/>
            <a:r>
              <a:rPr lang="en-US" dirty="0"/>
              <a:t>Third level</a:t>
            </a:r>
          </a:p>
          <a:p>
            <a:pPr lvl="3"/>
            <a:r>
              <a:rPr lang="en-US" dirty="0"/>
              <a:t>Fourth level</a:t>
            </a:r>
          </a:p>
        </p:txBody>
      </p:sp>
      <p:sp>
        <p:nvSpPr>
          <p:cNvPr id="9" name="Content Placeholder 3"/>
          <p:cNvSpPr>
            <a:spLocks noGrp="1"/>
          </p:cNvSpPr>
          <p:nvPr>
            <p:ph sz="quarter" idx="19" hasCustomPrompt="1"/>
          </p:nvPr>
        </p:nvSpPr>
        <p:spPr>
          <a:xfrm>
            <a:off x="4790386" y="1420744"/>
            <a:ext cx="3826840" cy="2853083"/>
          </a:xfrm>
          <a:prstGeom prst="rect">
            <a:avLst/>
          </a:prstGeom>
        </p:spPr>
        <p:txBody>
          <a:bodyPr/>
          <a:lstStyle>
            <a:lvl1pPr>
              <a:buClr>
                <a:schemeClr val="accent1"/>
              </a:buClr>
              <a:defRPr b="0" i="0"/>
            </a:lvl1pPr>
            <a:lvl2pPr>
              <a:buClr>
                <a:schemeClr val="accent1"/>
              </a:buClr>
              <a:defRPr b="0" i="0"/>
            </a:lvl2pPr>
            <a:lvl3pPr>
              <a:buClr>
                <a:schemeClr val="accent1"/>
              </a:buClr>
              <a:defRPr b="0" i="0"/>
            </a:lvl3pPr>
            <a:lvl4pPr>
              <a:buClr>
                <a:schemeClr val="accent1"/>
              </a:buClr>
              <a:defRPr b="0" i="0"/>
            </a:lvl4pPr>
          </a:lstStyle>
          <a:p>
            <a:pPr lvl="0"/>
            <a:r>
              <a:rPr lang="en-US" dirty="0"/>
              <a:t>Click to add text</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1897927870"/>
      </p:ext>
    </p:extLst>
  </p:cSld>
  <p:clrMapOvr>
    <a:masterClrMapping/>
  </p:clrMapOvr>
  <p:transition>
    <p:fade/>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Quote Slide – Blue">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lvl1pPr>
              <a:defRPr b="0" i="0"/>
            </a:lvl1pPr>
          </a:lstStyle>
          <a:p>
            <a:r>
              <a:rPr lang="en-US"/>
              <a:t>Presentation Title</a:t>
            </a:r>
            <a:endParaRPr lang="en-US" dirty="0"/>
          </a:p>
        </p:txBody>
      </p:sp>
      <p:sp>
        <p:nvSpPr>
          <p:cNvPr id="5" name="Slide Number Placeholder 4"/>
          <p:cNvSpPr>
            <a:spLocks noGrp="1"/>
          </p:cNvSpPr>
          <p:nvPr>
            <p:ph type="sldNum" sz="quarter" idx="12"/>
          </p:nvPr>
        </p:nvSpPr>
        <p:spPr/>
        <p:txBody>
          <a:bodyPr/>
          <a:lstStyle>
            <a:lvl1pPr>
              <a:defRPr b="0" i="0"/>
            </a:lvl1pPr>
          </a:lstStyle>
          <a:p>
            <a:fld id="{7BCC8D0D-EAEC-449D-9161-023DFF90F2E2}" type="slidenum">
              <a:rPr lang="en-US" smtClean="0"/>
              <a:pPr/>
              <a:t>‹#›</a:t>
            </a:fld>
            <a:endParaRPr lang="en-US" dirty="0"/>
          </a:p>
        </p:txBody>
      </p:sp>
      <p:sp>
        <p:nvSpPr>
          <p:cNvPr id="9" name="Text Placeholder 8"/>
          <p:cNvSpPr>
            <a:spLocks noGrp="1"/>
          </p:cNvSpPr>
          <p:nvPr>
            <p:ph type="body" sz="quarter" idx="13" hasCustomPrompt="1"/>
          </p:nvPr>
        </p:nvSpPr>
        <p:spPr>
          <a:xfrm>
            <a:off x="437601" y="1431236"/>
            <a:ext cx="8229323" cy="2107096"/>
          </a:xfrm>
          <a:prstGeom prst="rect">
            <a:avLst/>
          </a:prstGeom>
        </p:spPr>
        <p:txBody>
          <a:bodyPr anchor="ctr" anchorCtr="0">
            <a:normAutofit/>
          </a:bodyPr>
          <a:lstStyle>
            <a:lvl1pPr marL="0" indent="0">
              <a:lnSpc>
                <a:spcPct val="100000"/>
              </a:lnSpc>
              <a:buNone/>
              <a:defRPr sz="2800" b="0" i="0" baseline="0">
                <a:latin typeface="Arial" panose="020B0604020202020204" pitchFamily="34" charset="0"/>
                <a:ea typeface="Helvetica Neue" panose="02000503000000020004" pitchFamily="2" charset="0"/>
                <a:cs typeface="Arial" panose="020B0604020202020204" pitchFamily="34" charset="0"/>
              </a:defRPr>
            </a:lvl1pPr>
            <a:lvl2pPr marL="230181" indent="0">
              <a:buNone/>
              <a:defRPr>
                <a:latin typeface="+mn-lt"/>
              </a:defRPr>
            </a:lvl2pPr>
            <a:lvl3pPr marL="515924" indent="0">
              <a:buNone/>
              <a:defRPr>
                <a:latin typeface="+mn-lt"/>
              </a:defRPr>
            </a:lvl3pPr>
            <a:lvl4pPr marL="800080" indent="0">
              <a:buNone/>
              <a:defRPr>
                <a:latin typeface="+mn-lt"/>
              </a:defRPr>
            </a:lvl4pPr>
            <a:lvl5pPr marL="1085823" indent="0">
              <a:buNone/>
              <a:defRPr>
                <a:latin typeface="+mn-lt"/>
              </a:defRPr>
            </a:lvl5pPr>
          </a:lstStyle>
          <a:p>
            <a:pPr lvl="0"/>
            <a:r>
              <a:rPr lang="en-US" dirty="0"/>
              <a:t>This page is an option should you wish to utilize a quote as a stand-alone slide within your presentation. The rest is </a:t>
            </a:r>
            <a:r>
              <a:rPr lang="en-US" dirty="0" err="1"/>
              <a:t>lorem</a:t>
            </a:r>
            <a:r>
              <a:rPr lang="en-US" dirty="0"/>
              <a:t> </a:t>
            </a:r>
            <a:r>
              <a:rPr lang="en-US" dirty="0" err="1"/>
              <a:t>ipsum</a:t>
            </a:r>
            <a:r>
              <a:rPr lang="en-US" dirty="0"/>
              <a:t>. </a:t>
            </a:r>
            <a:r>
              <a:rPr lang="en-US" dirty="0" err="1"/>
              <a:t>Ut</a:t>
            </a:r>
            <a:r>
              <a:rPr lang="en-US" dirty="0"/>
              <a:t> </a:t>
            </a:r>
            <a:r>
              <a:rPr lang="en-US" dirty="0" err="1"/>
              <a:t>enim</a:t>
            </a:r>
            <a:r>
              <a:rPr lang="en-US" dirty="0"/>
              <a:t> ad minim </a:t>
            </a:r>
            <a:r>
              <a:rPr lang="en-US" dirty="0" err="1"/>
              <a:t>quis</a:t>
            </a:r>
            <a:r>
              <a:rPr lang="en-US" dirty="0"/>
              <a:t> </a:t>
            </a:r>
            <a:r>
              <a:rPr lang="en-US" dirty="0" err="1"/>
              <a:t>nostrud</a:t>
            </a:r>
            <a:r>
              <a:rPr lang="en-US" dirty="0"/>
              <a:t>.</a:t>
            </a:r>
          </a:p>
        </p:txBody>
      </p:sp>
      <p:sp>
        <p:nvSpPr>
          <p:cNvPr id="10" name="Text Placeholder 13"/>
          <p:cNvSpPr>
            <a:spLocks noGrp="1"/>
          </p:cNvSpPr>
          <p:nvPr>
            <p:ph type="body" sz="quarter" idx="14" hasCustomPrompt="1"/>
          </p:nvPr>
        </p:nvSpPr>
        <p:spPr>
          <a:xfrm>
            <a:off x="447674" y="3696829"/>
            <a:ext cx="6513958" cy="430429"/>
          </a:xfrm>
          <a:prstGeom prst="rect">
            <a:avLst/>
          </a:prstGeom>
        </p:spPr>
        <p:txBody>
          <a:bodyPr>
            <a:normAutofit/>
          </a:bodyPr>
          <a:lstStyle>
            <a:lvl1pPr marL="0" indent="0">
              <a:lnSpc>
                <a:spcPct val="100000"/>
              </a:lnSpc>
              <a:buNone/>
              <a:defRPr sz="1800" b="0" i="0">
                <a:solidFill>
                  <a:schemeClr val="accent1"/>
                </a:solidFill>
                <a:latin typeface="Arial" panose="020B0604020202020204" pitchFamily="34" charset="0"/>
              </a:defRPr>
            </a:lvl1pPr>
          </a:lstStyle>
          <a:p>
            <a:pPr lvl="0"/>
            <a:r>
              <a:rPr lang="en-US" dirty="0"/>
              <a:t>Author’s Name</a:t>
            </a:r>
          </a:p>
        </p:txBody>
      </p:sp>
      <p:sp>
        <p:nvSpPr>
          <p:cNvPr id="13" name="Rectangle 12"/>
          <p:cNvSpPr/>
          <p:nvPr userDrawn="1"/>
        </p:nvSpPr>
        <p:spPr bwMode="auto">
          <a:xfrm>
            <a:off x="496956" y="2"/>
            <a:ext cx="1073426" cy="1182754"/>
          </a:xfrm>
          <a:prstGeom prst="rect">
            <a:avLst/>
          </a:prstGeom>
          <a:solidFill>
            <a:schemeClr val="accent1"/>
          </a:solidFill>
          <a:ln w="19050" algn="ctr">
            <a:noFill/>
            <a:miter lim="800000"/>
            <a:headEnd/>
            <a:tailEnd/>
          </a:ln>
        </p:spPr>
        <p:txBody>
          <a:bodyPr wrap="none" rtlCol="0" anchor="ctr"/>
          <a:lstStyle/>
          <a:p>
            <a:pPr algn="ctr">
              <a:lnSpc>
                <a:spcPct val="90000"/>
              </a:lnSpc>
            </a:pPr>
            <a:endParaRPr lang="en-US" sz="1600" b="0" i="0" dirty="0" err="1">
              <a:solidFill>
                <a:srgbClr val="90BD31"/>
              </a:solidFill>
              <a:latin typeface="Arial" panose="020B0604020202020204" pitchFamily="34" charset="0"/>
            </a:endParaRPr>
          </a:p>
        </p:txBody>
      </p:sp>
      <p:sp>
        <p:nvSpPr>
          <p:cNvPr id="12" name="TextBox 11"/>
          <p:cNvSpPr txBox="1"/>
          <p:nvPr userDrawn="1"/>
        </p:nvSpPr>
        <p:spPr bwMode="auto">
          <a:xfrm>
            <a:off x="434629" y="0"/>
            <a:ext cx="1192695" cy="2123658"/>
          </a:xfrm>
          <a:prstGeom prst="rect">
            <a:avLst/>
          </a:prstGeom>
          <a:noFill/>
          <a:ln w="19050" algn="ctr">
            <a:noFill/>
            <a:miter lim="800000"/>
            <a:headEnd/>
            <a:tailEnd/>
          </a:ln>
        </p:spPr>
        <p:txBody>
          <a:bodyPr wrap="square" lIns="0" tIns="0" rIns="0" bIns="0" rtlCol="0" anchor="ctr">
            <a:spAutoFit/>
          </a:bodyPr>
          <a:lstStyle/>
          <a:p>
            <a:pPr algn="ctr"/>
            <a:r>
              <a:rPr lang="en-US" sz="13800" b="0" i="0" dirty="0">
                <a:solidFill>
                  <a:schemeClr val="bg2"/>
                </a:solidFill>
                <a:latin typeface="Arial" panose="020B0604020202020204" pitchFamily="34" charset="0"/>
              </a:rPr>
              <a:t>“</a:t>
            </a:r>
          </a:p>
        </p:txBody>
      </p:sp>
      <p:sp>
        <p:nvSpPr>
          <p:cNvPr id="11" name="Text Placeholder 13"/>
          <p:cNvSpPr>
            <a:spLocks noGrp="1"/>
          </p:cNvSpPr>
          <p:nvPr>
            <p:ph type="body" sz="quarter" idx="15" hasCustomPrompt="1"/>
          </p:nvPr>
        </p:nvSpPr>
        <p:spPr>
          <a:xfrm>
            <a:off x="447674" y="3980953"/>
            <a:ext cx="6513958" cy="440937"/>
          </a:xfrm>
          <a:prstGeom prst="rect">
            <a:avLst/>
          </a:prstGeom>
        </p:spPr>
        <p:txBody>
          <a:bodyPr>
            <a:normAutofit/>
          </a:bodyPr>
          <a:lstStyle>
            <a:lvl1pPr marL="0" indent="0">
              <a:lnSpc>
                <a:spcPts val="2000"/>
              </a:lnSpc>
              <a:buNone/>
              <a:defRPr sz="1800" b="0" i="0" baseline="0">
                <a:solidFill>
                  <a:schemeClr val="accent1"/>
                </a:solidFill>
                <a:latin typeface="Arial" panose="020B0604020202020204" pitchFamily="34" charset="0"/>
              </a:defRPr>
            </a:lvl1pPr>
          </a:lstStyle>
          <a:p>
            <a:pPr lvl="0"/>
            <a:r>
              <a:rPr lang="en-US" dirty="0"/>
              <a:t>Position Title</a:t>
            </a:r>
          </a:p>
        </p:txBody>
      </p:sp>
    </p:spTree>
  </p:cSld>
  <p:clrMapOvr>
    <a:masterClrMapping/>
  </p:clrMapOvr>
  <p:transition>
    <p:fade/>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Quote Slide – Teal">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lvl1pPr>
              <a:defRPr b="0" i="0"/>
            </a:lvl1pPr>
          </a:lstStyle>
          <a:p>
            <a:r>
              <a:rPr lang="en-US"/>
              <a:t>Presentation Title</a:t>
            </a:r>
            <a:endParaRPr lang="en-US" dirty="0"/>
          </a:p>
        </p:txBody>
      </p:sp>
      <p:sp>
        <p:nvSpPr>
          <p:cNvPr id="5" name="Slide Number Placeholder 4"/>
          <p:cNvSpPr>
            <a:spLocks noGrp="1"/>
          </p:cNvSpPr>
          <p:nvPr>
            <p:ph type="sldNum" sz="quarter" idx="12"/>
          </p:nvPr>
        </p:nvSpPr>
        <p:spPr/>
        <p:txBody>
          <a:bodyPr/>
          <a:lstStyle>
            <a:lvl1pPr>
              <a:defRPr b="0" i="0"/>
            </a:lvl1pPr>
          </a:lstStyle>
          <a:p>
            <a:fld id="{7BCC8D0D-EAEC-449D-9161-023DFF90F2E2}" type="slidenum">
              <a:rPr lang="en-US" smtClean="0"/>
              <a:pPr/>
              <a:t>‹#›</a:t>
            </a:fld>
            <a:endParaRPr lang="en-US" dirty="0"/>
          </a:p>
        </p:txBody>
      </p:sp>
      <p:sp>
        <p:nvSpPr>
          <p:cNvPr id="9" name="Text Placeholder 8"/>
          <p:cNvSpPr>
            <a:spLocks noGrp="1"/>
          </p:cNvSpPr>
          <p:nvPr>
            <p:ph type="body" sz="quarter" idx="13" hasCustomPrompt="1"/>
          </p:nvPr>
        </p:nvSpPr>
        <p:spPr>
          <a:xfrm>
            <a:off x="437601" y="1431236"/>
            <a:ext cx="8229323" cy="2107096"/>
          </a:xfrm>
          <a:prstGeom prst="rect">
            <a:avLst/>
          </a:prstGeom>
        </p:spPr>
        <p:txBody>
          <a:bodyPr anchor="ctr" anchorCtr="0">
            <a:normAutofit/>
          </a:bodyPr>
          <a:lstStyle>
            <a:lvl1pPr marL="0" indent="0">
              <a:lnSpc>
                <a:spcPct val="100000"/>
              </a:lnSpc>
              <a:buNone/>
              <a:defRPr sz="2800" b="0" i="0" baseline="0">
                <a:latin typeface="Arial" panose="020B0604020202020204" pitchFamily="34" charset="0"/>
                <a:ea typeface="Helvetica Neue" panose="02000503000000020004" pitchFamily="2" charset="0"/>
                <a:cs typeface="Arial" panose="020B0604020202020204" pitchFamily="34" charset="0"/>
              </a:defRPr>
            </a:lvl1pPr>
            <a:lvl2pPr marL="230181" indent="0">
              <a:buNone/>
              <a:defRPr>
                <a:latin typeface="+mn-lt"/>
              </a:defRPr>
            </a:lvl2pPr>
            <a:lvl3pPr marL="515924" indent="0">
              <a:buNone/>
              <a:defRPr>
                <a:latin typeface="+mn-lt"/>
              </a:defRPr>
            </a:lvl3pPr>
            <a:lvl4pPr marL="800080" indent="0">
              <a:buNone/>
              <a:defRPr>
                <a:latin typeface="+mn-lt"/>
              </a:defRPr>
            </a:lvl4pPr>
            <a:lvl5pPr marL="1085823" indent="0">
              <a:buNone/>
              <a:defRPr>
                <a:latin typeface="+mn-lt"/>
              </a:defRPr>
            </a:lvl5pPr>
          </a:lstStyle>
          <a:p>
            <a:pPr lvl="0"/>
            <a:r>
              <a:rPr lang="en-US" dirty="0"/>
              <a:t>This page is an option should you wish to utilize a quote as a stand-alone slide within your presentation. The rest is </a:t>
            </a:r>
            <a:r>
              <a:rPr lang="en-US" dirty="0" err="1"/>
              <a:t>lorem</a:t>
            </a:r>
            <a:r>
              <a:rPr lang="en-US" dirty="0"/>
              <a:t> </a:t>
            </a:r>
            <a:r>
              <a:rPr lang="en-US" dirty="0" err="1"/>
              <a:t>ipsum</a:t>
            </a:r>
            <a:r>
              <a:rPr lang="en-US" dirty="0"/>
              <a:t>. </a:t>
            </a:r>
            <a:r>
              <a:rPr lang="en-US" dirty="0" err="1"/>
              <a:t>Ut</a:t>
            </a:r>
            <a:r>
              <a:rPr lang="en-US" dirty="0"/>
              <a:t> </a:t>
            </a:r>
            <a:r>
              <a:rPr lang="en-US" dirty="0" err="1"/>
              <a:t>enim</a:t>
            </a:r>
            <a:r>
              <a:rPr lang="en-US" dirty="0"/>
              <a:t> ad minim </a:t>
            </a:r>
            <a:r>
              <a:rPr lang="en-US" dirty="0" err="1"/>
              <a:t>quis</a:t>
            </a:r>
            <a:r>
              <a:rPr lang="en-US" dirty="0"/>
              <a:t> </a:t>
            </a:r>
            <a:r>
              <a:rPr lang="en-US" dirty="0" err="1"/>
              <a:t>nostrud</a:t>
            </a:r>
            <a:r>
              <a:rPr lang="en-US" dirty="0"/>
              <a:t>.</a:t>
            </a:r>
          </a:p>
        </p:txBody>
      </p:sp>
      <p:sp>
        <p:nvSpPr>
          <p:cNvPr id="13" name="Rectangle 12"/>
          <p:cNvSpPr/>
          <p:nvPr userDrawn="1"/>
        </p:nvSpPr>
        <p:spPr bwMode="auto">
          <a:xfrm>
            <a:off x="496956" y="2"/>
            <a:ext cx="1073426" cy="1182754"/>
          </a:xfrm>
          <a:prstGeom prst="rect">
            <a:avLst/>
          </a:prstGeom>
          <a:solidFill>
            <a:schemeClr val="accent2"/>
          </a:solidFill>
          <a:ln w="19050" algn="ctr">
            <a:noFill/>
            <a:miter lim="800000"/>
            <a:headEnd/>
            <a:tailEnd/>
          </a:ln>
        </p:spPr>
        <p:txBody>
          <a:bodyPr wrap="none" rtlCol="0" anchor="ctr"/>
          <a:lstStyle/>
          <a:p>
            <a:pPr algn="ctr">
              <a:lnSpc>
                <a:spcPct val="90000"/>
              </a:lnSpc>
            </a:pPr>
            <a:endParaRPr lang="en-US" sz="1600" b="0" i="0" dirty="0" err="1">
              <a:solidFill>
                <a:srgbClr val="90BD31"/>
              </a:solidFill>
              <a:latin typeface="Arial" panose="020B0604020202020204" pitchFamily="34" charset="0"/>
            </a:endParaRPr>
          </a:p>
        </p:txBody>
      </p:sp>
      <p:sp>
        <p:nvSpPr>
          <p:cNvPr id="12" name="TextBox 11"/>
          <p:cNvSpPr txBox="1"/>
          <p:nvPr userDrawn="1"/>
        </p:nvSpPr>
        <p:spPr bwMode="auto">
          <a:xfrm>
            <a:off x="434629" y="0"/>
            <a:ext cx="1192695" cy="2123658"/>
          </a:xfrm>
          <a:prstGeom prst="rect">
            <a:avLst/>
          </a:prstGeom>
          <a:noFill/>
          <a:ln w="19050" algn="ctr">
            <a:noFill/>
            <a:miter lim="800000"/>
            <a:headEnd/>
            <a:tailEnd/>
          </a:ln>
        </p:spPr>
        <p:txBody>
          <a:bodyPr wrap="square" lIns="0" tIns="0" rIns="0" bIns="0" rtlCol="0" anchor="ctr">
            <a:spAutoFit/>
          </a:bodyPr>
          <a:lstStyle/>
          <a:p>
            <a:pPr algn="ctr"/>
            <a:r>
              <a:rPr lang="en-US" sz="13800" b="0" i="0" dirty="0">
                <a:solidFill>
                  <a:schemeClr val="bg2"/>
                </a:solidFill>
                <a:latin typeface="Arial" panose="020B0604020202020204" pitchFamily="34" charset="0"/>
              </a:rPr>
              <a:t>“</a:t>
            </a:r>
          </a:p>
        </p:txBody>
      </p:sp>
      <p:sp>
        <p:nvSpPr>
          <p:cNvPr id="10" name="Text Placeholder 13"/>
          <p:cNvSpPr>
            <a:spLocks noGrp="1"/>
          </p:cNvSpPr>
          <p:nvPr>
            <p:ph type="body" sz="quarter" idx="14" hasCustomPrompt="1"/>
          </p:nvPr>
        </p:nvSpPr>
        <p:spPr>
          <a:xfrm>
            <a:off x="447674" y="3696829"/>
            <a:ext cx="6513958" cy="430429"/>
          </a:xfrm>
          <a:prstGeom prst="rect">
            <a:avLst/>
          </a:prstGeom>
        </p:spPr>
        <p:txBody>
          <a:bodyPr>
            <a:normAutofit/>
          </a:bodyPr>
          <a:lstStyle>
            <a:lvl1pPr marL="0" indent="0">
              <a:lnSpc>
                <a:spcPct val="100000"/>
              </a:lnSpc>
              <a:buNone/>
              <a:defRPr sz="1800" b="0" i="0">
                <a:solidFill>
                  <a:schemeClr val="accent2"/>
                </a:solidFill>
                <a:latin typeface="Arial" panose="020B0604020202020204" pitchFamily="34" charset="0"/>
              </a:defRPr>
            </a:lvl1pPr>
          </a:lstStyle>
          <a:p>
            <a:pPr lvl="0"/>
            <a:r>
              <a:rPr lang="en-US" dirty="0"/>
              <a:t>Author’s Name</a:t>
            </a:r>
          </a:p>
        </p:txBody>
      </p:sp>
      <p:sp>
        <p:nvSpPr>
          <p:cNvPr id="11" name="Text Placeholder 13"/>
          <p:cNvSpPr>
            <a:spLocks noGrp="1"/>
          </p:cNvSpPr>
          <p:nvPr>
            <p:ph type="body" sz="quarter" idx="15" hasCustomPrompt="1"/>
          </p:nvPr>
        </p:nvSpPr>
        <p:spPr>
          <a:xfrm>
            <a:off x="447674" y="3980953"/>
            <a:ext cx="6513958" cy="440937"/>
          </a:xfrm>
          <a:prstGeom prst="rect">
            <a:avLst/>
          </a:prstGeom>
        </p:spPr>
        <p:txBody>
          <a:bodyPr>
            <a:normAutofit/>
          </a:bodyPr>
          <a:lstStyle>
            <a:lvl1pPr marL="0" indent="0">
              <a:lnSpc>
                <a:spcPts val="2000"/>
              </a:lnSpc>
              <a:buNone/>
              <a:defRPr sz="1800" b="0" i="0" baseline="0">
                <a:solidFill>
                  <a:schemeClr val="accent2"/>
                </a:solidFill>
                <a:latin typeface="Arial" panose="020B0604020202020204" pitchFamily="34" charset="0"/>
              </a:defRPr>
            </a:lvl1pPr>
          </a:lstStyle>
          <a:p>
            <a:pPr lvl="0"/>
            <a:r>
              <a:rPr lang="en-US" dirty="0"/>
              <a:t>Position Title</a:t>
            </a:r>
          </a:p>
        </p:txBody>
      </p:sp>
    </p:spTree>
  </p:cSld>
  <p:clrMapOvr>
    <a:masterClrMapping/>
  </p:clrMapOvr>
  <p:transition>
    <p:fade/>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Quote Slide – Green">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lvl1pPr>
              <a:defRPr b="0" i="0"/>
            </a:lvl1pPr>
          </a:lstStyle>
          <a:p>
            <a:r>
              <a:rPr lang="en-US"/>
              <a:t>Presentation Title</a:t>
            </a:r>
            <a:endParaRPr lang="en-US" dirty="0"/>
          </a:p>
        </p:txBody>
      </p:sp>
      <p:sp>
        <p:nvSpPr>
          <p:cNvPr id="5" name="Slide Number Placeholder 4"/>
          <p:cNvSpPr>
            <a:spLocks noGrp="1"/>
          </p:cNvSpPr>
          <p:nvPr>
            <p:ph type="sldNum" sz="quarter" idx="12"/>
          </p:nvPr>
        </p:nvSpPr>
        <p:spPr/>
        <p:txBody>
          <a:bodyPr/>
          <a:lstStyle>
            <a:lvl1pPr>
              <a:defRPr b="0" i="0"/>
            </a:lvl1pPr>
          </a:lstStyle>
          <a:p>
            <a:fld id="{7BCC8D0D-EAEC-449D-9161-023DFF90F2E2}" type="slidenum">
              <a:rPr lang="en-US" smtClean="0"/>
              <a:pPr/>
              <a:t>‹#›</a:t>
            </a:fld>
            <a:endParaRPr lang="en-US" dirty="0"/>
          </a:p>
        </p:txBody>
      </p:sp>
      <p:sp>
        <p:nvSpPr>
          <p:cNvPr id="9" name="Text Placeholder 8"/>
          <p:cNvSpPr>
            <a:spLocks noGrp="1"/>
          </p:cNvSpPr>
          <p:nvPr>
            <p:ph type="body" sz="quarter" idx="13" hasCustomPrompt="1"/>
          </p:nvPr>
        </p:nvSpPr>
        <p:spPr>
          <a:xfrm>
            <a:off x="437601" y="1431236"/>
            <a:ext cx="8229323" cy="2107096"/>
          </a:xfrm>
          <a:prstGeom prst="rect">
            <a:avLst/>
          </a:prstGeom>
        </p:spPr>
        <p:txBody>
          <a:bodyPr anchor="ctr" anchorCtr="0">
            <a:normAutofit/>
          </a:bodyPr>
          <a:lstStyle>
            <a:lvl1pPr marL="0" indent="0">
              <a:lnSpc>
                <a:spcPct val="100000"/>
              </a:lnSpc>
              <a:buNone/>
              <a:defRPr sz="2800" b="0" i="0" baseline="0">
                <a:latin typeface="Arial" panose="020B0604020202020204" pitchFamily="34" charset="0"/>
                <a:ea typeface="Helvetica Neue" panose="02000503000000020004" pitchFamily="2" charset="0"/>
                <a:cs typeface="Arial" panose="020B0604020202020204" pitchFamily="34" charset="0"/>
              </a:defRPr>
            </a:lvl1pPr>
            <a:lvl2pPr marL="230181" indent="0">
              <a:buNone/>
              <a:defRPr>
                <a:latin typeface="+mn-lt"/>
              </a:defRPr>
            </a:lvl2pPr>
            <a:lvl3pPr marL="515924" indent="0">
              <a:buNone/>
              <a:defRPr>
                <a:latin typeface="+mn-lt"/>
              </a:defRPr>
            </a:lvl3pPr>
            <a:lvl4pPr marL="800080" indent="0">
              <a:buNone/>
              <a:defRPr>
                <a:latin typeface="+mn-lt"/>
              </a:defRPr>
            </a:lvl4pPr>
            <a:lvl5pPr marL="1085823" indent="0">
              <a:buNone/>
              <a:defRPr>
                <a:latin typeface="+mn-lt"/>
              </a:defRPr>
            </a:lvl5pPr>
          </a:lstStyle>
          <a:p>
            <a:pPr lvl="0"/>
            <a:r>
              <a:rPr lang="en-US" dirty="0"/>
              <a:t>This page is an option should you wish to utilize a quote as a stand-alone slide within your presentation. The rest is </a:t>
            </a:r>
            <a:r>
              <a:rPr lang="en-US" dirty="0" err="1"/>
              <a:t>lorem</a:t>
            </a:r>
            <a:r>
              <a:rPr lang="en-US" dirty="0"/>
              <a:t> </a:t>
            </a:r>
            <a:r>
              <a:rPr lang="en-US" dirty="0" err="1"/>
              <a:t>ipsum</a:t>
            </a:r>
            <a:r>
              <a:rPr lang="en-US" dirty="0"/>
              <a:t>. </a:t>
            </a:r>
            <a:r>
              <a:rPr lang="en-US" dirty="0" err="1"/>
              <a:t>Ut</a:t>
            </a:r>
            <a:r>
              <a:rPr lang="en-US" dirty="0"/>
              <a:t> </a:t>
            </a:r>
            <a:r>
              <a:rPr lang="en-US" dirty="0" err="1"/>
              <a:t>enim</a:t>
            </a:r>
            <a:r>
              <a:rPr lang="en-US" dirty="0"/>
              <a:t> ad minim </a:t>
            </a:r>
            <a:r>
              <a:rPr lang="en-US" dirty="0" err="1"/>
              <a:t>quis</a:t>
            </a:r>
            <a:r>
              <a:rPr lang="en-US" dirty="0"/>
              <a:t> </a:t>
            </a:r>
            <a:r>
              <a:rPr lang="en-US" dirty="0" err="1"/>
              <a:t>nostrud</a:t>
            </a:r>
            <a:r>
              <a:rPr lang="en-US" dirty="0"/>
              <a:t>.</a:t>
            </a:r>
          </a:p>
        </p:txBody>
      </p:sp>
      <p:sp>
        <p:nvSpPr>
          <p:cNvPr id="13" name="Rectangle 12"/>
          <p:cNvSpPr/>
          <p:nvPr userDrawn="1"/>
        </p:nvSpPr>
        <p:spPr bwMode="auto">
          <a:xfrm>
            <a:off x="496956" y="2"/>
            <a:ext cx="1073426" cy="1182754"/>
          </a:xfrm>
          <a:prstGeom prst="rect">
            <a:avLst/>
          </a:prstGeom>
          <a:solidFill>
            <a:schemeClr val="accent3"/>
          </a:solidFill>
          <a:ln w="19050" algn="ctr">
            <a:noFill/>
            <a:miter lim="800000"/>
            <a:headEnd/>
            <a:tailEnd/>
          </a:ln>
        </p:spPr>
        <p:txBody>
          <a:bodyPr wrap="none" rtlCol="0" anchor="ctr"/>
          <a:lstStyle/>
          <a:p>
            <a:pPr algn="ctr">
              <a:lnSpc>
                <a:spcPct val="90000"/>
              </a:lnSpc>
            </a:pPr>
            <a:endParaRPr lang="en-US" sz="1600" b="0" i="0" dirty="0" err="1">
              <a:solidFill>
                <a:srgbClr val="90BD31"/>
              </a:solidFill>
              <a:latin typeface="Arial" panose="020B0604020202020204" pitchFamily="34" charset="0"/>
            </a:endParaRPr>
          </a:p>
        </p:txBody>
      </p:sp>
      <p:sp>
        <p:nvSpPr>
          <p:cNvPr id="12" name="TextBox 11"/>
          <p:cNvSpPr txBox="1"/>
          <p:nvPr userDrawn="1"/>
        </p:nvSpPr>
        <p:spPr bwMode="auto">
          <a:xfrm>
            <a:off x="434629" y="0"/>
            <a:ext cx="1192695" cy="2123658"/>
          </a:xfrm>
          <a:prstGeom prst="rect">
            <a:avLst/>
          </a:prstGeom>
          <a:noFill/>
          <a:ln w="19050" algn="ctr">
            <a:noFill/>
            <a:miter lim="800000"/>
            <a:headEnd/>
            <a:tailEnd/>
          </a:ln>
        </p:spPr>
        <p:txBody>
          <a:bodyPr wrap="square" lIns="0" tIns="0" rIns="0" bIns="0" rtlCol="0" anchor="ctr">
            <a:spAutoFit/>
          </a:bodyPr>
          <a:lstStyle/>
          <a:p>
            <a:pPr algn="ctr"/>
            <a:r>
              <a:rPr lang="en-US" sz="13800" b="0" i="0" dirty="0">
                <a:solidFill>
                  <a:schemeClr val="bg2"/>
                </a:solidFill>
                <a:latin typeface="Arial" panose="020B0604020202020204" pitchFamily="34" charset="0"/>
              </a:rPr>
              <a:t>“</a:t>
            </a:r>
          </a:p>
        </p:txBody>
      </p:sp>
      <p:sp>
        <p:nvSpPr>
          <p:cNvPr id="10" name="Text Placeholder 13"/>
          <p:cNvSpPr>
            <a:spLocks noGrp="1"/>
          </p:cNvSpPr>
          <p:nvPr>
            <p:ph type="body" sz="quarter" idx="14" hasCustomPrompt="1"/>
          </p:nvPr>
        </p:nvSpPr>
        <p:spPr>
          <a:xfrm>
            <a:off x="447674" y="3696829"/>
            <a:ext cx="6513958" cy="430429"/>
          </a:xfrm>
          <a:prstGeom prst="rect">
            <a:avLst/>
          </a:prstGeom>
        </p:spPr>
        <p:txBody>
          <a:bodyPr>
            <a:normAutofit/>
          </a:bodyPr>
          <a:lstStyle>
            <a:lvl1pPr marL="0" indent="0">
              <a:lnSpc>
                <a:spcPct val="100000"/>
              </a:lnSpc>
              <a:buNone/>
              <a:defRPr sz="1800" b="0" i="0">
                <a:solidFill>
                  <a:schemeClr val="accent3"/>
                </a:solidFill>
                <a:latin typeface="Arial" panose="020B0604020202020204" pitchFamily="34" charset="0"/>
              </a:defRPr>
            </a:lvl1pPr>
          </a:lstStyle>
          <a:p>
            <a:pPr lvl="0"/>
            <a:r>
              <a:rPr lang="en-US" dirty="0"/>
              <a:t>Author’s Name</a:t>
            </a:r>
          </a:p>
        </p:txBody>
      </p:sp>
      <p:sp>
        <p:nvSpPr>
          <p:cNvPr id="11" name="Text Placeholder 13"/>
          <p:cNvSpPr>
            <a:spLocks noGrp="1"/>
          </p:cNvSpPr>
          <p:nvPr>
            <p:ph type="body" sz="quarter" idx="15" hasCustomPrompt="1"/>
          </p:nvPr>
        </p:nvSpPr>
        <p:spPr>
          <a:xfrm>
            <a:off x="447674" y="3980953"/>
            <a:ext cx="6513958" cy="440937"/>
          </a:xfrm>
          <a:prstGeom prst="rect">
            <a:avLst/>
          </a:prstGeom>
        </p:spPr>
        <p:txBody>
          <a:bodyPr>
            <a:normAutofit/>
          </a:bodyPr>
          <a:lstStyle>
            <a:lvl1pPr marL="0" indent="0">
              <a:lnSpc>
                <a:spcPts val="2000"/>
              </a:lnSpc>
              <a:buNone/>
              <a:defRPr sz="1800" b="0" i="0" baseline="0">
                <a:solidFill>
                  <a:schemeClr val="accent3"/>
                </a:solidFill>
                <a:latin typeface="Arial" panose="020B0604020202020204" pitchFamily="34" charset="0"/>
              </a:defRPr>
            </a:lvl1pPr>
          </a:lstStyle>
          <a:p>
            <a:pPr lvl="0"/>
            <a:r>
              <a:rPr lang="en-US" dirty="0"/>
              <a:t>Position Title</a:t>
            </a:r>
          </a:p>
        </p:txBody>
      </p:sp>
    </p:spTree>
  </p:cSld>
  <p:clrMapOvr>
    <a:masterClrMapping/>
  </p:clrMapOvr>
  <p:transition>
    <p:fade/>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Section Header – Blue">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D91175AD-5EC8-6C49-8218-F38BDE3E8622}"/>
              </a:ext>
            </a:extLst>
          </p:cNvPr>
          <p:cNvPicPr>
            <a:picLocks noChangeAspect="1"/>
          </p:cNvPicPr>
          <p:nvPr userDrawn="1"/>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l="68552" t="35459" r="2030" b="-21848"/>
          <a:stretch/>
        </p:blipFill>
        <p:spPr>
          <a:xfrm rot="5400000">
            <a:off x="2622550" y="-1377949"/>
            <a:ext cx="5143500" cy="7899400"/>
          </a:xfrm>
          <a:prstGeom prst="rect">
            <a:avLst/>
          </a:prstGeom>
        </p:spPr>
      </p:pic>
      <p:sp>
        <p:nvSpPr>
          <p:cNvPr id="14" name="Rectangle 13"/>
          <p:cNvSpPr/>
          <p:nvPr userDrawn="1"/>
        </p:nvSpPr>
        <p:spPr bwMode="auto">
          <a:xfrm>
            <a:off x="2" y="1772719"/>
            <a:ext cx="7051729" cy="1411357"/>
          </a:xfrm>
          <a:prstGeom prst="rect">
            <a:avLst/>
          </a:prstGeom>
          <a:solidFill>
            <a:schemeClr val="accent1"/>
          </a:solidFill>
          <a:ln w="19050" algn="ctr">
            <a:noFill/>
            <a:miter lim="800000"/>
            <a:headEnd/>
            <a:tailEnd/>
          </a:ln>
        </p:spPr>
        <p:txBody>
          <a:bodyPr wrap="none" rtlCol="0" anchor="ctr"/>
          <a:lstStyle/>
          <a:p>
            <a:pPr algn="ctr">
              <a:lnSpc>
                <a:spcPct val="90000"/>
              </a:lnSpc>
            </a:pPr>
            <a:endParaRPr lang="en-US" sz="1600" b="0" i="0" dirty="0" err="1">
              <a:solidFill>
                <a:schemeClr val="bg1"/>
              </a:solidFill>
              <a:latin typeface="Arial" panose="020B0604020202020204" pitchFamily="34" charset="0"/>
            </a:endParaRPr>
          </a:p>
        </p:txBody>
      </p:sp>
      <p:sp>
        <p:nvSpPr>
          <p:cNvPr id="4" name="Footer Placeholder 3"/>
          <p:cNvSpPr>
            <a:spLocks noGrp="1"/>
          </p:cNvSpPr>
          <p:nvPr>
            <p:ph type="ftr" sz="quarter" idx="11"/>
          </p:nvPr>
        </p:nvSpPr>
        <p:spPr/>
        <p:txBody>
          <a:bodyPr/>
          <a:lstStyle>
            <a:lvl1pPr>
              <a:defRPr b="0" i="0"/>
            </a:lvl1pPr>
          </a:lstStyle>
          <a:p>
            <a:r>
              <a:rPr lang="en-US"/>
              <a:t>Presentation Title</a:t>
            </a:r>
            <a:endParaRPr lang="en-US" dirty="0"/>
          </a:p>
        </p:txBody>
      </p:sp>
      <p:sp>
        <p:nvSpPr>
          <p:cNvPr id="5" name="Slide Number Placeholder 4"/>
          <p:cNvSpPr>
            <a:spLocks noGrp="1"/>
          </p:cNvSpPr>
          <p:nvPr>
            <p:ph type="sldNum" sz="quarter" idx="12"/>
          </p:nvPr>
        </p:nvSpPr>
        <p:spPr/>
        <p:txBody>
          <a:bodyPr/>
          <a:lstStyle>
            <a:lvl1pPr>
              <a:defRPr b="0" i="0"/>
            </a:lvl1pPr>
          </a:lstStyle>
          <a:p>
            <a:fld id="{7BCC8D0D-EAEC-449D-9161-023DFF90F2E2}" type="slidenum">
              <a:rPr lang="en-US" smtClean="0"/>
              <a:pPr/>
              <a:t>‹#›</a:t>
            </a:fld>
            <a:endParaRPr lang="en-US" dirty="0"/>
          </a:p>
        </p:txBody>
      </p:sp>
      <p:sp>
        <p:nvSpPr>
          <p:cNvPr id="15" name="Title 15"/>
          <p:cNvSpPr>
            <a:spLocks noGrp="1"/>
          </p:cNvSpPr>
          <p:nvPr>
            <p:ph type="title" hasCustomPrompt="1"/>
          </p:nvPr>
        </p:nvSpPr>
        <p:spPr>
          <a:xfrm>
            <a:off x="453585" y="1919440"/>
            <a:ext cx="6435412" cy="1107896"/>
          </a:xfrm>
          <a:prstGeom prst="rect">
            <a:avLst/>
          </a:prstGeom>
        </p:spPr>
        <p:txBody>
          <a:bodyPr anchor="ctr">
            <a:noAutofit/>
          </a:bodyPr>
          <a:lstStyle>
            <a:lvl1pPr>
              <a:defRPr sz="3600" b="0" i="0" baseline="0">
                <a:solidFill>
                  <a:schemeClr val="bg1"/>
                </a:solidFill>
                <a:latin typeface="Garamond" panose="02020404030301010803" pitchFamily="18" charset="0"/>
                <a:ea typeface="Helvetica Neue" panose="02000503000000020004" pitchFamily="2" charset="0"/>
                <a:cs typeface="Arial" panose="020B0604020202020204" pitchFamily="34" charset="0"/>
              </a:defRPr>
            </a:lvl1pPr>
          </a:lstStyle>
          <a:p>
            <a:r>
              <a:rPr lang="en-US" dirty="0"/>
              <a:t>Section Header Here</a:t>
            </a:r>
          </a:p>
        </p:txBody>
      </p:sp>
      <p:cxnSp>
        <p:nvCxnSpPr>
          <p:cNvPr id="7" name="Straight Connector 6">
            <a:extLst>
              <a:ext uri="{FF2B5EF4-FFF2-40B4-BE49-F238E27FC236}">
                <a16:creationId xmlns:a16="http://schemas.microsoft.com/office/drawing/2014/main" id="{62CCB472-92BE-5E48-80A6-FC260AA96B83}"/>
              </a:ext>
            </a:extLst>
          </p:cNvPr>
          <p:cNvCxnSpPr/>
          <p:nvPr userDrawn="1"/>
        </p:nvCxnSpPr>
        <p:spPr>
          <a:xfrm>
            <a:off x="277813" y="4687560"/>
            <a:ext cx="8595360" cy="0"/>
          </a:xfrm>
          <a:prstGeom prst="line">
            <a:avLst/>
          </a:prstGeom>
          <a:noFill/>
          <a:ln w="3175" cap="flat">
            <a:solidFill>
              <a:schemeClr val="tx1"/>
            </a:solidFill>
            <a:prstDash val="solid"/>
            <a:miter lim="800000"/>
            <a:headEnd/>
            <a:tailEnd/>
          </a:ln>
          <a:extLst>
            <a:ext uri="{909E8E84-426E-40DD-AFC4-6F175D3DCCD1}">
              <a14:hiddenFill xmlns:a14="http://schemas.microsoft.com/office/drawing/2010/main">
                <a:noFill/>
              </a14:hiddenFill>
            </a:ext>
          </a:extLst>
        </p:spPr>
      </p:cxnSp>
      <p:sp>
        <p:nvSpPr>
          <p:cNvPr id="8" name="Freeform 77">
            <a:extLst>
              <a:ext uri="{FF2B5EF4-FFF2-40B4-BE49-F238E27FC236}">
                <a16:creationId xmlns:a16="http://schemas.microsoft.com/office/drawing/2014/main" id="{4ABB29B8-DCAF-7B40-9E52-219D904D83D6}"/>
              </a:ext>
            </a:extLst>
          </p:cNvPr>
          <p:cNvSpPr>
            <a:spLocks/>
          </p:cNvSpPr>
          <p:nvPr userDrawn="1"/>
        </p:nvSpPr>
        <p:spPr bwMode="auto">
          <a:xfrm>
            <a:off x="8393113" y="4800601"/>
            <a:ext cx="481012" cy="231074"/>
          </a:xfrm>
          <a:custGeom>
            <a:avLst/>
            <a:gdLst>
              <a:gd name="T0" fmla="*/ 350 w 350"/>
              <a:gd name="T1" fmla="*/ 52 h 168"/>
              <a:gd name="T2" fmla="*/ 270 w 350"/>
              <a:gd name="T3" fmla="*/ 130 h 168"/>
              <a:gd name="T4" fmla="*/ 240 w 350"/>
              <a:gd name="T5" fmla="*/ 100 h 168"/>
              <a:gd name="T6" fmla="*/ 205 w 350"/>
              <a:gd name="T7" fmla="*/ 91 h 168"/>
              <a:gd name="T8" fmla="*/ 201 w 350"/>
              <a:gd name="T9" fmla="*/ 86 h 168"/>
              <a:gd name="T10" fmla="*/ 200 w 350"/>
              <a:gd name="T11" fmla="*/ 82 h 168"/>
              <a:gd name="T12" fmla="*/ 203 w 350"/>
              <a:gd name="T13" fmla="*/ 73 h 168"/>
              <a:gd name="T14" fmla="*/ 203 w 350"/>
              <a:gd name="T15" fmla="*/ 73 h 168"/>
              <a:gd name="T16" fmla="*/ 205 w 350"/>
              <a:gd name="T17" fmla="*/ 72 h 168"/>
              <a:gd name="T18" fmla="*/ 234 w 350"/>
              <a:gd name="T19" fmla="*/ 71 h 168"/>
              <a:gd name="T20" fmla="*/ 266 w 350"/>
              <a:gd name="T21" fmla="*/ 85 h 168"/>
              <a:gd name="T22" fmla="*/ 222 w 350"/>
              <a:gd name="T23" fmla="*/ 48 h 168"/>
              <a:gd name="T24" fmla="*/ 179 w 350"/>
              <a:gd name="T25" fmla="*/ 73 h 168"/>
              <a:gd name="T26" fmla="*/ 178 w 350"/>
              <a:gd name="T27" fmla="*/ 76 h 168"/>
              <a:gd name="T28" fmla="*/ 122 w 350"/>
              <a:gd name="T29" fmla="*/ 60 h 168"/>
              <a:gd name="T30" fmla="*/ 178 w 350"/>
              <a:gd name="T31" fmla="*/ 41 h 168"/>
              <a:gd name="T32" fmla="*/ 153 w 350"/>
              <a:gd name="T33" fmla="*/ 0 h 168"/>
              <a:gd name="T34" fmla="*/ 97 w 350"/>
              <a:gd name="T35" fmla="*/ 2 h 168"/>
              <a:gd name="T36" fmla="*/ 72 w 350"/>
              <a:gd name="T37" fmla="*/ 73 h 168"/>
              <a:gd name="T38" fmla="*/ 25 w 350"/>
              <a:gd name="T39" fmla="*/ 73 h 168"/>
              <a:gd name="T40" fmla="*/ 0 w 350"/>
              <a:gd name="T41" fmla="*/ 2 h 168"/>
              <a:gd name="T42" fmla="*/ 48 w 350"/>
              <a:gd name="T43" fmla="*/ 119 h 168"/>
              <a:gd name="T44" fmla="*/ 97 w 350"/>
              <a:gd name="T45" fmla="*/ 64 h 168"/>
              <a:gd name="T46" fmla="*/ 187 w 350"/>
              <a:gd name="T47" fmla="*/ 107 h 168"/>
              <a:gd name="T48" fmla="*/ 214 w 350"/>
              <a:gd name="T49" fmla="*/ 117 h 168"/>
              <a:gd name="T50" fmla="*/ 242 w 350"/>
              <a:gd name="T51" fmla="*/ 125 h 168"/>
              <a:gd name="T52" fmla="*/ 237 w 350"/>
              <a:gd name="T53" fmla="*/ 147 h 168"/>
              <a:gd name="T54" fmla="*/ 203 w 350"/>
              <a:gd name="T55" fmla="*/ 141 h 168"/>
              <a:gd name="T56" fmla="*/ 176 w 350"/>
              <a:gd name="T57" fmla="*/ 130 h 168"/>
              <a:gd name="T58" fmla="*/ 224 w 350"/>
              <a:gd name="T59" fmla="*/ 168 h 168"/>
              <a:gd name="T60" fmla="*/ 270 w 350"/>
              <a:gd name="T61" fmla="*/ 134 h 168"/>
              <a:gd name="T62" fmla="*/ 295 w 350"/>
              <a:gd name="T63" fmla="*/ 166 h 168"/>
              <a:gd name="T64" fmla="*/ 343 w 350"/>
              <a:gd name="T65" fmla="*/ 119 h 168"/>
              <a:gd name="T66" fmla="*/ 295 w 350"/>
              <a:gd name="T67" fmla="*/ 99 h 168"/>
              <a:gd name="T68" fmla="*/ 350 w 350"/>
              <a:gd name="T69" fmla="*/ 73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50" h="168">
                <a:moveTo>
                  <a:pt x="350" y="73"/>
                </a:moveTo>
                <a:cubicBezTo>
                  <a:pt x="350" y="52"/>
                  <a:pt x="350" y="52"/>
                  <a:pt x="350" y="52"/>
                </a:cubicBezTo>
                <a:cubicBezTo>
                  <a:pt x="270" y="52"/>
                  <a:pt x="270" y="52"/>
                  <a:pt x="270" y="52"/>
                </a:cubicBezTo>
                <a:cubicBezTo>
                  <a:pt x="270" y="130"/>
                  <a:pt x="270" y="130"/>
                  <a:pt x="270" y="130"/>
                </a:cubicBezTo>
                <a:cubicBezTo>
                  <a:pt x="269" y="121"/>
                  <a:pt x="266" y="114"/>
                  <a:pt x="260" y="109"/>
                </a:cubicBezTo>
                <a:cubicBezTo>
                  <a:pt x="255" y="105"/>
                  <a:pt x="249" y="102"/>
                  <a:pt x="240" y="100"/>
                </a:cubicBezTo>
                <a:cubicBezTo>
                  <a:pt x="220" y="96"/>
                  <a:pt x="220" y="96"/>
                  <a:pt x="220" y="96"/>
                </a:cubicBezTo>
                <a:cubicBezTo>
                  <a:pt x="213" y="94"/>
                  <a:pt x="208" y="92"/>
                  <a:pt x="205" y="91"/>
                </a:cubicBezTo>
                <a:cubicBezTo>
                  <a:pt x="203" y="90"/>
                  <a:pt x="201" y="88"/>
                  <a:pt x="201" y="86"/>
                </a:cubicBezTo>
                <a:cubicBezTo>
                  <a:pt x="201" y="86"/>
                  <a:pt x="201" y="86"/>
                  <a:pt x="201" y="86"/>
                </a:cubicBezTo>
                <a:cubicBezTo>
                  <a:pt x="201" y="86"/>
                  <a:pt x="201" y="86"/>
                  <a:pt x="201" y="86"/>
                </a:cubicBezTo>
                <a:cubicBezTo>
                  <a:pt x="200" y="85"/>
                  <a:pt x="200" y="83"/>
                  <a:pt x="200" y="82"/>
                </a:cubicBezTo>
                <a:cubicBezTo>
                  <a:pt x="200" y="78"/>
                  <a:pt x="201" y="75"/>
                  <a:pt x="203" y="73"/>
                </a:cubicBezTo>
                <a:cubicBezTo>
                  <a:pt x="203" y="73"/>
                  <a:pt x="203" y="73"/>
                  <a:pt x="203" y="73"/>
                </a:cubicBezTo>
                <a:cubicBezTo>
                  <a:pt x="203" y="73"/>
                  <a:pt x="203" y="73"/>
                  <a:pt x="203" y="73"/>
                </a:cubicBezTo>
                <a:cubicBezTo>
                  <a:pt x="203" y="73"/>
                  <a:pt x="203" y="73"/>
                  <a:pt x="203" y="73"/>
                </a:cubicBezTo>
                <a:cubicBezTo>
                  <a:pt x="203" y="73"/>
                  <a:pt x="203" y="73"/>
                  <a:pt x="203" y="73"/>
                </a:cubicBezTo>
                <a:cubicBezTo>
                  <a:pt x="204" y="72"/>
                  <a:pt x="205" y="72"/>
                  <a:pt x="205" y="72"/>
                </a:cubicBezTo>
                <a:cubicBezTo>
                  <a:pt x="209" y="69"/>
                  <a:pt x="214" y="68"/>
                  <a:pt x="220" y="68"/>
                </a:cubicBezTo>
                <a:cubicBezTo>
                  <a:pt x="226" y="68"/>
                  <a:pt x="231" y="69"/>
                  <a:pt x="234" y="71"/>
                </a:cubicBezTo>
                <a:cubicBezTo>
                  <a:pt x="240" y="74"/>
                  <a:pt x="243" y="78"/>
                  <a:pt x="243" y="85"/>
                </a:cubicBezTo>
                <a:cubicBezTo>
                  <a:pt x="266" y="85"/>
                  <a:pt x="266" y="85"/>
                  <a:pt x="266" y="85"/>
                </a:cubicBezTo>
                <a:cubicBezTo>
                  <a:pt x="266" y="73"/>
                  <a:pt x="261" y="64"/>
                  <a:pt x="253" y="58"/>
                </a:cubicBezTo>
                <a:cubicBezTo>
                  <a:pt x="244" y="51"/>
                  <a:pt x="234" y="48"/>
                  <a:pt x="222" y="48"/>
                </a:cubicBezTo>
                <a:cubicBezTo>
                  <a:pt x="207" y="48"/>
                  <a:pt x="196" y="52"/>
                  <a:pt x="189" y="58"/>
                </a:cubicBezTo>
                <a:cubicBezTo>
                  <a:pt x="184" y="62"/>
                  <a:pt x="181" y="67"/>
                  <a:pt x="179" y="73"/>
                </a:cubicBezTo>
                <a:cubicBezTo>
                  <a:pt x="179" y="73"/>
                  <a:pt x="179" y="73"/>
                  <a:pt x="179" y="73"/>
                </a:cubicBezTo>
                <a:cubicBezTo>
                  <a:pt x="179" y="74"/>
                  <a:pt x="179" y="75"/>
                  <a:pt x="178" y="76"/>
                </a:cubicBezTo>
                <a:cubicBezTo>
                  <a:pt x="176" y="89"/>
                  <a:pt x="167" y="98"/>
                  <a:pt x="153" y="98"/>
                </a:cubicBezTo>
                <a:cubicBezTo>
                  <a:pt x="131" y="98"/>
                  <a:pt x="122" y="79"/>
                  <a:pt x="122" y="60"/>
                </a:cubicBezTo>
                <a:cubicBezTo>
                  <a:pt x="122" y="40"/>
                  <a:pt x="131" y="21"/>
                  <a:pt x="153" y="21"/>
                </a:cubicBezTo>
                <a:cubicBezTo>
                  <a:pt x="166" y="21"/>
                  <a:pt x="176" y="29"/>
                  <a:pt x="178" y="41"/>
                </a:cubicBezTo>
                <a:cubicBezTo>
                  <a:pt x="202" y="41"/>
                  <a:pt x="202" y="41"/>
                  <a:pt x="202" y="41"/>
                </a:cubicBezTo>
                <a:cubicBezTo>
                  <a:pt x="199" y="14"/>
                  <a:pt x="178" y="0"/>
                  <a:pt x="153" y="0"/>
                </a:cubicBezTo>
                <a:cubicBezTo>
                  <a:pt x="119" y="0"/>
                  <a:pt x="99" y="24"/>
                  <a:pt x="97" y="55"/>
                </a:cubicBezTo>
                <a:cubicBezTo>
                  <a:pt x="97" y="2"/>
                  <a:pt x="97" y="2"/>
                  <a:pt x="97" y="2"/>
                </a:cubicBezTo>
                <a:cubicBezTo>
                  <a:pt x="72" y="2"/>
                  <a:pt x="72" y="2"/>
                  <a:pt x="72" y="2"/>
                </a:cubicBezTo>
                <a:cubicBezTo>
                  <a:pt x="72" y="73"/>
                  <a:pt x="72" y="73"/>
                  <a:pt x="72" y="73"/>
                </a:cubicBezTo>
                <a:cubicBezTo>
                  <a:pt x="72" y="90"/>
                  <a:pt x="66" y="98"/>
                  <a:pt x="48" y="98"/>
                </a:cubicBezTo>
                <a:cubicBezTo>
                  <a:pt x="28" y="98"/>
                  <a:pt x="25" y="86"/>
                  <a:pt x="25" y="73"/>
                </a:cubicBezTo>
                <a:cubicBezTo>
                  <a:pt x="25" y="2"/>
                  <a:pt x="25" y="2"/>
                  <a:pt x="25" y="2"/>
                </a:cubicBezTo>
                <a:cubicBezTo>
                  <a:pt x="0" y="2"/>
                  <a:pt x="0" y="2"/>
                  <a:pt x="0" y="2"/>
                </a:cubicBezTo>
                <a:cubicBezTo>
                  <a:pt x="0" y="73"/>
                  <a:pt x="0" y="73"/>
                  <a:pt x="0" y="73"/>
                </a:cubicBezTo>
                <a:cubicBezTo>
                  <a:pt x="0" y="104"/>
                  <a:pt x="18" y="119"/>
                  <a:pt x="48" y="119"/>
                </a:cubicBezTo>
                <a:cubicBezTo>
                  <a:pt x="79" y="119"/>
                  <a:pt x="97" y="104"/>
                  <a:pt x="97" y="73"/>
                </a:cubicBezTo>
                <a:cubicBezTo>
                  <a:pt x="97" y="64"/>
                  <a:pt x="97" y="64"/>
                  <a:pt x="97" y="64"/>
                </a:cubicBezTo>
                <a:cubicBezTo>
                  <a:pt x="99" y="95"/>
                  <a:pt x="119" y="119"/>
                  <a:pt x="153" y="119"/>
                </a:cubicBezTo>
                <a:cubicBezTo>
                  <a:pt x="167" y="119"/>
                  <a:pt x="179" y="115"/>
                  <a:pt x="187" y="107"/>
                </a:cubicBezTo>
                <a:cubicBezTo>
                  <a:pt x="188" y="107"/>
                  <a:pt x="189" y="108"/>
                  <a:pt x="189" y="108"/>
                </a:cubicBezTo>
                <a:cubicBezTo>
                  <a:pt x="194" y="111"/>
                  <a:pt x="202" y="114"/>
                  <a:pt x="214" y="117"/>
                </a:cubicBezTo>
                <a:cubicBezTo>
                  <a:pt x="226" y="119"/>
                  <a:pt x="226" y="119"/>
                  <a:pt x="226" y="119"/>
                </a:cubicBezTo>
                <a:cubicBezTo>
                  <a:pt x="234" y="121"/>
                  <a:pt x="239" y="123"/>
                  <a:pt x="242" y="125"/>
                </a:cubicBezTo>
                <a:cubicBezTo>
                  <a:pt x="245" y="127"/>
                  <a:pt x="247" y="130"/>
                  <a:pt x="247" y="133"/>
                </a:cubicBezTo>
                <a:cubicBezTo>
                  <a:pt x="247" y="140"/>
                  <a:pt x="244" y="144"/>
                  <a:pt x="237" y="147"/>
                </a:cubicBezTo>
                <a:cubicBezTo>
                  <a:pt x="233" y="148"/>
                  <a:pt x="229" y="148"/>
                  <a:pt x="223" y="148"/>
                </a:cubicBezTo>
                <a:cubicBezTo>
                  <a:pt x="213" y="148"/>
                  <a:pt x="207" y="146"/>
                  <a:pt x="203" y="141"/>
                </a:cubicBezTo>
                <a:cubicBezTo>
                  <a:pt x="201" y="139"/>
                  <a:pt x="199" y="135"/>
                  <a:pt x="198" y="130"/>
                </a:cubicBezTo>
                <a:cubicBezTo>
                  <a:pt x="176" y="130"/>
                  <a:pt x="176" y="130"/>
                  <a:pt x="176" y="130"/>
                </a:cubicBezTo>
                <a:cubicBezTo>
                  <a:pt x="176" y="142"/>
                  <a:pt x="180" y="151"/>
                  <a:pt x="189" y="158"/>
                </a:cubicBezTo>
                <a:cubicBezTo>
                  <a:pt x="197" y="164"/>
                  <a:pt x="209" y="168"/>
                  <a:pt x="224" y="168"/>
                </a:cubicBezTo>
                <a:cubicBezTo>
                  <a:pt x="239" y="168"/>
                  <a:pt x="250" y="164"/>
                  <a:pt x="258" y="158"/>
                </a:cubicBezTo>
                <a:cubicBezTo>
                  <a:pt x="265" y="151"/>
                  <a:pt x="269" y="143"/>
                  <a:pt x="270" y="134"/>
                </a:cubicBezTo>
                <a:cubicBezTo>
                  <a:pt x="270" y="166"/>
                  <a:pt x="270" y="166"/>
                  <a:pt x="270" y="166"/>
                </a:cubicBezTo>
                <a:cubicBezTo>
                  <a:pt x="295" y="166"/>
                  <a:pt x="295" y="166"/>
                  <a:pt x="295" y="166"/>
                </a:cubicBezTo>
                <a:cubicBezTo>
                  <a:pt x="295" y="119"/>
                  <a:pt x="295" y="119"/>
                  <a:pt x="295" y="119"/>
                </a:cubicBezTo>
                <a:cubicBezTo>
                  <a:pt x="343" y="119"/>
                  <a:pt x="343" y="119"/>
                  <a:pt x="343" y="119"/>
                </a:cubicBezTo>
                <a:cubicBezTo>
                  <a:pt x="343" y="99"/>
                  <a:pt x="343" y="99"/>
                  <a:pt x="343" y="99"/>
                </a:cubicBezTo>
                <a:cubicBezTo>
                  <a:pt x="295" y="99"/>
                  <a:pt x="295" y="99"/>
                  <a:pt x="295" y="99"/>
                </a:cubicBezTo>
                <a:cubicBezTo>
                  <a:pt x="295" y="73"/>
                  <a:pt x="295" y="73"/>
                  <a:pt x="295" y="73"/>
                </a:cubicBezTo>
                <a:lnTo>
                  <a:pt x="350" y="73"/>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1800" b="0" i="0" dirty="0">
              <a:latin typeface="Arial" panose="020B0604020202020204" pitchFamily="34" charset="0"/>
              <a:ea typeface="Helvetica Neue" panose="02000503000000020004" pitchFamily="2" charset="0"/>
              <a:cs typeface="Arial" panose="020B0604020202020204" pitchFamily="34" charset="0"/>
            </a:endParaRPr>
          </a:p>
        </p:txBody>
      </p:sp>
    </p:spTree>
  </p:cSld>
  <p:clrMapOvr>
    <a:masterClrMapping/>
  </p:clrMapOvr>
  <p:transition>
    <p:fade/>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Section Header – Teal">
    <p:spTree>
      <p:nvGrpSpPr>
        <p:cNvPr id="1" name=""/>
        <p:cNvGrpSpPr/>
        <p:nvPr/>
      </p:nvGrpSpPr>
      <p:grpSpPr>
        <a:xfrm>
          <a:off x="0" y="0"/>
          <a:ext cx="0" cy="0"/>
          <a:chOff x="0" y="0"/>
          <a:chExt cx="0" cy="0"/>
        </a:xfrm>
      </p:grpSpPr>
      <p:pic>
        <p:nvPicPr>
          <p:cNvPr id="11" name="Graphic 10">
            <a:extLst>
              <a:ext uri="{FF2B5EF4-FFF2-40B4-BE49-F238E27FC236}">
                <a16:creationId xmlns:a16="http://schemas.microsoft.com/office/drawing/2014/main" id="{452C1D42-AAA3-B04E-A034-F13587860331}"/>
              </a:ext>
            </a:extLst>
          </p:cNvPr>
          <p:cNvPicPr>
            <a:picLocks noChangeAspect="1"/>
          </p:cNvPicPr>
          <p:nvPr userDrawn="1"/>
        </p:nvPicPr>
        <p:blipFill rotWithShape="1">
          <a:blip cstate="screen">
            <a:alphaModFix/>
            <a:extLst>
              <a:ext uri="{28A0092B-C50C-407E-A947-70E740481C1C}">
                <a14:useLocalDpi xmlns:a14="http://schemas.microsoft.com/office/drawing/2010/main"/>
              </a:ext>
              <a:ext uri="{96DAC541-7B7A-43D3-8B79-37D633B846F1}">
                <asvg:svgBlip xmlns:asvg="http://schemas.microsoft.com/office/drawing/2016/SVG/main" r:embed="rId2"/>
              </a:ext>
            </a:extLst>
          </a:blip>
          <a:srcRect l="-11183" t="13403" r="10781" b="31145"/>
          <a:stretch/>
        </p:blipFill>
        <p:spPr>
          <a:xfrm>
            <a:off x="-317500" y="-245162"/>
            <a:ext cx="9461500" cy="5143502"/>
          </a:xfrm>
          <a:prstGeom prst="rect">
            <a:avLst/>
          </a:prstGeom>
        </p:spPr>
      </p:pic>
      <p:sp>
        <p:nvSpPr>
          <p:cNvPr id="6" name="Rectangle 5"/>
          <p:cNvSpPr/>
          <p:nvPr userDrawn="1"/>
        </p:nvSpPr>
        <p:spPr bwMode="auto">
          <a:xfrm>
            <a:off x="2" y="1772719"/>
            <a:ext cx="7051729" cy="1411357"/>
          </a:xfrm>
          <a:prstGeom prst="rect">
            <a:avLst/>
          </a:prstGeom>
          <a:solidFill>
            <a:srgbClr val="18A3AC"/>
          </a:solidFill>
          <a:ln w="19050" algn="ctr">
            <a:noFill/>
            <a:miter lim="800000"/>
            <a:headEnd/>
            <a:tailEnd/>
          </a:ln>
        </p:spPr>
        <p:txBody>
          <a:bodyPr wrap="none" rtlCol="0" anchor="ctr"/>
          <a:lstStyle/>
          <a:p>
            <a:pPr algn="ctr">
              <a:lnSpc>
                <a:spcPct val="90000"/>
              </a:lnSpc>
            </a:pPr>
            <a:endParaRPr lang="en-US" sz="1600" b="0" i="0" dirty="0" err="1">
              <a:solidFill>
                <a:schemeClr val="bg1"/>
              </a:solidFill>
              <a:latin typeface="Arial" panose="020B0604020202020204" pitchFamily="34" charset="0"/>
            </a:endParaRPr>
          </a:p>
        </p:txBody>
      </p:sp>
      <p:sp>
        <p:nvSpPr>
          <p:cNvPr id="4" name="Footer Placeholder 3"/>
          <p:cNvSpPr>
            <a:spLocks noGrp="1"/>
          </p:cNvSpPr>
          <p:nvPr>
            <p:ph type="ftr" sz="quarter" idx="11"/>
          </p:nvPr>
        </p:nvSpPr>
        <p:spPr/>
        <p:txBody>
          <a:bodyPr/>
          <a:lstStyle>
            <a:lvl1pPr>
              <a:defRPr b="0" i="0"/>
            </a:lvl1pPr>
          </a:lstStyle>
          <a:p>
            <a:r>
              <a:rPr lang="en-US"/>
              <a:t>Presentation Title</a:t>
            </a:r>
            <a:endParaRPr lang="en-US" dirty="0"/>
          </a:p>
        </p:txBody>
      </p:sp>
      <p:sp>
        <p:nvSpPr>
          <p:cNvPr id="5" name="Slide Number Placeholder 4"/>
          <p:cNvSpPr>
            <a:spLocks noGrp="1"/>
          </p:cNvSpPr>
          <p:nvPr>
            <p:ph type="sldNum" sz="quarter" idx="12"/>
          </p:nvPr>
        </p:nvSpPr>
        <p:spPr/>
        <p:txBody>
          <a:bodyPr/>
          <a:lstStyle>
            <a:lvl1pPr>
              <a:defRPr b="0" i="0"/>
            </a:lvl1pPr>
          </a:lstStyle>
          <a:p>
            <a:fld id="{7BCC8D0D-EAEC-449D-9161-023DFF90F2E2}" type="slidenum">
              <a:rPr lang="en-US" smtClean="0"/>
              <a:pPr/>
              <a:t>‹#›</a:t>
            </a:fld>
            <a:endParaRPr lang="en-US" dirty="0"/>
          </a:p>
        </p:txBody>
      </p:sp>
      <p:cxnSp>
        <p:nvCxnSpPr>
          <p:cNvPr id="9" name="Straight Connector 8">
            <a:extLst>
              <a:ext uri="{FF2B5EF4-FFF2-40B4-BE49-F238E27FC236}">
                <a16:creationId xmlns:a16="http://schemas.microsoft.com/office/drawing/2014/main" id="{E01C639F-F884-C946-B140-A9518C6FB9A8}"/>
              </a:ext>
            </a:extLst>
          </p:cNvPr>
          <p:cNvCxnSpPr/>
          <p:nvPr userDrawn="1"/>
        </p:nvCxnSpPr>
        <p:spPr>
          <a:xfrm>
            <a:off x="277813" y="4687560"/>
            <a:ext cx="8595360" cy="0"/>
          </a:xfrm>
          <a:prstGeom prst="line">
            <a:avLst/>
          </a:prstGeom>
          <a:noFill/>
          <a:ln w="3175" cap="flat">
            <a:solidFill>
              <a:schemeClr val="tx1"/>
            </a:solidFill>
            <a:prstDash val="solid"/>
            <a:miter lim="800000"/>
            <a:headEnd/>
            <a:tailEnd/>
          </a:ln>
          <a:extLst>
            <a:ext uri="{909E8E84-426E-40DD-AFC4-6F175D3DCCD1}">
              <a14:hiddenFill xmlns:a14="http://schemas.microsoft.com/office/drawing/2010/main">
                <a:noFill/>
              </a14:hiddenFill>
            </a:ext>
          </a:extLst>
        </p:spPr>
      </p:cxnSp>
      <p:sp>
        <p:nvSpPr>
          <p:cNvPr id="10" name="Freeform 77">
            <a:extLst>
              <a:ext uri="{FF2B5EF4-FFF2-40B4-BE49-F238E27FC236}">
                <a16:creationId xmlns:a16="http://schemas.microsoft.com/office/drawing/2014/main" id="{08B3EA4E-B6EE-2549-8EB7-C25BC2142E7C}"/>
              </a:ext>
            </a:extLst>
          </p:cNvPr>
          <p:cNvSpPr>
            <a:spLocks/>
          </p:cNvSpPr>
          <p:nvPr userDrawn="1"/>
        </p:nvSpPr>
        <p:spPr bwMode="auto">
          <a:xfrm>
            <a:off x="8393113" y="4800601"/>
            <a:ext cx="481012" cy="231074"/>
          </a:xfrm>
          <a:custGeom>
            <a:avLst/>
            <a:gdLst>
              <a:gd name="T0" fmla="*/ 350 w 350"/>
              <a:gd name="T1" fmla="*/ 52 h 168"/>
              <a:gd name="T2" fmla="*/ 270 w 350"/>
              <a:gd name="T3" fmla="*/ 130 h 168"/>
              <a:gd name="T4" fmla="*/ 240 w 350"/>
              <a:gd name="T5" fmla="*/ 100 h 168"/>
              <a:gd name="T6" fmla="*/ 205 w 350"/>
              <a:gd name="T7" fmla="*/ 91 h 168"/>
              <a:gd name="T8" fmla="*/ 201 w 350"/>
              <a:gd name="T9" fmla="*/ 86 h 168"/>
              <a:gd name="T10" fmla="*/ 200 w 350"/>
              <a:gd name="T11" fmla="*/ 82 h 168"/>
              <a:gd name="T12" fmla="*/ 203 w 350"/>
              <a:gd name="T13" fmla="*/ 73 h 168"/>
              <a:gd name="T14" fmla="*/ 203 w 350"/>
              <a:gd name="T15" fmla="*/ 73 h 168"/>
              <a:gd name="T16" fmla="*/ 205 w 350"/>
              <a:gd name="T17" fmla="*/ 72 h 168"/>
              <a:gd name="T18" fmla="*/ 234 w 350"/>
              <a:gd name="T19" fmla="*/ 71 h 168"/>
              <a:gd name="T20" fmla="*/ 266 w 350"/>
              <a:gd name="T21" fmla="*/ 85 h 168"/>
              <a:gd name="T22" fmla="*/ 222 w 350"/>
              <a:gd name="T23" fmla="*/ 48 h 168"/>
              <a:gd name="T24" fmla="*/ 179 w 350"/>
              <a:gd name="T25" fmla="*/ 73 h 168"/>
              <a:gd name="T26" fmla="*/ 178 w 350"/>
              <a:gd name="T27" fmla="*/ 76 h 168"/>
              <a:gd name="T28" fmla="*/ 122 w 350"/>
              <a:gd name="T29" fmla="*/ 60 h 168"/>
              <a:gd name="T30" fmla="*/ 178 w 350"/>
              <a:gd name="T31" fmla="*/ 41 h 168"/>
              <a:gd name="T32" fmla="*/ 153 w 350"/>
              <a:gd name="T33" fmla="*/ 0 h 168"/>
              <a:gd name="T34" fmla="*/ 97 w 350"/>
              <a:gd name="T35" fmla="*/ 2 h 168"/>
              <a:gd name="T36" fmla="*/ 72 w 350"/>
              <a:gd name="T37" fmla="*/ 73 h 168"/>
              <a:gd name="T38" fmla="*/ 25 w 350"/>
              <a:gd name="T39" fmla="*/ 73 h 168"/>
              <a:gd name="T40" fmla="*/ 0 w 350"/>
              <a:gd name="T41" fmla="*/ 2 h 168"/>
              <a:gd name="T42" fmla="*/ 48 w 350"/>
              <a:gd name="T43" fmla="*/ 119 h 168"/>
              <a:gd name="T44" fmla="*/ 97 w 350"/>
              <a:gd name="T45" fmla="*/ 64 h 168"/>
              <a:gd name="T46" fmla="*/ 187 w 350"/>
              <a:gd name="T47" fmla="*/ 107 h 168"/>
              <a:gd name="T48" fmla="*/ 214 w 350"/>
              <a:gd name="T49" fmla="*/ 117 h 168"/>
              <a:gd name="T50" fmla="*/ 242 w 350"/>
              <a:gd name="T51" fmla="*/ 125 h 168"/>
              <a:gd name="T52" fmla="*/ 237 w 350"/>
              <a:gd name="T53" fmla="*/ 147 h 168"/>
              <a:gd name="T54" fmla="*/ 203 w 350"/>
              <a:gd name="T55" fmla="*/ 141 h 168"/>
              <a:gd name="T56" fmla="*/ 176 w 350"/>
              <a:gd name="T57" fmla="*/ 130 h 168"/>
              <a:gd name="T58" fmla="*/ 224 w 350"/>
              <a:gd name="T59" fmla="*/ 168 h 168"/>
              <a:gd name="T60" fmla="*/ 270 w 350"/>
              <a:gd name="T61" fmla="*/ 134 h 168"/>
              <a:gd name="T62" fmla="*/ 295 w 350"/>
              <a:gd name="T63" fmla="*/ 166 h 168"/>
              <a:gd name="T64" fmla="*/ 343 w 350"/>
              <a:gd name="T65" fmla="*/ 119 h 168"/>
              <a:gd name="T66" fmla="*/ 295 w 350"/>
              <a:gd name="T67" fmla="*/ 99 h 168"/>
              <a:gd name="T68" fmla="*/ 350 w 350"/>
              <a:gd name="T69" fmla="*/ 73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50" h="168">
                <a:moveTo>
                  <a:pt x="350" y="73"/>
                </a:moveTo>
                <a:cubicBezTo>
                  <a:pt x="350" y="52"/>
                  <a:pt x="350" y="52"/>
                  <a:pt x="350" y="52"/>
                </a:cubicBezTo>
                <a:cubicBezTo>
                  <a:pt x="270" y="52"/>
                  <a:pt x="270" y="52"/>
                  <a:pt x="270" y="52"/>
                </a:cubicBezTo>
                <a:cubicBezTo>
                  <a:pt x="270" y="130"/>
                  <a:pt x="270" y="130"/>
                  <a:pt x="270" y="130"/>
                </a:cubicBezTo>
                <a:cubicBezTo>
                  <a:pt x="269" y="121"/>
                  <a:pt x="266" y="114"/>
                  <a:pt x="260" y="109"/>
                </a:cubicBezTo>
                <a:cubicBezTo>
                  <a:pt x="255" y="105"/>
                  <a:pt x="249" y="102"/>
                  <a:pt x="240" y="100"/>
                </a:cubicBezTo>
                <a:cubicBezTo>
                  <a:pt x="220" y="96"/>
                  <a:pt x="220" y="96"/>
                  <a:pt x="220" y="96"/>
                </a:cubicBezTo>
                <a:cubicBezTo>
                  <a:pt x="213" y="94"/>
                  <a:pt x="208" y="92"/>
                  <a:pt x="205" y="91"/>
                </a:cubicBezTo>
                <a:cubicBezTo>
                  <a:pt x="203" y="90"/>
                  <a:pt x="201" y="88"/>
                  <a:pt x="201" y="86"/>
                </a:cubicBezTo>
                <a:cubicBezTo>
                  <a:pt x="201" y="86"/>
                  <a:pt x="201" y="86"/>
                  <a:pt x="201" y="86"/>
                </a:cubicBezTo>
                <a:cubicBezTo>
                  <a:pt x="201" y="86"/>
                  <a:pt x="201" y="86"/>
                  <a:pt x="201" y="86"/>
                </a:cubicBezTo>
                <a:cubicBezTo>
                  <a:pt x="200" y="85"/>
                  <a:pt x="200" y="83"/>
                  <a:pt x="200" y="82"/>
                </a:cubicBezTo>
                <a:cubicBezTo>
                  <a:pt x="200" y="78"/>
                  <a:pt x="201" y="75"/>
                  <a:pt x="203" y="73"/>
                </a:cubicBezTo>
                <a:cubicBezTo>
                  <a:pt x="203" y="73"/>
                  <a:pt x="203" y="73"/>
                  <a:pt x="203" y="73"/>
                </a:cubicBezTo>
                <a:cubicBezTo>
                  <a:pt x="203" y="73"/>
                  <a:pt x="203" y="73"/>
                  <a:pt x="203" y="73"/>
                </a:cubicBezTo>
                <a:cubicBezTo>
                  <a:pt x="203" y="73"/>
                  <a:pt x="203" y="73"/>
                  <a:pt x="203" y="73"/>
                </a:cubicBezTo>
                <a:cubicBezTo>
                  <a:pt x="203" y="73"/>
                  <a:pt x="203" y="73"/>
                  <a:pt x="203" y="73"/>
                </a:cubicBezTo>
                <a:cubicBezTo>
                  <a:pt x="204" y="72"/>
                  <a:pt x="205" y="72"/>
                  <a:pt x="205" y="72"/>
                </a:cubicBezTo>
                <a:cubicBezTo>
                  <a:pt x="209" y="69"/>
                  <a:pt x="214" y="68"/>
                  <a:pt x="220" y="68"/>
                </a:cubicBezTo>
                <a:cubicBezTo>
                  <a:pt x="226" y="68"/>
                  <a:pt x="231" y="69"/>
                  <a:pt x="234" y="71"/>
                </a:cubicBezTo>
                <a:cubicBezTo>
                  <a:pt x="240" y="74"/>
                  <a:pt x="243" y="78"/>
                  <a:pt x="243" y="85"/>
                </a:cubicBezTo>
                <a:cubicBezTo>
                  <a:pt x="266" y="85"/>
                  <a:pt x="266" y="85"/>
                  <a:pt x="266" y="85"/>
                </a:cubicBezTo>
                <a:cubicBezTo>
                  <a:pt x="266" y="73"/>
                  <a:pt x="261" y="64"/>
                  <a:pt x="253" y="58"/>
                </a:cubicBezTo>
                <a:cubicBezTo>
                  <a:pt x="244" y="51"/>
                  <a:pt x="234" y="48"/>
                  <a:pt x="222" y="48"/>
                </a:cubicBezTo>
                <a:cubicBezTo>
                  <a:pt x="207" y="48"/>
                  <a:pt x="196" y="52"/>
                  <a:pt x="189" y="58"/>
                </a:cubicBezTo>
                <a:cubicBezTo>
                  <a:pt x="184" y="62"/>
                  <a:pt x="181" y="67"/>
                  <a:pt x="179" y="73"/>
                </a:cubicBezTo>
                <a:cubicBezTo>
                  <a:pt x="179" y="73"/>
                  <a:pt x="179" y="73"/>
                  <a:pt x="179" y="73"/>
                </a:cubicBezTo>
                <a:cubicBezTo>
                  <a:pt x="179" y="74"/>
                  <a:pt x="179" y="75"/>
                  <a:pt x="178" y="76"/>
                </a:cubicBezTo>
                <a:cubicBezTo>
                  <a:pt x="176" y="89"/>
                  <a:pt x="167" y="98"/>
                  <a:pt x="153" y="98"/>
                </a:cubicBezTo>
                <a:cubicBezTo>
                  <a:pt x="131" y="98"/>
                  <a:pt x="122" y="79"/>
                  <a:pt x="122" y="60"/>
                </a:cubicBezTo>
                <a:cubicBezTo>
                  <a:pt x="122" y="40"/>
                  <a:pt x="131" y="21"/>
                  <a:pt x="153" y="21"/>
                </a:cubicBezTo>
                <a:cubicBezTo>
                  <a:pt x="166" y="21"/>
                  <a:pt x="176" y="29"/>
                  <a:pt x="178" y="41"/>
                </a:cubicBezTo>
                <a:cubicBezTo>
                  <a:pt x="202" y="41"/>
                  <a:pt x="202" y="41"/>
                  <a:pt x="202" y="41"/>
                </a:cubicBezTo>
                <a:cubicBezTo>
                  <a:pt x="199" y="14"/>
                  <a:pt x="178" y="0"/>
                  <a:pt x="153" y="0"/>
                </a:cubicBezTo>
                <a:cubicBezTo>
                  <a:pt x="119" y="0"/>
                  <a:pt x="99" y="24"/>
                  <a:pt x="97" y="55"/>
                </a:cubicBezTo>
                <a:cubicBezTo>
                  <a:pt x="97" y="2"/>
                  <a:pt x="97" y="2"/>
                  <a:pt x="97" y="2"/>
                </a:cubicBezTo>
                <a:cubicBezTo>
                  <a:pt x="72" y="2"/>
                  <a:pt x="72" y="2"/>
                  <a:pt x="72" y="2"/>
                </a:cubicBezTo>
                <a:cubicBezTo>
                  <a:pt x="72" y="73"/>
                  <a:pt x="72" y="73"/>
                  <a:pt x="72" y="73"/>
                </a:cubicBezTo>
                <a:cubicBezTo>
                  <a:pt x="72" y="90"/>
                  <a:pt x="66" y="98"/>
                  <a:pt x="48" y="98"/>
                </a:cubicBezTo>
                <a:cubicBezTo>
                  <a:pt x="28" y="98"/>
                  <a:pt x="25" y="86"/>
                  <a:pt x="25" y="73"/>
                </a:cubicBezTo>
                <a:cubicBezTo>
                  <a:pt x="25" y="2"/>
                  <a:pt x="25" y="2"/>
                  <a:pt x="25" y="2"/>
                </a:cubicBezTo>
                <a:cubicBezTo>
                  <a:pt x="0" y="2"/>
                  <a:pt x="0" y="2"/>
                  <a:pt x="0" y="2"/>
                </a:cubicBezTo>
                <a:cubicBezTo>
                  <a:pt x="0" y="73"/>
                  <a:pt x="0" y="73"/>
                  <a:pt x="0" y="73"/>
                </a:cubicBezTo>
                <a:cubicBezTo>
                  <a:pt x="0" y="104"/>
                  <a:pt x="18" y="119"/>
                  <a:pt x="48" y="119"/>
                </a:cubicBezTo>
                <a:cubicBezTo>
                  <a:pt x="79" y="119"/>
                  <a:pt x="97" y="104"/>
                  <a:pt x="97" y="73"/>
                </a:cubicBezTo>
                <a:cubicBezTo>
                  <a:pt x="97" y="64"/>
                  <a:pt x="97" y="64"/>
                  <a:pt x="97" y="64"/>
                </a:cubicBezTo>
                <a:cubicBezTo>
                  <a:pt x="99" y="95"/>
                  <a:pt x="119" y="119"/>
                  <a:pt x="153" y="119"/>
                </a:cubicBezTo>
                <a:cubicBezTo>
                  <a:pt x="167" y="119"/>
                  <a:pt x="179" y="115"/>
                  <a:pt x="187" y="107"/>
                </a:cubicBezTo>
                <a:cubicBezTo>
                  <a:pt x="188" y="107"/>
                  <a:pt x="189" y="108"/>
                  <a:pt x="189" y="108"/>
                </a:cubicBezTo>
                <a:cubicBezTo>
                  <a:pt x="194" y="111"/>
                  <a:pt x="202" y="114"/>
                  <a:pt x="214" y="117"/>
                </a:cubicBezTo>
                <a:cubicBezTo>
                  <a:pt x="226" y="119"/>
                  <a:pt x="226" y="119"/>
                  <a:pt x="226" y="119"/>
                </a:cubicBezTo>
                <a:cubicBezTo>
                  <a:pt x="234" y="121"/>
                  <a:pt x="239" y="123"/>
                  <a:pt x="242" y="125"/>
                </a:cubicBezTo>
                <a:cubicBezTo>
                  <a:pt x="245" y="127"/>
                  <a:pt x="247" y="130"/>
                  <a:pt x="247" y="133"/>
                </a:cubicBezTo>
                <a:cubicBezTo>
                  <a:pt x="247" y="140"/>
                  <a:pt x="244" y="144"/>
                  <a:pt x="237" y="147"/>
                </a:cubicBezTo>
                <a:cubicBezTo>
                  <a:pt x="233" y="148"/>
                  <a:pt x="229" y="148"/>
                  <a:pt x="223" y="148"/>
                </a:cubicBezTo>
                <a:cubicBezTo>
                  <a:pt x="213" y="148"/>
                  <a:pt x="207" y="146"/>
                  <a:pt x="203" y="141"/>
                </a:cubicBezTo>
                <a:cubicBezTo>
                  <a:pt x="201" y="139"/>
                  <a:pt x="199" y="135"/>
                  <a:pt x="198" y="130"/>
                </a:cubicBezTo>
                <a:cubicBezTo>
                  <a:pt x="176" y="130"/>
                  <a:pt x="176" y="130"/>
                  <a:pt x="176" y="130"/>
                </a:cubicBezTo>
                <a:cubicBezTo>
                  <a:pt x="176" y="142"/>
                  <a:pt x="180" y="151"/>
                  <a:pt x="189" y="158"/>
                </a:cubicBezTo>
                <a:cubicBezTo>
                  <a:pt x="197" y="164"/>
                  <a:pt x="209" y="168"/>
                  <a:pt x="224" y="168"/>
                </a:cubicBezTo>
                <a:cubicBezTo>
                  <a:pt x="239" y="168"/>
                  <a:pt x="250" y="164"/>
                  <a:pt x="258" y="158"/>
                </a:cubicBezTo>
                <a:cubicBezTo>
                  <a:pt x="265" y="151"/>
                  <a:pt x="269" y="143"/>
                  <a:pt x="270" y="134"/>
                </a:cubicBezTo>
                <a:cubicBezTo>
                  <a:pt x="270" y="166"/>
                  <a:pt x="270" y="166"/>
                  <a:pt x="270" y="166"/>
                </a:cubicBezTo>
                <a:cubicBezTo>
                  <a:pt x="295" y="166"/>
                  <a:pt x="295" y="166"/>
                  <a:pt x="295" y="166"/>
                </a:cubicBezTo>
                <a:cubicBezTo>
                  <a:pt x="295" y="119"/>
                  <a:pt x="295" y="119"/>
                  <a:pt x="295" y="119"/>
                </a:cubicBezTo>
                <a:cubicBezTo>
                  <a:pt x="343" y="119"/>
                  <a:pt x="343" y="119"/>
                  <a:pt x="343" y="119"/>
                </a:cubicBezTo>
                <a:cubicBezTo>
                  <a:pt x="343" y="99"/>
                  <a:pt x="343" y="99"/>
                  <a:pt x="343" y="99"/>
                </a:cubicBezTo>
                <a:cubicBezTo>
                  <a:pt x="295" y="99"/>
                  <a:pt x="295" y="99"/>
                  <a:pt x="295" y="99"/>
                </a:cubicBezTo>
                <a:cubicBezTo>
                  <a:pt x="295" y="73"/>
                  <a:pt x="295" y="73"/>
                  <a:pt x="295" y="73"/>
                </a:cubicBezTo>
                <a:lnTo>
                  <a:pt x="350" y="73"/>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1800" b="0" i="0" dirty="0">
              <a:latin typeface="Arial" panose="020B0604020202020204" pitchFamily="34" charset="0"/>
              <a:ea typeface="Helvetica Neue" panose="02000503000000020004" pitchFamily="2" charset="0"/>
              <a:cs typeface="Arial" panose="020B0604020202020204" pitchFamily="34" charset="0"/>
            </a:endParaRPr>
          </a:p>
        </p:txBody>
      </p:sp>
      <p:sp>
        <p:nvSpPr>
          <p:cNvPr id="12" name="Title 15">
            <a:extLst>
              <a:ext uri="{FF2B5EF4-FFF2-40B4-BE49-F238E27FC236}">
                <a16:creationId xmlns:a16="http://schemas.microsoft.com/office/drawing/2014/main" id="{013E3FCC-D96C-D344-BBA3-51BB23D2A0F4}"/>
              </a:ext>
            </a:extLst>
          </p:cNvPr>
          <p:cNvSpPr>
            <a:spLocks noGrp="1"/>
          </p:cNvSpPr>
          <p:nvPr>
            <p:ph type="title" hasCustomPrompt="1"/>
          </p:nvPr>
        </p:nvSpPr>
        <p:spPr>
          <a:xfrm>
            <a:off x="453585" y="1919440"/>
            <a:ext cx="6435412" cy="1107896"/>
          </a:xfrm>
          <a:prstGeom prst="rect">
            <a:avLst/>
          </a:prstGeom>
        </p:spPr>
        <p:txBody>
          <a:bodyPr anchor="ctr">
            <a:noAutofit/>
          </a:bodyPr>
          <a:lstStyle>
            <a:lvl1pPr>
              <a:defRPr sz="3600" b="0" i="0" baseline="0">
                <a:solidFill>
                  <a:schemeClr val="bg1"/>
                </a:solidFill>
                <a:latin typeface="Garamond" panose="02020404030301010803" pitchFamily="18" charset="0"/>
                <a:ea typeface="Helvetica Neue" panose="02000503000000020004" pitchFamily="2" charset="0"/>
                <a:cs typeface="Arial" panose="020B0604020202020204" pitchFamily="34" charset="0"/>
              </a:defRPr>
            </a:lvl1pPr>
          </a:lstStyle>
          <a:p>
            <a:r>
              <a:rPr lang="en-US" dirty="0"/>
              <a:t>Section Header Here</a:t>
            </a:r>
          </a:p>
        </p:txBody>
      </p:sp>
    </p:spTree>
  </p:cSld>
  <p:clrMapOvr>
    <a:masterClrMapping/>
  </p:clrMapOvr>
  <p:transition>
    <p:fade/>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Section Header – Green">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9788447-026C-8740-AB11-4D9C4007C669}"/>
              </a:ext>
            </a:extLst>
          </p:cNvPr>
          <p:cNvPicPr>
            <a:picLocks noChangeAspect="1"/>
          </p:cNvPicPr>
          <p:nvPr userDrawn="1"/>
        </p:nvPicPr>
        <p:blipFill rotWithShape="1">
          <a:blip r:embed="rId2" cstate="screen">
            <a:alphaModFix amt="40000"/>
            <a:extLst>
              <a:ext uri="{28A0092B-C50C-407E-A947-70E740481C1C}">
                <a14:useLocalDpi xmlns:a14="http://schemas.microsoft.com/office/drawing/2010/main"/>
              </a:ext>
            </a:extLst>
          </a:blip>
          <a:srcRect l="14414"/>
          <a:stretch/>
        </p:blipFill>
        <p:spPr>
          <a:xfrm>
            <a:off x="0" y="401119"/>
            <a:ext cx="9144000" cy="1774069"/>
          </a:xfrm>
          <a:prstGeom prst="rect">
            <a:avLst/>
          </a:prstGeom>
        </p:spPr>
      </p:pic>
      <p:sp>
        <p:nvSpPr>
          <p:cNvPr id="6" name="Rectangle 5"/>
          <p:cNvSpPr/>
          <p:nvPr userDrawn="1"/>
        </p:nvSpPr>
        <p:spPr bwMode="auto">
          <a:xfrm>
            <a:off x="2" y="1772719"/>
            <a:ext cx="7051729" cy="1411357"/>
          </a:xfrm>
          <a:prstGeom prst="rect">
            <a:avLst/>
          </a:prstGeom>
          <a:solidFill>
            <a:schemeClr val="accent3"/>
          </a:solidFill>
          <a:ln w="19050" algn="ctr">
            <a:noFill/>
            <a:miter lim="800000"/>
            <a:headEnd/>
            <a:tailEnd/>
          </a:ln>
        </p:spPr>
        <p:txBody>
          <a:bodyPr wrap="none" rtlCol="0" anchor="ctr"/>
          <a:lstStyle/>
          <a:p>
            <a:pPr algn="ctr">
              <a:lnSpc>
                <a:spcPct val="90000"/>
              </a:lnSpc>
            </a:pPr>
            <a:endParaRPr lang="en-US" sz="1600" b="0" i="0" dirty="0" err="1">
              <a:solidFill>
                <a:schemeClr val="bg1"/>
              </a:solidFill>
              <a:latin typeface="Arial" panose="020B0604020202020204" pitchFamily="34" charset="0"/>
            </a:endParaRPr>
          </a:p>
        </p:txBody>
      </p:sp>
      <p:sp>
        <p:nvSpPr>
          <p:cNvPr id="4" name="Footer Placeholder 3"/>
          <p:cNvSpPr>
            <a:spLocks noGrp="1"/>
          </p:cNvSpPr>
          <p:nvPr>
            <p:ph type="ftr" sz="quarter" idx="11"/>
          </p:nvPr>
        </p:nvSpPr>
        <p:spPr/>
        <p:txBody>
          <a:bodyPr/>
          <a:lstStyle>
            <a:lvl1pPr>
              <a:defRPr b="0" i="0"/>
            </a:lvl1pPr>
          </a:lstStyle>
          <a:p>
            <a:r>
              <a:rPr lang="en-US"/>
              <a:t>Presentation Title</a:t>
            </a:r>
            <a:endParaRPr lang="en-US" dirty="0"/>
          </a:p>
        </p:txBody>
      </p:sp>
      <p:sp>
        <p:nvSpPr>
          <p:cNvPr id="5" name="Slide Number Placeholder 4"/>
          <p:cNvSpPr>
            <a:spLocks noGrp="1"/>
          </p:cNvSpPr>
          <p:nvPr>
            <p:ph type="sldNum" sz="quarter" idx="12"/>
          </p:nvPr>
        </p:nvSpPr>
        <p:spPr/>
        <p:txBody>
          <a:bodyPr/>
          <a:lstStyle>
            <a:lvl1pPr>
              <a:defRPr b="0" i="0"/>
            </a:lvl1pPr>
          </a:lstStyle>
          <a:p>
            <a:fld id="{7BCC8D0D-EAEC-449D-9161-023DFF90F2E2}" type="slidenum">
              <a:rPr lang="en-US" smtClean="0"/>
              <a:pPr/>
              <a:t>‹#›</a:t>
            </a:fld>
            <a:endParaRPr lang="en-US" dirty="0"/>
          </a:p>
        </p:txBody>
      </p:sp>
      <p:cxnSp>
        <p:nvCxnSpPr>
          <p:cNvPr id="9" name="Straight Connector 8">
            <a:extLst>
              <a:ext uri="{FF2B5EF4-FFF2-40B4-BE49-F238E27FC236}">
                <a16:creationId xmlns:a16="http://schemas.microsoft.com/office/drawing/2014/main" id="{7AB58095-3588-1A4E-B981-253E9F1A1AEC}"/>
              </a:ext>
            </a:extLst>
          </p:cNvPr>
          <p:cNvCxnSpPr/>
          <p:nvPr userDrawn="1"/>
        </p:nvCxnSpPr>
        <p:spPr>
          <a:xfrm>
            <a:off x="277813" y="4687560"/>
            <a:ext cx="8595360" cy="0"/>
          </a:xfrm>
          <a:prstGeom prst="line">
            <a:avLst/>
          </a:prstGeom>
          <a:noFill/>
          <a:ln w="3175" cap="flat">
            <a:solidFill>
              <a:schemeClr val="tx1"/>
            </a:solidFill>
            <a:prstDash val="solid"/>
            <a:miter lim="800000"/>
            <a:headEnd/>
            <a:tailEnd/>
          </a:ln>
          <a:extLst>
            <a:ext uri="{909E8E84-426E-40DD-AFC4-6F175D3DCCD1}">
              <a14:hiddenFill xmlns:a14="http://schemas.microsoft.com/office/drawing/2010/main">
                <a:noFill/>
              </a14:hiddenFill>
            </a:ext>
          </a:extLst>
        </p:spPr>
      </p:cxnSp>
      <p:sp>
        <p:nvSpPr>
          <p:cNvPr id="10" name="Freeform 77">
            <a:extLst>
              <a:ext uri="{FF2B5EF4-FFF2-40B4-BE49-F238E27FC236}">
                <a16:creationId xmlns:a16="http://schemas.microsoft.com/office/drawing/2014/main" id="{81C2D974-A2EE-E349-AD5D-00B5C62A8CB7}"/>
              </a:ext>
            </a:extLst>
          </p:cNvPr>
          <p:cNvSpPr>
            <a:spLocks/>
          </p:cNvSpPr>
          <p:nvPr userDrawn="1"/>
        </p:nvSpPr>
        <p:spPr bwMode="auto">
          <a:xfrm>
            <a:off x="8393113" y="4800601"/>
            <a:ext cx="481012" cy="231074"/>
          </a:xfrm>
          <a:custGeom>
            <a:avLst/>
            <a:gdLst>
              <a:gd name="T0" fmla="*/ 350 w 350"/>
              <a:gd name="T1" fmla="*/ 52 h 168"/>
              <a:gd name="T2" fmla="*/ 270 w 350"/>
              <a:gd name="T3" fmla="*/ 130 h 168"/>
              <a:gd name="T4" fmla="*/ 240 w 350"/>
              <a:gd name="T5" fmla="*/ 100 h 168"/>
              <a:gd name="T6" fmla="*/ 205 w 350"/>
              <a:gd name="T7" fmla="*/ 91 h 168"/>
              <a:gd name="T8" fmla="*/ 201 w 350"/>
              <a:gd name="T9" fmla="*/ 86 h 168"/>
              <a:gd name="T10" fmla="*/ 200 w 350"/>
              <a:gd name="T11" fmla="*/ 82 h 168"/>
              <a:gd name="T12" fmla="*/ 203 w 350"/>
              <a:gd name="T13" fmla="*/ 73 h 168"/>
              <a:gd name="T14" fmla="*/ 203 w 350"/>
              <a:gd name="T15" fmla="*/ 73 h 168"/>
              <a:gd name="T16" fmla="*/ 205 w 350"/>
              <a:gd name="T17" fmla="*/ 72 h 168"/>
              <a:gd name="T18" fmla="*/ 234 w 350"/>
              <a:gd name="T19" fmla="*/ 71 h 168"/>
              <a:gd name="T20" fmla="*/ 266 w 350"/>
              <a:gd name="T21" fmla="*/ 85 h 168"/>
              <a:gd name="T22" fmla="*/ 222 w 350"/>
              <a:gd name="T23" fmla="*/ 48 h 168"/>
              <a:gd name="T24" fmla="*/ 179 w 350"/>
              <a:gd name="T25" fmla="*/ 73 h 168"/>
              <a:gd name="T26" fmla="*/ 178 w 350"/>
              <a:gd name="T27" fmla="*/ 76 h 168"/>
              <a:gd name="T28" fmla="*/ 122 w 350"/>
              <a:gd name="T29" fmla="*/ 60 h 168"/>
              <a:gd name="T30" fmla="*/ 178 w 350"/>
              <a:gd name="T31" fmla="*/ 41 h 168"/>
              <a:gd name="T32" fmla="*/ 153 w 350"/>
              <a:gd name="T33" fmla="*/ 0 h 168"/>
              <a:gd name="T34" fmla="*/ 97 w 350"/>
              <a:gd name="T35" fmla="*/ 2 h 168"/>
              <a:gd name="T36" fmla="*/ 72 w 350"/>
              <a:gd name="T37" fmla="*/ 73 h 168"/>
              <a:gd name="T38" fmla="*/ 25 w 350"/>
              <a:gd name="T39" fmla="*/ 73 h 168"/>
              <a:gd name="T40" fmla="*/ 0 w 350"/>
              <a:gd name="T41" fmla="*/ 2 h 168"/>
              <a:gd name="T42" fmla="*/ 48 w 350"/>
              <a:gd name="T43" fmla="*/ 119 h 168"/>
              <a:gd name="T44" fmla="*/ 97 w 350"/>
              <a:gd name="T45" fmla="*/ 64 h 168"/>
              <a:gd name="T46" fmla="*/ 187 w 350"/>
              <a:gd name="T47" fmla="*/ 107 h 168"/>
              <a:gd name="T48" fmla="*/ 214 w 350"/>
              <a:gd name="T49" fmla="*/ 117 h 168"/>
              <a:gd name="T50" fmla="*/ 242 w 350"/>
              <a:gd name="T51" fmla="*/ 125 h 168"/>
              <a:gd name="T52" fmla="*/ 237 w 350"/>
              <a:gd name="T53" fmla="*/ 147 h 168"/>
              <a:gd name="T54" fmla="*/ 203 w 350"/>
              <a:gd name="T55" fmla="*/ 141 h 168"/>
              <a:gd name="T56" fmla="*/ 176 w 350"/>
              <a:gd name="T57" fmla="*/ 130 h 168"/>
              <a:gd name="T58" fmla="*/ 224 w 350"/>
              <a:gd name="T59" fmla="*/ 168 h 168"/>
              <a:gd name="T60" fmla="*/ 270 w 350"/>
              <a:gd name="T61" fmla="*/ 134 h 168"/>
              <a:gd name="T62" fmla="*/ 295 w 350"/>
              <a:gd name="T63" fmla="*/ 166 h 168"/>
              <a:gd name="T64" fmla="*/ 343 w 350"/>
              <a:gd name="T65" fmla="*/ 119 h 168"/>
              <a:gd name="T66" fmla="*/ 295 w 350"/>
              <a:gd name="T67" fmla="*/ 99 h 168"/>
              <a:gd name="T68" fmla="*/ 350 w 350"/>
              <a:gd name="T69" fmla="*/ 73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50" h="168">
                <a:moveTo>
                  <a:pt x="350" y="73"/>
                </a:moveTo>
                <a:cubicBezTo>
                  <a:pt x="350" y="52"/>
                  <a:pt x="350" y="52"/>
                  <a:pt x="350" y="52"/>
                </a:cubicBezTo>
                <a:cubicBezTo>
                  <a:pt x="270" y="52"/>
                  <a:pt x="270" y="52"/>
                  <a:pt x="270" y="52"/>
                </a:cubicBezTo>
                <a:cubicBezTo>
                  <a:pt x="270" y="130"/>
                  <a:pt x="270" y="130"/>
                  <a:pt x="270" y="130"/>
                </a:cubicBezTo>
                <a:cubicBezTo>
                  <a:pt x="269" y="121"/>
                  <a:pt x="266" y="114"/>
                  <a:pt x="260" y="109"/>
                </a:cubicBezTo>
                <a:cubicBezTo>
                  <a:pt x="255" y="105"/>
                  <a:pt x="249" y="102"/>
                  <a:pt x="240" y="100"/>
                </a:cubicBezTo>
                <a:cubicBezTo>
                  <a:pt x="220" y="96"/>
                  <a:pt x="220" y="96"/>
                  <a:pt x="220" y="96"/>
                </a:cubicBezTo>
                <a:cubicBezTo>
                  <a:pt x="213" y="94"/>
                  <a:pt x="208" y="92"/>
                  <a:pt x="205" y="91"/>
                </a:cubicBezTo>
                <a:cubicBezTo>
                  <a:pt x="203" y="90"/>
                  <a:pt x="201" y="88"/>
                  <a:pt x="201" y="86"/>
                </a:cubicBezTo>
                <a:cubicBezTo>
                  <a:pt x="201" y="86"/>
                  <a:pt x="201" y="86"/>
                  <a:pt x="201" y="86"/>
                </a:cubicBezTo>
                <a:cubicBezTo>
                  <a:pt x="201" y="86"/>
                  <a:pt x="201" y="86"/>
                  <a:pt x="201" y="86"/>
                </a:cubicBezTo>
                <a:cubicBezTo>
                  <a:pt x="200" y="85"/>
                  <a:pt x="200" y="83"/>
                  <a:pt x="200" y="82"/>
                </a:cubicBezTo>
                <a:cubicBezTo>
                  <a:pt x="200" y="78"/>
                  <a:pt x="201" y="75"/>
                  <a:pt x="203" y="73"/>
                </a:cubicBezTo>
                <a:cubicBezTo>
                  <a:pt x="203" y="73"/>
                  <a:pt x="203" y="73"/>
                  <a:pt x="203" y="73"/>
                </a:cubicBezTo>
                <a:cubicBezTo>
                  <a:pt x="203" y="73"/>
                  <a:pt x="203" y="73"/>
                  <a:pt x="203" y="73"/>
                </a:cubicBezTo>
                <a:cubicBezTo>
                  <a:pt x="203" y="73"/>
                  <a:pt x="203" y="73"/>
                  <a:pt x="203" y="73"/>
                </a:cubicBezTo>
                <a:cubicBezTo>
                  <a:pt x="203" y="73"/>
                  <a:pt x="203" y="73"/>
                  <a:pt x="203" y="73"/>
                </a:cubicBezTo>
                <a:cubicBezTo>
                  <a:pt x="204" y="72"/>
                  <a:pt x="205" y="72"/>
                  <a:pt x="205" y="72"/>
                </a:cubicBezTo>
                <a:cubicBezTo>
                  <a:pt x="209" y="69"/>
                  <a:pt x="214" y="68"/>
                  <a:pt x="220" y="68"/>
                </a:cubicBezTo>
                <a:cubicBezTo>
                  <a:pt x="226" y="68"/>
                  <a:pt x="231" y="69"/>
                  <a:pt x="234" y="71"/>
                </a:cubicBezTo>
                <a:cubicBezTo>
                  <a:pt x="240" y="74"/>
                  <a:pt x="243" y="78"/>
                  <a:pt x="243" y="85"/>
                </a:cubicBezTo>
                <a:cubicBezTo>
                  <a:pt x="266" y="85"/>
                  <a:pt x="266" y="85"/>
                  <a:pt x="266" y="85"/>
                </a:cubicBezTo>
                <a:cubicBezTo>
                  <a:pt x="266" y="73"/>
                  <a:pt x="261" y="64"/>
                  <a:pt x="253" y="58"/>
                </a:cubicBezTo>
                <a:cubicBezTo>
                  <a:pt x="244" y="51"/>
                  <a:pt x="234" y="48"/>
                  <a:pt x="222" y="48"/>
                </a:cubicBezTo>
                <a:cubicBezTo>
                  <a:pt x="207" y="48"/>
                  <a:pt x="196" y="52"/>
                  <a:pt x="189" y="58"/>
                </a:cubicBezTo>
                <a:cubicBezTo>
                  <a:pt x="184" y="62"/>
                  <a:pt x="181" y="67"/>
                  <a:pt x="179" y="73"/>
                </a:cubicBezTo>
                <a:cubicBezTo>
                  <a:pt x="179" y="73"/>
                  <a:pt x="179" y="73"/>
                  <a:pt x="179" y="73"/>
                </a:cubicBezTo>
                <a:cubicBezTo>
                  <a:pt x="179" y="74"/>
                  <a:pt x="179" y="75"/>
                  <a:pt x="178" y="76"/>
                </a:cubicBezTo>
                <a:cubicBezTo>
                  <a:pt x="176" y="89"/>
                  <a:pt x="167" y="98"/>
                  <a:pt x="153" y="98"/>
                </a:cubicBezTo>
                <a:cubicBezTo>
                  <a:pt x="131" y="98"/>
                  <a:pt x="122" y="79"/>
                  <a:pt x="122" y="60"/>
                </a:cubicBezTo>
                <a:cubicBezTo>
                  <a:pt x="122" y="40"/>
                  <a:pt x="131" y="21"/>
                  <a:pt x="153" y="21"/>
                </a:cubicBezTo>
                <a:cubicBezTo>
                  <a:pt x="166" y="21"/>
                  <a:pt x="176" y="29"/>
                  <a:pt x="178" y="41"/>
                </a:cubicBezTo>
                <a:cubicBezTo>
                  <a:pt x="202" y="41"/>
                  <a:pt x="202" y="41"/>
                  <a:pt x="202" y="41"/>
                </a:cubicBezTo>
                <a:cubicBezTo>
                  <a:pt x="199" y="14"/>
                  <a:pt x="178" y="0"/>
                  <a:pt x="153" y="0"/>
                </a:cubicBezTo>
                <a:cubicBezTo>
                  <a:pt x="119" y="0"/>
                  <a:pt x="99" y="24"/>
                  <a:pt x="97" y="55"/>
                </a:cubicBezTo>
                <a:cubicBezTo>
                  <a:pt x="97" y="2"/>
                  <a:pt x="97" y="2"/>
                  <a:pt x="97" y="2"/>
                </a:cubicBezTo>
                <a:cubicBezTo>
                  <a:pt x="72" y="2"/>
                  <a:pt x="72" y="2"/>
                  <a:pt x="72" y="2"/>
                </a:cubicBezTo>
                <a:cubicBezTo>
                  <a:pt x="72" y="73"/>
                  <a:pt x="72" y="73"/>
                  <a:pt x="72" y="73"/>
                </a:cubicBezTo>
                <a:cubicBezTo>
                  <a:pt x="72" y="90"/>
                  <a:pt x="66" y="98"/>
                  <a:pt x="48" y="98"/>
                </a:cubicBezTo>
                <a:cubicBezTo>
                  <a:pt x="28" y="98"/>
                  <a:pt x="25" y="86"/>
                  <a:pt x="25" y="73"/>
                </a:cubicBezTo>
                <a:cubicBezTo>
                  <a:pt x="25" y="2"/>
                  <a:pt x="25" y="2"/>
                  <a:pt x="25" y="2"/>
                </a:cubicBezTo>
                <a:cubicBezTo>
                  <a:pt x="0" y="2"/>
                  <a:pt x="0" y="2"/>
                  <a:pt x="0" y="2"/>
                </a:cubicBezTo>
                <a:cubicBezTo>
                  <a:pt x="0" y="73"/>
                  <a:pt x="0" y="73"/>
                  <a:pt x="0" y="73"/>
                </a:cubicBezTo>
                <a:cubicBezTo>
                  <a:pt x="0" y="104"/>
                  <a:pt x="18" y="119"/>
                  <a:pt x="48" y="119"/>
                </a:cubicBezTo>
                <a:cubicBezTo>
                  <a:pt x="79" y="119"/>
                  <a:pt x="97" y="104"/>
                  <a:pt x="97" y="73"/>
                </a:cubicBezTo>
                <a:cubicBezTo>
                  <a:pt x="97" y="64"/>
                  <a:pt x="97" y="64"/>
                  <a:pt x="97" y="64"/>
                </a:cubicBezTo>
                <a:cubicBezTo>
                  <a:pt x="99" y="95"/>
                  <a:pt x="119" y="119"/>
                  <a:pt x="153" y="119"/>
                </a:cubicBezTo>
                <a:cubicBezTo>
                  <a:pt x="167" y="119"/>
                  <a:pt x="179" y="115"/>
                  <a:pt x="187" y="107"/>
                </a:cubicBezTo>
                <a:cubicBezTo>
                  <a:pt x="188" y="107"/>
                  <a:pt x="189" y="108"/>
                  <a:pt x="189" y="108"/>
                </a:cubicBezTo>
                <a:cubicBezTo>
                  <a:pt x="194" y="111"/>
                  <a:pt x="202" y="114"/>
                  <a:pt x="214" y="117"/>
                </a:cubicBezTo>
                <a:cubicBezTo>
                  <a:pt x="226" y="119"/>
                  <a:pt x="226" y="119"/>
                  <a:pt x="226" y="119"/>
                </a:cubicBezTo>
                <a:cubicBezTo>
                  <a:pt x="234" y="121"/>
                  <a:pt x="239" y="123"/>
                  <a:pt x="242" y="125"/>
                </a:cubicBezTo>
                <a:cubicBezTo>
                  <a:pt x="245" y="127"/>
                  <a:pt x="247" y="130"/>
                  <a:pt x="247" y="133"/>
                </a:cubicBezTo>
                <a:cubicBezTo>
                  <a:pt x="247" y="140"/>
                  <a:pt x="244" y="144"/>
                  <a:pt x="237" y="147"/>
                </a:cubicBezTo>
                <a:cubicBezTo>
                  <a:pt x="233" y="148"/>
                  <a:pt x="229" y="148"/>
                  <a:pt x="223" y="148"/>
                </a:cubicBezTo>
                <a:cubicBezTo>
                  <a:pt x="213" y="148"/>
                  <a:pt x="207" y="146"/>
                  <a:pt x="203" y="141"/>
                </a:cubicBezTo>
                <a:cubicBezTo>
                  <a:pt x="201" y="139"/>
                  <a:pt x="199" y="135"/>
                  <a:pt x="198" y="130"/>
                </a:cubicBezTo>
                <a:cubicBezTo>
                  <a:pt x="176" y="130"/>
                  <a:pt x="176" y="130"/>
                  <a:pt x="176" y="130"/>
                </a:cubicBezTo>
                <a:cubicBezTo>
                  <a:pt x="176" y="142"/>
                  <a:pt x="180" y="151"/>
                  <a:pt x="189" y="158"/>
                </a:cubicBezTo>
                <a:cubicBezTo>
                  <a:pt x="197" y="164"/>
                  <a:pt x="209" y="168"/>
                  <a:pt x="224" y="168"/>
                </a:cubicBezTo>
                <a:cubicBezTo>
                  <a:pt x="239" y="168"/>
                  <a:pt x="250" y="164"/>
                  <a:pt x="258" y="158"/>
                </a:cubicBezTo>
                <a:cubicBezTo>
                  <a:pt x="265" y="151"/>
                  <a:pt x="269" y="143"/>
                  <a:pt x="270" y="134"/>
                </a:cubicBezTo>
                <a:cubicBezTo>
                  <a:pt x="270" y="166"/>
                  <a:pt x="270" y="166"/>
                  <a:pt x="270" y="166"/>
                </a:cubicBezTo>
                <a:cubicBezTo>
                  <a:pt x="295" y="166"/>
                  <a:pt x="295" y="166"/>
                  <a:pt x="295" y="166"/>
                </a:cubicBezTo>
                <a:cubicBezTo>
                  <a:pt x="295" y="119"/>
                  <a:pt x="295" y="119"/>
                  <a:pt x="295" y="119"/>
                </a:cubicBezTo>
                <a:cubicBezTo>
                  <a:pt x="343" y="119"/>
                  <a:pt x="343" y="119"/>
                  <a:pt x="343" y="119"/>
                </a:cubicBezTo>
                <a:cubicBezTo>
                  <a:pt x="343" y="99"/>
                  <a:pt x="343" y="99"/>
                  <a:pt x="343" y="99"/>
                </a:cubicBezTo>
                <a:cubicBezTo>
                  <a:pt x="295" y="99"/>
                  <a:pt x="295" y="99"/>
                  <a:pt x="295" y="99"/>
                </a:cubicBezTo>
                <a:cubicBezTo>
                  <a:pt x="295" y="73"/>
                  <a:pt x="295" y="73"/>
                  <a:pt x="295" y="73"/>
                </a:cubicBezTo>
                <a:lnTo>
                  <a:pt x="350" y="73"/>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1800" b="0" i="0" dirty="0">
              <a:latin typeface="Arial" panose="020B0604020202020204" pitchFamily="34" charset="0"/>
              <a:ea typeface="Helvetica Neue" panose="02000503000000020004" pitchFamily="2" charset="0"/>
              <a:cs typeface="Arial" panose="020B0604020202020204" pitchFamily="34" charset="0"/>
            </a:endParaRPr>
          </a:p>
        </p:txBody>
      </p:sp>
      <p:sp>
        <p:nvSpPr>
          <p:cNvPr id="11" name="Title 15">
            <a:extLst>
              <a:ext uri="{FF2B5EF4-FFF2-40B4-BE49-F238E27FC236}">
                <a16:creationId xmlns:a16="http://schemas.microsoft.com/office/drawing/2014/main" id="{18DED201-C78F-0E4A-B63C-520004DA73BE}"/>
              </a:ext>
            </a:extLst>
          </p:cNvPr>
          <p:cNvSpPr>
            <a:spLocks noGrp="1"/>
          </p:cNvSpPr>
          <p:nvPr>
            <p:ph type="title" hasCustomPrompt="1"/>
          </p:nvPr>
        </p:nvSpPr>
        <p:spPr>
          <a:xfrm>
            <a:off x="453585" y="1919440"/>
            <a:ext cx="6435412" cy="1107896"/>
          </a:xfrm>
          <a:prstGeom prst="rect">
            <a:avLst/>
          </a:prstGeom>
        </p:spPr>
        <p:txBody>
          <a:bodyPr anchor="ctr">
            <a:noAutofit/>
          </a:bodyPr>
          <a:lstStyle>
            <a:lvl1pPr>
              <a:defRPr sz="3600" b="0" i="0" baseline="0">
                <a:solidFill>
                  <a:schemeClr val="bg1"/>
                </a:solidFill>
                <a:latin typeface="Garamond" panose="02020404030301010803" pitchFamily="18" charset="0"/>
                <a:ea typeface="Helvetica Neue" panose="02000503000000020004" pitchFamily="2" charset="0"/>
                <a:cs typeface="Arial" panose="020B0604020202020204" pitchFamily="34" charset="0"/>
              </a:defRPr>
            </a:lvl1pPr>
          </a:lstStyle>
          <a:p>
            <a:r>
              <a:rPr lang="en-US" dirty="0"/>
              <a:t>Section Header Here</a:t>
            </a:r>
          </a:p>
        </p:txBody>
      </p:sp>
    </p:spTree>
  </p:cSld>
  <p:clrMapOvr>
    <a:masterClrMapping/>
  </p:clrMapOvr>
  <p:transition>
    <p:fade/>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p:cSld name="Blank">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44333905"/>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p:cSld name="Closing with logo_1">
    <p:bg>
      <p:bgRef idx="1001">
        <a:schemeClr val="bg2"/>
      </p:bgRef>
    </p:bg>
    <p:spTree>
      <p:nvGrpSpPr>
        <p:cNvPr id="1" name=""/>
        <p:cNvGrpSpPr/>
        <p:nvPr/>
      </p:nvGrpSpPr>
      <p:grpSpPr>
        <a:xfrm>
          <a:off x="0" y="0"/>
          <a:ext cx="0" cy="0"/>
          <a:chOff x="0" y="0"/>
          <a:chExt cx="0" cy="0"/>
        </a:xfrm>
      </p:grpSpPr>
      <p:pic>
        <p:nvPicPr>
          <p:cNvPr id="4" name="Picture 41"/>
          <p:cNvPicPr>
            <a:picLocks noChangeAspect="1" noChangeArrowheads="1"/>
          </p:cNvPicPr>
          <p:nvPr userDrawn="1"/>
        </p:nvPicPr>
        <p:blipFill>
          <a:blip r:embed="rId2" cstate="screen">
            <a:extLst>
              <a:ext uri="{28A0092B-C50C-407E-A947-70E740481C1C}">
                <a14:useLocalDpi xmlns:a14="http://schemas.microsoft.com/office/drawing/2010/main"/>
              </a:ext>
            </a:extLst>
          </a:blip>
          <a:srcRect/>
          <a:stretch/>
        </p:blipFill>
        <p:spPr bwMode="invGray">
          <a:xfrm>
            <a:off x="3865186" y="2036429"/>
            <a:ext cx="1571041" cy="10182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2428265"/>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p:cSld name="Closing with logo_2">
    <p:bg>
      <p:bgRef idx="1001">
        <a:schemeClr val="bg1"/>
      </p:bgRef>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3879400" y="1884801"/>
            <a:ext cx="1373900" cy="1373900"/>
          </a:xfrm>
          <a:prstGeom prst="rect">
            <a:avLst/>
          </a:prstGeom>
        </p:spPr>
      </p:pic>
    </p:spTree>
    <p:extLst>
      <p:ext uri="{BB962C8B-B14F-4D97-AF65-F5344CB8AC3E}">
        <p14:creationId xmlns:p14="http://schemas.microsoft.com/office/powerpoint/2010/main" val="1367638422"/>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p:cSld name="Closing – Research">
    <p:bg>
      <p:bgRef idx="1001">
        <a:schemeClr val="bg1"/>
      </p:bgRef>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C66F05B-DFA4-6F48-B676-F50E7C038154}"/>
              </a:ext>
            </a:extLst>
          </p:cNvPr>
          <p:cNvSpPr/>
          <p:nvPr userDrawn="1"/>
        </p:nvSpPr>
        <p:spPr bwMode="auto">
          <a:xfrm>
            <a:off x="6149581" y="1645920"/>
            <a:ext cx="2994421" cy="3497580"/>
          </a:xfrm>
          <a:prstGeom prst="rect">
            <a:avLst/>
          </a:prstGeom>
          <a:solidFill>
            <a:schemeClr val="tx1"/>
          </a:solidFill>
          <a:ln w="19050" algn="ctr">
            <a:noFill/>
            <a:miter lim="800000"/>
            <a:headEnd/>
            <a:tailEnd/>
          </a:ln>
        </p:spPr>
        <p:txBody>
          <a:bodyPr wrap="none" rtlCol="0" anchor="ctr"/>
          <a:lstStyle/>
          <a:p>
            <a:pPr algn="ctr">
              <a:lnSpc>
                <a:spcPct val="90000"/>
              </a:lnSpc>
            </a:pPr>
            <a:endParaRPr lang="en-US" sz="1600" b="1" dirty="0" err="1">
              <a:solidFill>
                <a:schemeClr val="bg1"/>
              </a:solidFill>
              <a:latin typeface="+mj-lt"/>
            </a:endParaRPr>
          </a:p>
        </p:txBody>
      </p:sp>
      <p:sp>
        <p:nvSpPr>
          <p:cNvPr id="7" name="Rectangle 6">
            <a:extLst>
              <a:ext uri="{FF2B5EF4-FFF2-40B4-BE49-F238E27FC236}">
                <a16:creationId xmlns:a16="http://schemas.microsoft.com/office/drawing/2014/main" id="{94494DF8-84C9-4641-9876-C01FAA2F1677}"/>
              </a:ext>
            </a:extLst>
          </p:cNvPr>
          <p:cNvSpPr/>
          <p:nvPr userDrawn="1"/>
        </p:nvSpPr>
        <p:spPr bwMode="auto">
          <a:xfrm>
            <a:off x="2" y="0"/>
            <a:ext cx="6149579" cy="1645920"/>
          </a:xfrm>
          <a:prstGeom prst="rect">
            <a:avLst/>
          </a:prstGeom>
          <a:solidFill>
            <a:schemeClr val="bg1">
              <a:lumMod val="95000"/>
            </a:schemeClr>
          </a:solidFill>
          <a:ln w="19050" algn="ctr">
            <a:noFill/>
            <a:miter lim="800000"/>
            <a:headEnd/>
            <a:tailEnd/>
          </a:ln>
        </p:spPr>
        <p:txBody>
          <a:bodyPr wrap="none" rtlCol="0" anchor="ctr"/>
          <a:lstStyle/>
          <a:p>
            <a:pPr algn="ctr">
              <a:lnSpc>
                <a:spcPct val="90000"/>
              </a:lnSpc>
            </a:pPr>
            <a:endParaRPr lang="en-US" sz="1600" b="1" dirty="0" err="1">
              <a:solidFill>
                <a:schemeClr val="bg1"/>
              </a:solidFill>
              <a:latin typeface="+mj-lt"/>
            </a:endParaRPr>
          </a:p>
        </p:txBody>
      </p:sp>
      <p:pic>
        <p:nvPicPr>
          <p:cNvPr id="13" name="Picture 12">
            <a:extLst>
              <a:ext uri="{FF2B5EF4-FFF2-40B4-BE49-F238E27FC236}">
                <a16:creationId xmlns:a16="http://schemas.microsoft.com/office/drawing/2014/main" id="{EB73C1E6-BC68-894B-BFA0-E9C181FA15C5}"/>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6149580" y="1"/>
            <a:ext cx="2994420" cy="2015504"/>
          </a:xfrm>
          <a:prstGeom prst="rect">
            <a:avLst/>
          </a:prstGeom>
        </p:spPr>
      </p:pic>
      <p:pic>
        <p:nvPicPr>
          <p:cNvPr id="14" name="Picture 13">
            <a:extLst>
              <a:ext uri="{FF2B5EF4-FFF2-40B4-BE49-F238E27FC236}">
                <a16:creationId xmlns:a16="http://schemas.microsoft.com/office/drawing/2014/main" id="{4AD4098B-43D5-4B4E-A524-530B7E386F9F}"/>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0" y="1388949"/>
            <a:ext cx="6149580" cy="3754552"/>
          </a:xfrm>
          <a:prstGeom prst="rect">
            <a:avLst/>
          </a:prstGeom>
        </p:spPr>
      </p:pic>
      <p:pic>
        <p:nvPicPr>
          <p:cNvPr id="2" name="Picture 1">
            <a:extLst>
              <a:ext uri="{FF2B5EF4-FFF2-40B4-BE49-F238E27FC236}">
                <a16:creationId xmlns:a16="http://schemas.microsoft.com/office/drawing/2014/main" id="{9A1E061F-A72A-5142-8A32-D6BACF33C6DA}"/>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2" y="144895"/>
            <a:ext cx="6149579" cy="1021134"/>
          </a:xfrm>
          <a:prstGeom prst="rect">
            <a:avLst/>
          </a:prstGeom>
        </p:spPr>
      </p:pic>
      <p:pic>
        <p:nvPicPr>
          <p:cNvPr id="8" name="Picture 7">
            <a:extLst>
              <a:ext uri="{FF2B5EF4-FFF2-40B4-BE49-F238E27FC236}">
                <a16:creationId xmlns:a16="http://schemas.microsoft.com/office/drawing/2014/main" id="{B6B44D79-B0F4-1A43-9BD5-09FD9E662AC0}"/>
              </a:ext>
            </a:extLst>
          </p:cNvPr>
          <p:cNvPicPr>
            <a:picLocks noChangeAspect="1"/>
          </p:cNvPicPr>
          <p:nvPr userDrawn="1"/>
        </p:nvPicPr>
        <p:blipFill>
          <a:blip r:embed="rId5" cstate="screen">
            <a:extLst>
              <a:ext uri="{28A0092B-C50C-407E-A947-70E740481C1C}">
                <a14:useLocalDpi xmlns:a14="http://schemas.microsoft.com/office/drawing/2010/main"/>
              </a:ext>
            </a:extLst>
          </a:blip>
          <a:srcRect/>
          <a:stretch/>
        </p:blipFill>
        <p:spPr>
          <a:xfrm>
            <a:off x="6149578" y="2015505"/>
            <a:ext cx="1615438" cy="1615438"/>
          </a:xfrm>
          <a:prstGeom prst="rect">
            <a:avLst/>
          </a:prstGeom>
        </p:spPr>
      </p:pic>
    </p:spTree>
  </p:cSld>
  <p:clrMapOvr>
    <a:overrideClrMapping bg1="lt1" tx1="dk1" bg2="lt2" tx2="dk2" accent1="accent1" accent2="accent2" accent3="accent3" accent4="accent4" accent5="accent5" accent6="accent6" hlink="hlink" folHlink="folHlink"/>
  </p:clrMapOvr>
  <p:transition>
    <p:fade/>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p:cSld name="Closing – Mt. Zion">
    <p:bg>
      <p:bgRef idx="1001">
        <a:schemeClr val="bg1"/>
      </p:bgRef>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C66F05B-DFA4-6F48-B676-F50E7C038154}"/>
              </a:ext>
            </a:extLst>
          </p:cNvPr>
          <p:cNvSpPr/>
          <p:nvPr userDrawn="1"/>
        </p:nvSpPr>
        <p:spPr bwMode="auto">
          <a:xfrm>
            <a:off x="6149581" y="1645920"/>
            <a:ext cx="2994421" cy="3497580"/>
          </a:xfrm>
          <a:prstGeom prst="rect">
            <a:avLst/>
          </a:prstGeom>
          <a:solidFill>
            <a:schemeClr val="accent2"/>
          </a:solidFill>
          <a:ln w="19050" algn="ctr">
            <a:noFill/>
            <a:miter lim="800000"/>
            <a:headEnd/>
            <a:tailEnd/>
          </a:ln>
        </p:spPr>
        <p:txBody>
          <a:bodyPr wrap="none" rtlCol="0" anchor="ctr"/>
          <a:lstStyle/>
          <a:p>
            <a:pPr algn="ctr">
              <a:lnSpc>
                <a:spcPct val="90000"/>
              </a:lnSpc>
            </a:pPr>
            <a:endParaRPr lang="en-US" sz="1600" b="1" dirty="0" err="1">
              <a:solidFill>
                <a:schemeClr val="bg1"/>
              </a:solidFill>
              <a:latin typeface="+mj-lt"/>
            </a:endParaRPr>
          </a:p>
        </p:txBody>
      </p:sp>
      <p:sp>
        <p:nvSpPr>
          <p:cNvPr id="7" name="Rectangle 6">
            <a:extLst>
              <a:ext uri="{FF2B5EF4-FFF2-40B4-BE49-F238E27FC236}">
                <a16:creationId xmlns:a16="http://schemas.microsoft.com/office/drawing/2014/main" id="{94494DF8-84C9-4641-9876-C01FAA2F1677}"/>
              </a:ext>
            </a:extLst>
          </p:cNvPr>
          <p:cNvSpPr/>
          <p:nvPr userDrawn="1"/>
        </p:nvSpPr>
        <p:spPr bwMode="auto">
          <a:xfrm>
            <a:off x="2" y="0"/>
            <a:ext cx="6149579" cy="1645920"/>
          </a:xfrm>
          <a:prstGeom prst="rect">
            <a:avLst/>
          </a:prstGeom>
          <a:solidFill>
            <a:schemeClr val="bg1">
              <a:lumMod val="95000"/>
            </a:schemeClr>
          </a:solidFill>
          <a:ln w="19050" algn="ctr">
            <a:noFill/>
            <a:miter lim="800000"/>
            <a:headEnd/>
            <a:tailEnd/>
          </a:ln>
        </p:spPr>
        <p:txBody>
          <a:bodyPr wrap="none" rtlCol="0" anchor="ctr"/>
          <a:lstStyle/>
          <a:p>
            <a:pPr algn="ctr">
              <a:lnSpc>
                <a:spcPct val="90000"/>
              </a:lnSpc>
            </a:pPr>
            <a:endParaRPr lang="en-US" sz="1600" b="1" dirty="0" err="1">
              <a:solidFill>
                <a:schemeClr val="bg1"/>
              </a:solidFill>
              <a:latin typeface="+mj-lt"/>
            </a:endParaRPr>
          </a:p>
        </p:txBody>
      </p:sp>
      <p:pic>
        <p:nvPicPr>
          <p:cNvPr id="13" name="Picture 12">
            <a:extLst>
              <a:ext uri="{FF2B5EF4-FFF2-40B4-BE49-F238E27FC236}">
                <a16:creationId xmlns:a16="http://schemas.microsoft.com/office/drawing/2014/main" id="{EB73C1E6-BC68-894B-BFA0-E9C181FA15C5}"/>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6149580" y="9411"/>
            <a:ext cx="2994420" cy="1996683"/>
          </a:xfrm>
          <a:prstGeom prst="rect">
            <a:avLst/>
          </a:prstGeom>
        </p:spPr>
      </p:pic>
      <p:pic>
        <p:nvPicPr>
          <p:cNvPr id="14" name="Picture 13">
            <a:extLst>
              <a:ext uri="{FF2B5EF4-FFF2-40B4-BE49-F238E27FC236}">
                <a16:creationId xmlns:a16="http://schemas.microsoft.com/office/drawing/2014/main" id="{4AD4098B-43D5-4B4E-A524-530B7E386F9F}"/>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0" y="1388949"/>
            <a:ext cx="6149577" cy="3754552"/>
          </a:xfrm>
          <a:prstGeom prst="rect">
            <a:avLst/>
          </a:prstGeom>
        </p:spPr>
      </p:pic>
      <p:pic>
        <p:nvPicPr>
          <p:cNvPr id="10" name="Picture 9">
            <a:extLst>
              <a:ext uri="{FF2B5EF4-FFF2-40B4-BE49-F238E27FC236}">
                <a16:creationId xmlns:a16="http://schemas.microsoft.com/office/drawing/2014/main" id="{EA44FD6C-4722-4647-8824-7BD62CB49912}"/>
              </a:ext>
            </a:extLst>
          </p:cNvPr>
          <p:cNvPicPr>
            <a:picLocks noChangeAspect="1"/>
          </p:cNvPicPr>
          <p:nvPr userDrawn="1"/>
        </p:nvPicPr>
        <p:blipFill>
          <a:blip r:embed="rId4" cstate="screen">
            <a:extLst>
              <a:ext uri="{28A0092B-C50C-407E-A947-70E740481C1C}">
                <a14:useLocalDpi xmlns:a14="http://schemas.microsoft.com/office/drawing/2010/main"/>
              </a:ext>
            </a:extLst>
          </a:blip>
          <a:srcRect/>
          <a:stretch/>
        </p:blipFill>
        <p:spPr>
          <a:xfrm>
            <a:off x="6149577" y="1994818"/>
            <a:ext cx="1615440" cy="1615440"/>
          </a:xfrm>
          <a:prstGeom prst="rect">
            <a:avLst/>
          </a:prstGeom>
          <a:solidFill>
            <a:schemeClr val="accent1"/>
          </a:solidFill>
        </p:spPr>
      </p:pic>
      <p:pic>
        <p:nvPicPr>
          <p:cNvPr id="15" name="Graphic 14">
            <a:extLst>
              <a:ext uri="{FF2B5EF4-FFF2-40B4-BE49-F238E27FC236}">
                <a16:creationId xmlns:a16="http://schemas.microsoft.com/office/drawing/2014/main" id="{A81F62F8-022A-8040-9203-343FE92FDB09}"/>
              </a:ext>
            </a:extLst>
          </p:cNvPr>
          <p:cNvPicPr>
            <a:picLocks noChangeAspect="1"/>
          </p:cNvPicPr>
          <p:nvPr userDrawn="1"/>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t="35407" b="39964"/>
          <a:stretch/>
        </p:blipFill>
        <p:spPr>
          <a:xfrm>
            <a:off x="-993817" y="0"/>
            <a:ext cx="7143396" cy="1388949"/>
          </a:xfrm>
          <a:prstGeom prst="rect">
            <a:avLst/>
          </a:prstGeom>
        </p:spPr>
      </p:pic>
    </p:spTree>
    <p:extLst>
      <p:ext uri="{BB962C8B-B14F-4D97-AF65-F5344CB8AC3E}">
        <p14:creationId xmlns:p14="http://schemas.microsoft.com/office/powerpoint/2010/main" val="2811635036"/>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p:cSld name="Closing – Patient Care">
    <p:bg>
      <p:bgRef idx="1001">
        <a:schemeClr val="bg1"/>
      </p:bgRef>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544FBE2C-79B3-0741-8C4F-E79579E3B5C3}"/>
              </a:ext>
            </a:extLst>
          </p:cNvPr>
          <p:cNvSpPr/>
          <p:nvPr userDrawn="1"/>
        </p:nvSpPr>
        <p:spPr bwMode="auto">
          <a:xfrm>
            <a:off x="0" y="1645921"/>
            <a:ext cx="2994421" cy="3497580"/>
          </a:xfrm>
          <a:prstGeom prst="rect">
            <a:avLst/>
          </a:prstGeom>
          <a:solidFill>
            <a:schemeClr val="accent1"/>
          </a:solidFill>
          <a:ln w="19050" algn="ctr">
            <a:noFill/>
            <a:miter lim="800000"/>
            <a:headEnd/>
            <a:tailEnd/>
          </a:ln>
        </p:spPr>
        <p:txBody>
          <a:bodyPr wrap="none" rtlCol="0" anchor="ctr"/>
          <a:lstStyle/>
          <a:p>
            <a:pPr algn="ctr">
              <a:lnSpc>
                <a:spcPct val="90000"/>
              </a:lnSpc>
            </a:pPr>
            <a:endParaRPr lang="en-US" sz="1600" b="1" dirty="0" err="1">
              <a:solidFill>
                <a:schemeClr val="bg1"/>
              </a:solidFill>
              <a:latin typeface="+mj-lt"/>
            </a:endParaRPr>
          </a:p>
        </p:txBody>
      </p:sp>
      <p:sp>
        <p:nvSpPr>
          <p:cNvPr id="6" name="Rectangle 5">
            <a:extLst>
              <a:ext uri="{FF2B5EF4-FFF2-40B4-BE49-F238E27FC236}">
                <a16:creationId xmlns:a16="http://schemas.microsoft.com/office/drawing/2014/main" id="{7CBA96EE-AE7F-9D47-80E0-948746F73CBD}"/>
              </a:ext>
            </a:extLst>
          </p:cNvPr>
          <p:cNvSpPr/>
          <p:nvPr userDrawn="1"/>
        </p:nvSpPr>
        <p:spPr bwMode="auto">
          <a:xfrm>
            <a:off x="2756757" y="0"/>
            <a:ext cx="6387245" cy="1645920"/>
          </a:xfrm>
          <a:prstGeom prst="rect">
            <a:avLst/>
          </a:prstGeom>
          <a:solidFill>
            <a:schemeClr val="bg1">
              <a:lumMod val="95000"/>
            </a:schemeClr>
          </a:solidFill>
          <a:ln w="19050" algn="ctr">
            <a:noFill/>
            <a:miter lim="800000"/>
            <a:headEnd/>
            <a:tailEnd/>
          </a:ln>
        </p:spPr>
        <p:txBody>
          <a:bodyPr wrap="none" rtlCol="0" anchor="ctr"/>
          <a:lstStyle/>
          <a:p>
            <a:pPr algn="ctr">
              <a:lnSpc>
                <a:spcPct val="90000"/>
              </a:lnSpc>
            </a:pPr>
            <a:endParaRPr lang="en-US" sz="1600" b="1" dirty="0" err="1">
              <a:solidFill>
                <a:schemeClr val="bg1"/>
              </a:solidFill>
              <a:latin typeface="+mj-lt"/>
            </a:endParaRPr>
          </a:p>
        </p:txBody>
      </p:sp>
      <p:pic>
        <p:nvPicPr>
          <p:cNvPr id="11" name="Picture 10">
            <a:extLst>
              <a:ext uri="{FF2B5EF4-FFF2-40B4-BE49-F238E27FC236}">
                <a16:creationId xmlns:a16="http://schemas.microsoft.com/office/drawing/2014/main" id="{4508378B-0C89-E14E-8069-2034FF2D0F25}"/>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b="-1"/>
          <a:stretch/>
        </p:blipFill>
        <p:spPr>
          <a:xfrm>
            <a:off x="2" y="1"/>
            <a:ext cx="2760609" cy="2015504"/>
          </a:xfrm>
          <a:prstGeom prst="rect">
            <a:avLst/>
          </a:prstGeom>
        </p:spPr>
      </p:pic>
      <p:pic>
        <p:nvPicPr>
          <p:cNvPr id="13" name="Picture 12">
            <a:extLst>
              <a:ext uri="{FF2B5EF4-FFF2-40B4-BE49-F238E27FC236}">
                <a16:creationId xmlns:a16="http://schemas.microsoft.com/office/drawing/2014/main" id="{A98C622B-BC71-0F4D-ACEB-367F089BDF42}"/>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2756754" y="1257301"/>
            <a:ext cx="6387246" cy="3886199"/>
          </a:xfrm>
          <a:prstGeom prst="rect">
            <a:avLst/>
          </a:prstGeom>
        </p:spPr>
      </p:pic>
      <p:pic>
        <p:nvPicPr>
          <p:cNvPr id="14" name="Picture 13">
            <a:extLst>
              <a:ext uri="{FF2B5EF4-FFF2-40B4-BE49-F238E27FC236}">
                <a16:creationId xmlns:a16="http://schemas.microsoft.com/office/drawing/2014/main" id="{FC4AB437-D405-6C43-9FA5-FD5F04163FCD}"/>
              </a:ext>
            </a:extLst>
          </p:cNvPr>
          <p:cNvPicPr>
            <a:picLocks noChangeAspect="1"/>
          </p:cNvPicPr>
          <p:nvPr userDrawn="1"/>
        </p:nvPicPr>
        <p:blipFill>
          <a:blip r:embed="rId4" cstate="screen">
            <a:extLst>
              <a:ext uri="{28A0092B-C50C-407E-A947-70E740481C1C}">
                <a14:useLocalDpi xmlns:a14="http://schemas.microsoft.com/office/drawing/2010/main"/>
              </a:ext>
            </a:extLst>
          </a:blip>
          <a:srcRect/>
          <a:stretch/>
        </p:blipFill>
        <p:spPr>
          <a:xfrm>
            <a:off x="1140700" y="2015504"/>
            <a:ext cx="1615440" cy="1615440"/>
          </a:xfrm>
          <a:prstGeom prst="rect">
            <a:avLst/>
          </a:prstGeom>
          <a:solidFill>
            <a:schemeClr val="accent1"/>
          </a:solidFill>
        </p:spPr>
      </p:pic>
      <p:pic>
        <p:nvPicPr>
          <p:cNvPr id="2" name="Picture 1">
            <a:extLst>
              <a:ext uri="{FF2B5EF4-FFF2-40B4-BE49-F238E27FC236}">
                <a16:creationId xmlns:a16="http://schemas.microsoft.com/office/drawing/2014/main" id="{2A46CC52-4A32-374A-BF1E-0FA06087FD5A}"/>
              </a:ext>
            </a:extLst>
          </p:cNvPr>
          <p:cNvPicPr>
            <a:picLocks noChangeAspect="1"/>
          </p:cNvPicPr>
          <p:nvPr userDrawn="1"/>
        </p:nvPicPr>
        <p:blipFill rotWithShape="1">
          <a:blip r:embed="rId5" cstate="screen">
            <a:extLst>
              <a:ext uri="{28A0092B-C50C-407E-A947-70E740481C1C}">
                <a14:useLocalDpi xmlns:a14="http://schemas.microsoft.com/office/drawing/2010/main"/>
              </a:ext>
            </a:extLst>
          </a:blip>
          <a:srcRect l="2454" t="5935" r="2464" b="11182"/>
          <a:stretch/>
        </p:blipFill>
        <p:spPr>
          <a:xfrm>
            <a:off x="2756141" y="30482"/>
            <a:ext cx="6387861" cy="1226817"/>
          </a:xfrm>
          <a:prstGeom prst="rect">
            <a:avLst/>
          </a:prstGeom>
        </p:spPr>
      </p:pic>
    </p:spTree>
    <p:extLst>
      <p:ext uri="{BB962C8B-B14F-4D97-AF65-F5344CB8AC3E}">
        <p14:creationId xmlns:p14="http://schemas.microsoft.com/office/powerpoint/2010/main" val="2979287173"/>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p:cSld name="Closing – Education">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A4FBBD5-5854-194C-9766-1823F3F5452C}"/>
              </a:ext>
            </a:extLst>
          </p:cNvPr>
          <p:cNvSpPr/>
          <p:nvPr userDrawn="1"/>
        </p:nvSpPr>
        <p:spPr bwMode="auto">
          <a:xfrm>
            <a:off x="0" y="1645921"/>
            <a:ext cx="2994421" cy="3497580"/>
          </a:xfrm>
          <a:prstGeom prst="rect">
            <a:avLst/>
          </a:prstGeom>
          <a:solidFill>
            <a:schemeClr val="accent2"/>
          </a:solidFill>
          <a:ln w="19050" algn="ctr">
            <a:noFill/>
            <a:miter lim="800000"/>
            <a:headEnd/>
            <a:tailEnd/>
          </a:ln>
        </p:spPr>
        <p:txBody>
          <a:bodyPr wrap="none" rtlCol="0" anchor="ctr"/>
          <a:lstStyle/>
          <a:p>
            <a:pPr algn="ctr">
              <a:lnSpc>
                <a:spcPct val="90000"/>
              </a:lnSpc>
            </a:pPr>
            <a:endParaRPr lang="en-US" sz="1600" b="1" dirty="0" err="1">
              <a:solidFill>
                <a:schemeClr val="bg1"/>
              </a:solidFill>
              <a:latin typeface="+mj-lt"/>
            </a:endParaRPr>
          </a:p>
        </p:txBody>
      </p:sp>
      <p:sp>
        <p:nvSpPr>
          <p:cNvPr id="6" name="Rectangle 5">
            <a:extLst>
              <a:ext uri="{FF2B5EF4-FFF2-40B4-BE49-F238E27FC236}">
                <a16:creationId xmlns:a16="http://schemas.microsoft.com/office/drawing/2014/main" id="{FEB282E7-F7BC-5A48-9E5F-4ECBFDF952A0}"/>
              </a:ext>
            </a:extLst>
          </p:cNvPr>
          <p:cNvSpPr/>
          <p:nvPr userDrawn="1"/>
        </p:nvSpPr>
        <p:spPr bwMode="auto">
          <a:xfrm>
            <a:off x="2756757" y="0"/>
            <a:ext cx="6387245" cy="1645920"/>
          </a:xfrm>
          <a:prstGeom prst="rect">
            <a:avLst/>
          </a:prstGeom>
          <a:solidFill>
            <a:schemeClr val="bg1">
              <a:lumMod val="95000"/>
            </a:schemeClr>
          </a:solidFill>
          <a:ln w="19050" algn="ctr">
            <a:noFill/>
            <a:miter lim="800000"/>
            <a:headEnd/>
            <a:tailEnd/>
          </a:ln>
        </p:spPr>
        <p:txBody>
          <a:bodyPr wrap="none" rtlCol="0" anchor="ctr"/>
          <a:lstStyle/>
          <a:p>
            <a:pPr algn="ctr">
              <a:lnSpc>
                <a:spcPct val="90000"/>
              </a:lnSpc>
            </a:pPr>
            <a:endParaRPr lang="en-US" sz="1600" b="1" dirty="0" err="1">
              <a:solidFill>
                <a:schemeClr val="bg1"/>
              </a:solidFill>
              <a:latin typeface="+mj-lt"/>
            </a:endParaRPr>
          </a:p>
        </p:txBody>
      </p:sp>
      <p:pic>
        <p:nvPicPr>
          <p:cNvPr id="10" name="Picture 9">
            <a:extLst>
              <a:ext uri="{FF2B5EF4-FFF2-40B4-BE49-F238E27FC236}">
                <a16:creationId xmlns:a16="http://schemas.microsoft.com/office/drawing/2014/main" id="{21C94893-0820-A743-86A6-BDEB411A7239}"/>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1"/>
            <a:ext cx="2756753" cy="2015504"/>
          </a:xfrm>
          <a:prstGeom prst="rect">
            <a:avLst/>
          </a:prstGeom>
        </p:spPr>
      </p:pic>
      <p:pic>
        <p:nvPicPr>
          <p:cNvPr id="11" name="Picture 10">
            <a:extLst>
              <a:ext uri="{FF2B5EF4-FFF2-40B4-BE49-F238E27FC236}">
                <a16:creationId xmlns:a16="http://schemas.microsoft.com/office/drawing/2014/main" id="{1412EA7E-47D5-4248-9461-6049F4FA2F31}"/>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2756754" y="1257301"/>
            <a:ext cx="6387246" cy="3886199"/>
          </a:xfrm>
          <a:prstGeom prst="rect">
            <a:avLst/>
          </a:prstGeom>
        </p:spPr>
      </p:pic>
      <p:pic>
        <p:nvPicPr>
          <p:cNvPr id="9" name="Graphic 8">
            <a:extLst>
              <a:ext uri="{FF2B5EF4-FFF2-40B4-BE49-F238E27FC236}">
                <a16:creationId xmlns:a16="http://schemas.microsoft.com/office/drawing/2014/main" id="{21F1DBF9-E6D2-EC49-80D7-6EE1B776A50D}"/>
              </a:ext>
            </a:extLst>
          </p:cNvPr>
          <p:cNvPicPr>
            <a:picLocks noChangeAspect="1"/>
          </p:cNvPicPr>
          <p:nvPr userDrawn="1"/>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t="37974" b="37397"/>
          <a:stretch/>
        </p:blipFill>
        <p:spPr>
          <a:xfrm>
            <a:off x="2756140" y="15255"/>
            <a:ext cx="6387860" cy="1242044"/>
          </a:xfrm>
          <a:prstGeom prst="rect">
            <a:avLst/>
          </a:prstGeom>
        </p:spPr>
      </p:pic>
      <p:pic>
        <p:nvPicPr>
          <p:cNvPr id="13" name="Picture 12">
            <a:extLst>
              <a:ext uri="{FF2B5EF4-FFF2-40B4-BE49-F238E27FC236}">
                <a16:creationId xmlns:a16="http://schemas.microsoft.com/office/drawing/2014/main" id="{5656DF26-9AA1-AC46-9695-22DFD8CE98E3}"/>
              </a:ext>
            </a:extLst>
          </p:cNvPr>
          <p:cNvPicPr>
            <a:picLocks noChangeAspect="1"/>
          </p:cNvPicPr>
          <p:nvPr userDrawn="1"/>
        </p:nvPicPr>
        <p:blipFill>
          <a:blip r:embed="rId5" cstate="screen">
            <a:extLst>
              <a:ext uri="{28A0092B-C50C-407E-A947-70E740481C1C}">
                <a14:useLocalDpi xmlns:a14="http://schemas.microsoft.com/office/drawing/2010/main"/>
              </a:ext>
            </a:extLst>
          </a:blip>
          <a:srcRect/>
          <a:stretch/>
        </p:blipFill>
        <p:spPr>
          <a:xfrm>
            <a:off x="1140700" y="2015504"/>
            <a:ext cx="1615440" cy="1615440"/>
          </a:xfrm>
          <a:prstGeom prst="rect">
            <a:avLst/>
          </a:prstGeom>
          <a:solidFill>
            <a:schemeClr val="accent1"/>
          </a:solidFill>
        </p:spPr>
      </p:pic>
    </p:spTree>
  </p:cSld>
  <p:clrMapOvr>
    <a:overrideClrMapping bg1="lt1" tx1="dk1" bg2="lt2" tx2="dk2" accent1="accent1" accent2="accent2" accent3="accent3" accent4="accent4" accent5="accent5" accent6="accent6" hlink="hlink" folHlink="folHlink"/>
  </p:clrMapOvr>
  <p:transition>
    <p:fade/>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p:cSld name="1_Section Header – Blue">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D91175AD-5EC8-6C49-8218-F38BDE3E8622}"/>
              </a:ext>
            </a:extLst>
          </p:cNvPr>
          <p:cNvPicPr>
            <a:picLocks noChangeAspect="1"/>
          </p:cNvPicPr>
          <p:nvPr/>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l="68552" t="35459" r="2030" b="-21848"/>
          <a:stretch/>
        </p:blipFill>
        <p:spPr>
          <a:xfrm rot="5400000">
            <a:off x="2622550" y="-1377949"/>
            <a:ext cx="5143500" cy="7899400"/>
          </a:xfrm>
          <a:prstGeom prst="rect">
            <a:avLst/>
          </a:prstGeom>
        </p:spPr>
      </p:pic>
      <p:sp>
        <p:nvSpPr>
          <p:cNvPr id="14" name="Rectangle 13"/>
          <p:cNvSpPr/>
          <p:nvPr/>
        </p:nvSpPr>
        <p:spPr bwMode="auto">
          <a:xfrm>
            <a:off x="3" y="1772721"/>
            <a:ext cx="7051729" cy="1411357"/>
          </a:xfrm>
          <a:prstGeom prst="rect">
            <a:avLst/>
          </a:prstGeom>
          <a:solidFill>
            <a:schemeClr val="accent5">
              <a:lumMod val="75000"/>
            </a:schemeClr>
          </a:solidFill>
          <a:ln w="19050" algn="ctr">
            <a:noFill/>
            <a:miter lim="800000"/>
            <a:headEnd/>
            <a:tailEnd/>
          </a:ln>
        </p:spPr>
        <p:txBody>
          <a:bodyPr wrap="none" rtlCol="0" anchor="ctr"/>
          <a:lstStyle/>
          <a:p>
            <a:pPr algn="ctr">
              <a:lnSpc>
                <a:spcPct val="90000"/>
              </a:lnSpc>
            </a:pPr>
            <a:endParaRPr lang="en-US" sz="1600" b="0" i="0" err="1">
              <a:solidFill>
                <a:schemeClr val="bg1"/>
              </a:solidFill>
              <a:latin typeface="Arial" panose="020B0604020202020204" pitchFamily="34" charset="0"/>
            </a:endParaRPr>
          </a:p>
        </p:txBody>
      </p:sp>
      <p:sp>
        <p:nvSpPr>
          <p:cNvPr id="4" name="Footer Placeholder 3"/>
          <p:cNvSpPr>
            <a:spLocks noGrp="1"/>
          </p:cNvSpPr>
          <p:nvPr>
            <p:ph type="ftr" sz="quarter" idx="11"/>
          </p:nvPr>
        </p:nvSpPr>
        <p:spPr/>
        <p:txBody>
          <a:bodyPr/>
          <a:lstStyle>
            <a:lvl1pPr>
              <a:defRPr b="0" i="0"/>
            </a:lvl1pPr>
          </a:lstStyle>
          <a:p>
            <a:r>
              <a:rPr lang="en-US"/>
              <a:t>Core Financial Plan - Fall 2021</a:t>
            </a:r>
          </a:p>
        </p:txBody>
      </p:sp>
      <p:sp>
        <p:nvSpPr>
          <p:cNvPr id="5" name="Slide Number Placeholder 4"/>
          <p:cNvSpPr>
            <a:spLocks noGrp="1"/>
          </p:cNvSpPr>
          <p:nvPr>
            <p:ph type="sldNum" sz="quarter" idx="12"/>
          </p:nvPr>
        </p:nvSpPr>
        <p:spPr/>
        <p:txBody>
          <a:bodyPr/>
          <a:lstStyle>
            <a:lvl1pPr>
              <a:defRPr b="0" i="0"/>
            </a:lvl1pPr>
          </a:lstStyle>
          <a:p>
            <a:fld id="{7BCC8D0D-EAEC-449D-9161-023DFF90F2E2}" type="slidenum">
              <a:rPr lang="en-US" smtClean="0"/>
              <a:pPr/>
              <a:t>‹#›</a:t>
            </a:fld>
            <a:endParaRPr lang="en-US"/>
          </a:p>
        </p:txBody>
      </p:sp>
      <p:sp>
        <p:nvSpPr>
          <p:cNvPr id="15" name="Title 15"/>
          <p:cNvSpPr>
            <a:spLocks noGrp="1"/>
          </p:cNvSpPr>
          <p:nvPr>
            <p:ph type="title" hasCustomPrompt="1"/>
          </p:nvPr>
        </p:nvSpPr>
        <p:spPr>
          <a:xfrm>
            <a:off x="453585" y="1919440"/>
            <a:ext cx="6435412" cy="1107896"/>
          </a:xfrm>
          <a:prstGeom prst="rect">
            <a:avLst/>
          </a:prstGeom>
        </p:spPr>
        <p:txBody>
          <a:bodyPr anchor="ctr">
            <a:noAutofit/>
          </a:bodyPr>
          <a:lstStyle>
            <a:lvl1pPr>
              <a:defRPr sz="3600" b="0" i="0" baseline="0">
                <a:solidFill>
                  <a:schemeClr val="bg1"/>
                </a:solidFill>
                <a:latin typeface="Garamond" panose="02020404030301010803" pitchFamily="18" charset="0"/>
                <a:ea typeface="Helvetica Neue" panose="02000503000000020004" pitchFamily="2" charset="0"/>
                <a:cs typeface="Arial" panose="020B0604020202020204" pitchFamily="34" charset="0"/>
              </a:defRPr>
            </a:lvl1pPr>
          </a:lstStyle>
          <a:p>
            <a:r>
              <a:rPr lang="en-US"/>
              <a:t>Section Header Here</a:t>
            </a:r>
          </a:p>
        </p:txBody>
      </p:sp>
    </p:spTree>
    <p:extLst>
      <p:ext uri="{BB962C8B-B14F-4D97-AF65-F5344CB8AC3E}">
        <p14:creationId xmlns:p14="http://schemas.microsoft.com/office/powerpoint/2010/main" val="3806806185"/>
      </p:ext>
    </p:extLst>
  </p:cSld>
  <p:clrMapOvr>
    <a:masterClrMapping/>
  </p:clrMapOvr>
  <p:transition>
    <p:fade/>
  </p:transition>
  <p:hf hdr="0" dt="0"/>
</p:sldLayout>
</file>

<file path=ppt/slideLayouts/slideLayout57.xml><?xml version="1.0" encoding="utf-8"?>
<p:sldLayout xmlns:a="http://schemas.openxmlformats.org/drawingml/2006/main" xmlns:r="http://schemas.openxmlformats.org/officeDocument/2006/relationships" xmlns:p="http://schemas.openxmlformats.org/presentationml/2006/main" userDrawn="1">
  <p:cSld name="Cover – White">
    <p:spTree>
      <p:nvGrpSpPr>
        <p:cNvPr id="1" name=""/>
        <p:cNvGrpSpPr/>
        <p:nvPr/>
      </p:nvGrpSpPr>
      <p:grpSpPr>
        <a:xfrm>
          <a:off x="0" y="0"/>
          <a:ext cx="0" cy="0"/>
          <a:chOff x="0" y="0"/>
          <a:chExt cx="0" cy="0"/>
        </a:xfrm>
      </p:grpSpPr>
      <p:sp>
        <p:nvSpPr>
          <p:cNvPr id="2" name="Rectangle 1"/>
          <p:cNvSpPr/>
          <p:nvPr userDrawn="1"/>
        </p:nvSpPr>
        <p:spPr bwMode="auto">
          <a:xfrm>
            <a:off x="159026" y="4323522"/>
            <a:ext cx="8984974" cy="819978"/>
          </a:xfrm>
          <a:prstGeom prst="rect">
            <a:avLst/>
          </a:prstGeom>
          <a:solidFill>
            <a:schemeClr val="bg1"/>
          </a:solidFill>
          <a:ln w="19050" algn="ctr">
            <a:noFill/>
            <a:miter lim="800000"/>
            <a:headEnd/>
            <a:tailEnd/>
          </a:ln>
        </p:spPr>
        <p:txBody>
          <a:bodyPr wrap="none" rtlCol="0" anchor="ctr"/>
          <a:lstStyle/>
          <a:p>
            <a:pPr algn="ctr">
              <a:lnSpc>
                <a:spcPct val="90000"/>
              </a:lnSpc>
            </a:pPr>
            <a:endParaRPr lang="en-US" sz="1600" b="0" i="0" dirty="0" err="1">
              <a:solidFill>
                <a:schemeClr val="bg1"/>
              </a:solidFill>
              <a:latin typeface="Arial" panose="020B0604020202020204" pitchFamily="34" charset="0"/>
            </a:endParaRPr>
          </a:p>
        </p:txBody>
      </p:sp>
      <p:sp>
        <p:nvSpPr>
          <p:cNvPr id="22" name="Title 15"/>
          <p:cNvSpPr>
            <a:spLocks noGrp="1"/>
          </p:cNvSpPr>
          <p:nvPr>
            <p:ph type="title" hasCustomPrompt="1"/>
          </p:nvPr>
        </p:nvSpPr>
        <p:spPr>
          <a:xfrm>
            <a:off x="299201" y="1878497"/>
            <a:ext cx="6141359" cy="1311963"/>
          </a:xfrm>
        </p:spPr>
        <p:txBody>
          <a:bodyPr anchor="b">
            <a:noAutofit/>
          </a:bodyPr>
          <a:lstStyle>
            <a:lvl1pPr>
              <a:defRPr sz="3600" b="0" i="0" baseline="0">
                <a:solidFill>
                  <a:schemeClr val="tx1"/>
                </a:solidFill>
                <a:latin typeface="+mj-lt"/>
                <a:ea typeface="Helvetica Neue" panose="02000503000000020004" pitchFamily="2" charset="0"/>
                <a:cs typeface="Arial" panose="020B0604020202020204" pitchFamily="34" charset="0"/>
              </a:defRPr>
            </a:lvl1pPr>
          </a:lstStyle>
          <a:p>
            <a:r>
              <a:rPr lang="en-US" dirty="0"/>
              <a:t>Title Here</a:t>
            </a:r>
          </a:p>
        </p:txBody>
      </p:sp>
      <p:sp>
        <p:nvSpPr>
          <p:cNvPr id="23" name="Date Placeholder 4"/>
          <p:cNvSpPr>
            <a:spLocks noGrp="1"/>
          </p:cNvSpPr>
          <p:nvPr>
            <p:ph type="dt" sz="half" idx="2"/>
          </p:nvPr>
        </p:nvSpPr>
        <p:spPr>
          <a:xfrm>
            <a:off x="319200" y="4616419"/>
            <a:ext cx="1925338" cy="178955"/>
          </a:xfrm>
          <a:prstGeom prst="rect">
            <a:avLst/>
          </a:prstGeom>
        </p:spPr>
        <p:txBody>
          <a:bodyPr vert="horz" wrap="square" lIns="91440" tIns="0" rIns="91440" bIns="0" rtlCol="0" anchor="b" anchorCtr="0">
            <a:noAutofit/>
          </a:bodyPr>
          <a:lstStyle>
            <a:lvl1pPr algn="l">
              <a:defRPr sz="1200" b="0" i="0">
                <a:solidFill>
                  <a:schemeClr val="tx1"/>
                </a:solidFill>
                <a:latin typeface="Arial" panose="020B0604020202020204" pitchFamily="34" charset="0"/>
                <a:ea typeface="Helvetica Neue" panose="02000503000000020004" pitchFamily="2" charset="0"/>
                <a:cs typeface="Arial" panose="020B0604020202020204" pitchFamily="34" charset="0"/>
              </a:defRPr>
            </a:lvl1pPr>
          </a:lstStyle>
          <a:p>
            <a:fld id="{D470D759-0E0E-8249-AFAC-A75A00A3758F}" type="datetime1">
              <a:rPr lang="en-US" smtClean="0"/>
              <a:t>3/17/26</a:t>
            </a:fld>
            <a:endParaRPr lang="en-US" dirty="0"/>
          </a:p>
        </p:txBody>
      </p:sp>
      <p:sp>
        <p:nvSpPr>
          <p:cNvPr id="24" name="Text Placeholder 2"/>
          <p:cNvSpPr>
            <a:spLocks noGrp="1"/>
          </p:cNvSpPr>
          <p:nvPr>
            <p:ph type="body" sz="quarter" idx="10" hasCustomPrompt="1"/>
          </p:nvPr>
        </p:nvSpPr>
        <p:spPr>
          <a:xfrm>
            <a:off x="317595" y="4102257"/>
            <a:ext cx="4191461" cy="426719"/>
          </a:xfrm>
          <a:prstGeom prst="rect">
            <a:avLst/>
          </a:prstGeom>
        </p:spPr>
        <p:txBody>
          <a:bodyPr vert="horz" wrap="square" lIns="91440" tIns="0" rIns="91440" bIns="0" rtlCol="0" anchor="b" anchorCtr="0">
            <a:noAutofit/>
          </a:bodyPr>
          <a:lstStyle>
            <a:lvl1pPr marL="0" indent="0">
              <a:lnSpc>
                <a:spcPct val="100000"/>
              </a:lnSpc>
              <a:spcBef>
                <a:spcPts val="0"/>
              </a:spcBef>
              <a:spcAft>
                <a:spcPts val="0"/>
              </a:spcAft>
              <a:buNone/>
              <a:defRPr lang="en-US" sz="1600" b="0" i="0" baseline="0" dirty="0" smtClean="0">
                <a:solidFill>
                  <a:schemeClr val="tx1"/>
                </a:solidFill>
                <a:latin typeface="Arial" panose="020B0604020202020204" pitchFamily="34" charset="0"/>
                <a:ea typeface="Helvetica Neue" panose="02000503000000020004" pitchFamily="2" charset="0"/>
                <a:cs typeface="Arial" panose="020B0604020202020204" pitchFamily="34" charset="0"/>
              </a:defRPr>
            </a:lvl1pPr>
            <a:lvl2pPr>
              <a:defRPr lang="en-US" sz="1800" dirty="0" smtClean="0">
                <a:latin typeface="+mn-lt"/>
              </a:defRPr>
            </a:lvl2pPr>
            <a:lvl3pPr>
              <a:defRPr lang="en-US" sz="1800" dirty="0" smtClean="0">
                <a:latin typeface="+mn-lt"/>
              </a:defRPr>
            </a:lvl3pPr>
            <a:lvl4pPr>
              <a:defRPr lang="en-US" sz="1800" dirty="0" smtClean="0">
                <a:latin typeface="+mn-lt"/>
              </a:defRPr>
            </a:lvl4pPr>
            <a:lvl5pPr>
              <a:defRPr lang="en-US" sz="1800" dirty="0">
                <a:latin typeface="+mn-lt"/>
              </a:defRPr>
            </a:lvl5pPr>
          </a:lstStyle>
          <a:p>
            <a:pPr marL="0" lvl="0"/>
            <a:r>
              <a:rPr lang="en-US" dirty="0"/>
              <a:t>Presenter’s Name</a:t>
            </a:r>
          </a:p>
        </p:txBody>
      </p:sp>
      <p:sp>
        <p:nvSpPr>
          <p:cNvPr id="25" name="Text Placeholder 3"/>
          <p:cNvSpPr>
            <a:spLocks noGrp="1"/>
          </p:cNvSpPr>
          <p:nvPr>
            <p:ph type="body" sz="quarter" idx="15" hasCustomPrompt="1"/>
          </p:nvPr>
        </p:nvSpPr>
        <p:spPr>
          <a:xfrm>
            <a:off x="302816" y="3185161"/>
            <a:ext cx="6147682" cy="508220"/>
          </a:xfrm>
          <a:prstGeom prst="rect">
            <a:avLst/>
          </a:prstGeom>
        </p:spPr>
        <p:txBody>
          <a:bodyPr>
            <a:noAutofit/>
          </a:bodyPr>
          <a:lstStyle>
            <a:lvl1pPr marL="0" indent="0" algn="l">
              <a:lnSpc>
                <a:spcPct val="100000"/>
              </a:lnSpc>
              <a:buNone/>
              <a:defRPr sz="1600" b="0" i="0">
                <a:solidFill>
                  <a:schemeClr val="tx1"/>
                </a:solidFill>
                <a:latin typeface="Arial" panose="020B0604020202020204" pitchFamily="34" charset="0"/>
                <a:ea typeface="Helvetica Neue" panose="02000503000000020004" pitchFamily="2" charset="0"/>
                <a:cs typeface="Arial" panose="020B0604020202020204" pitchFamily="34" charset="0"/>
              </a:defRPr>
            </a:lvl1pPr>
            <a:lvl2pPr marL="230181" indent="0">
              <a:lnSpc>
                <a:spcPct val="100000"/>
              </a:lnSpc>
              <a:buNone/>
              <a:defRPr i="1">
                <a:latin typeface="+mn-lt"/>
              </a:defRPr>
            </a:lvl2pPr>
            <a:lvl3pPr marL="515924" indent="0">
              <a:lnSpc>
                <a:spcPct val="100000"/>
              </a:lnSpc>
              <a:buNone/>
              <a:defRPr i="1">
                <a:latin typeface="+mn-lt"/>
              </a:defRPr>
            </a:lvl3pPr>
            <a:lvl4pPr marL="800080" indent="0">
              <a:lnSpc>
                <a:spcPct val="100000"/>
              </a:lnSpc>
              <a:buNone/>
              <a:defRPr i="1">
                <a:latin typeface="+mn-lt"/>
              </a:defRPr>
            </a:lvl4pPr>
            <a:lvl5pPr marL="1085823" indent="0">
              <a:lnSpc>
                <a:spcPct val="100000"/>
              </a:lnSpc>
              <a:buNone/>
              <a:defRPr i="1">
                <a:latin typeface="+mn-lt"/>
              </a:defRPr>
            </a:lvl5pPr>
          </a:lstStyle>
          <a:p>
            <a:pPr lvl="0"/>
            <a:r>
              <a:rPr lang="en-US" dirty="0"/>
              <a:t>Optional Subhead here</a:t>
            </a:r>
          </a:p>
        </p:txBody>
      </p:sp>
      <p:pic>
        <p:nvPicPr>
          <p:cNvPr id="8" name="Picture 7">
            <a:extLst>
              <a:ext uri="{FF2B5EF4-FFF2-40B4-BE49-F238E27FC236}">
                <a16:creationId xmlns:a16="http://schemas.microsoft.com/office/drawing/2014/main" id="{E2DCD8C9-F662-A842-9ACD-852F2D1E7878}"/>
              </a:ext>
            </a:extLst>
          </p:cNvPr>
          <p:cNvPicPr>
            <a:picLocks noChangeAspect="1"/>
          </p:cNvPicPr>
          <p:nvPr userDrawn="1"/>
        </p:nvPicPr>
        <p:blipFill>
          <a:blip r:embed="rId2"/>
          <a:srcRect/>
          <a:stretch/>
        </p:blipFill>
        <p:spPr>
          <a:xfrm>
            <a:off x="599642" y="477077"/>
            <a:ext cx="1731121" cy="535440"/>
          </a:xfrm>
          <a:prstGeom prst="rect">
            <a:avLst/>
          </a:prstGeom>
        </p:spPr>
      </p:pic>
    </p:spTree>
    <p:extLst>
      <p:ext uri="{BB962C8B-B14F-4D97-AF65-F5344CB8AC3E}">
        <p14:creationId xmlns:p14="http://schemas.microsoft.com/office/powerpoint/2010/main" val="2360012578"/>
      </p:ext>
    </p:extLst>
  </p:cSld>
  <p:clrMapOvr>
    <a:masterClrMapping/>
  </p:clrMapOvr>
  <p:transition>
    <p:fade/>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F762DC-341E-A0B4-54F2-7361CA1571DC}"/>
              </a:ext>
            </a:extLst>
          </p:cNvPr>
          <p:cNvSpPr>
            <a:spLocks noGrp="1"/>
          </p:cNvSpPr>
          <p:nvPr>
            <p:ph type="title"/>
          </p:nvPr>
        </p:nvSpPr>
        <p:spPr/>
        <p:txBody>
          <a:bodyPr/>
          <a:lstStyle>
            <a:lvl1pPr>
              <a:defRPr b="1"/>
            </a:lvl1pPr>
          </a:lstStyle>
          <a:p>
            <a:r>
              <a:rPr lang="en-US" dirty="0"/>
              <a:t>Click to edit Master title style</a:t>
            </a:r>
          </a:p>
        </p:txBody>
      </p:sp>
      <p:sp>
        <p:nvSpPr>
          <p:cNvPr id="3" name="Content Placeholder 2">
            <a:extLst>
              <a:ext uri="{FF2B5EF4-FFF2-40B4-BE49-F238E27FC236}">
                <a16:creationId xmlns:a16="http://schemas.microsoft.com/office/drawing/2014/main" id="{22584664-F581-EC93-D446-652D282EE37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F995E47-C503-8AA8-E51F-7BE998127FBA}"/>
              </a:ext>
            </a:extLst>
          </p:cNvPr>
          <p:cNvSpPr>
            <a:spLocks noGrp="1"/>
          </p:cNvSpPr>
          <p:nvPr>
            <p:ph type="dt" sz="half" idx="10"/>
          </p:nvPr>
        </p:nvSpPr>
        <p:spPr/>
        <p:txBody>
          <a:bodyPr/>
          <a:lstStyle/>
          <a:p>
            <a:fld id="{A410F772-56BB-4A2E-A80F-2DF89BBF0ADE}" type="datetimeFigureOut">
              <a:rPr lang="en-US" smtClean="0"/>
              <a:t>3/17/26</a:t>
            </a:fld>
            <a:endParaRPr lang="en-US"/>
          </a:p>
        </p:txBody>
      </p:sp>
      <p:sp>
        <p:nvSpPr>
          <p:cNvPr id="5" name="Footer Placeholder 4">
            <a:extLst>
              <a:ext uri="{FF2B5EF4-FFF2-40B4-BE49-F238E27FC236}">
                <a16:creationId xmlns:a16="http://schemas.microsoft.com/office/drawing/2014/main" id="{6B828E51-5303-547E-7530-B3EA55022ED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AB56FC5-BDA2-EAF7-42B5-A253B6340158}"/>
              </a:ext>
            </a:extLst>
          </p:cNvPr>
          <p:cNvSpPr>
            <a:spLocks noGrp="1"/>
          </p:cNvSpPr>
          <p:nvPr>
            <p:ph type="sldNum" sz="quarter" idx="12"/>
          </p:nvPr>
        </p:nvSpPr>
        <p:spPr/>
        <p:txBody>
          <a:bodyPr/>
          <a:lstStyle/>
          <a:p>
            <a:fld id="{33276F34-BE4F-44FE-9880-B7E88BF108BE}" type="slidenum">
              <a:rPr lang="en-US" smtClean="0"/>
              <a:t>‹#›</a:t>
            </a:fld>
            <a:endParaRPr lang="en-US"/>
          </a:p>
        </p:txBody>
      </p:sp>
    </p:spTree>
    <p:extLst>
      <p:ext uri="{BB962C8B-B14F-4D97-AF65-F5344CB8AC3E}">
        <p14:creationId xmlns:p14="http://schemas.microsoft.com/office/powerpoint/2010/main" val="4127910739"/>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4F2220-187E-F4D3-6F15-0FC052D23135}"/>
              </a:ext>
            </a:extLst>
          </p:cNvPr>
          <p:cNvSpPr>
            <a:spLocks noGrp="1"/>
          </p:cNvSpPr>
          <p:nvPr>
            <p:ph type="title"/>
          </p:nvPr>
        </p:nvSpPr>
        <p:spPr>
          <a:xfrm>
            <a:off x="629841" y="273844"/>
            <a:ext cx="7886700" cy="994172"/>
          </a:xfrm>
        </p:spPr>
        <p:txBody>
          <a:bodyPr/>
          <a:lstStyle/>
          <a:p>
            <a:r>
              <a:rPr lang="en-US"/>
              <a:t>Click to edit Master title style</a:t>
            </a:r>
          </a:p>
        </p:txBody>
      </p:sp>
      <p:sp>
        <p:nvSpPr>
          <p:cNvPr id="3" name="Text Placeholder 2">
            <a:extLst>
              <a:ext uri="{FF2B5EF4-FFF2-40B4-BE49-F238E27FC236}">
                <a16:creationId xmlns:a16="http://schemas.microsoft.com/office/drawing/2014/main" id="{D94F5DE2-023B-C18B-7054-B05DA5D25B9B}"/>
              </a:ext>
            </a:extLst>
          </p:cNvPr>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0A7A7721-BACA-069D-1269-6FA6D2481EA4}"/>
              </a:ext>
            </a:extLst>
          </p:cNvPr>
          <p:cNvSpPr>
            <a:spLocks noGrp="1"/>
          </p:cNvSpPr>
          <p:nvPr>
            <p:ph sz="half" idx="2"/>
          </p:nvPr>
        </p:nvSpPr>
        <p:spPr>
          <a:xfrm>
            <a:off x="629842" y="1878806"/>
            <a:ext cx="3868340"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D5E36A7-FF0A-5D32-97DE-99F3D3ECF523}"/>
              </a:ext>
            </a:extLst>
          </p:cNvPr>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5297C5EF-D39A-3D53-53BC-EE9409357BBE}"/>
              </a:ext>
            </a:extLst>
          </p:cNvPr>
          <p:cNvSpPr>
            <a:spLocks noGrp="1"/>
          </p:cNvSpPr>
          <p:nvPr>
            <p:ph sz="quarter" idx="4"/>
          </p:nvPr>
        </p:nvSpPr>
        <p:spPr>
          <a:xfrm>
            <a:off x="4629150" y="1878806"/>
            <a:ext cx="3887391"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15679FB-31C9-622C-E1E6-7834ADC787E2}"/>
              </a:ext>
            </a:extLst>
          </p:cNvPr>
          <p:cNvSpPr>
            <a:spLocks noGrp="1"/>
          </p:cNvSpPr>
          <p:nvPr>
            <p:ph type="dt" sz="half" idx="10"/>
          </p:nvPr>
        </p:nvSpPr>
        <p:spPr/>
        <p:txBody>
          <a:bodyPr/>
          <a:lstStyle/>
          <a:p>
            <a:fld id="{2379DBAE-2C1B-F947-9B8A-C959F9B8AC36}" type="datetimeFigureOut">
              <a:rPr lang="en-US" smtClean="0"/>
              <a:t>3/17/26</a:t>
            </a:fld>
            <a:endParaRPr lang="en-US"/>
          </a:p>
        </p:txBody>
      </p:sp>
      <p:sp>
        <p:nvSpPr>
          <p:cNvPr id="8" name="Footer Placeholder 7">
            <a:extLst>
              <a:ext uri="{FF2B5EF4-FFF2-40B4-BE49-F238E27FC236}">
                <a16:creationId xmlns:a16="http://schemas.microsoft.com/office/drawing/2014/main" id="{D86494FE-CD31-BDFE-0456-E88883DEA48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65BCDE9-AFD0-40C4-7457-B8B5005C30EA}"/>
              </a:ext>
            </a:extLst>
          </p:cNvPr>
          <p:cNvSpPr>
            <a:spLocks noGrp="1"/>
          </p:cNvSpPr>
          <p:nvPr>
            <p:ph type="sldNum" sz="quarter" idx="12"/>
          </p:nvPr>
        </p:nvSpPr>
        <p:spPr/>
        <p:txBody>
          <a:bodyPr/>
          <a:lstStyle/>
          <a:p>
            <a:fld id="{A92F0EE4-6905-1541-8EC2-C14B7FBCD050}" type="slidenum">
              <a:rPr lang="en-US" smtClean="0"/>
              <a:t>‹#›</a:t>
            </a:fld>
            <a:endParaRPr lang="en-US"/>
          </a:p>
        </p:txBody>
      </p:sp>
    </p:spTree>
    <p:extLst>
      <p:ext uri="{BB962C8B-B14F-4D97-AF65-F5344CB8AC3E}">
        <p14:creationId xmlns:p14="http://schemas.microsoft.com/office/powerpoint/2010/main" val="8015218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36.xml"/><Relationship Id="rId18" Type="http://schemas.openxmlformats.org/officeDocument/2006/relationships/slideLayout" Target="../slideLayouts/slideLayout41.xml"/><Relationship Id="rId26" Type="http://schemas.openxmlformats.org/officeDocument/2006/relationships/slideLayout" Target="../slideLayouts/slideLayout49.xml"/><Relationship Id="rId21" Type="http://schemas.openxmlformats.org/officeDocument/2006/relationships/slideLayout" Target="../slideLayouts/slideLayout44.xml"/><Relationship Id="rId34" Type="http://schemas.openxmlformats.org/officeDocument/2006/relationships/slideLayout" Target="../slideLayouts/slideLayout57.xml"/><Relationship Id="rId7" Type="http://schemas.openxmlformats.org/officeDocument/2006/relationships/slideLayout" Target="../slideLayouts/slideLayout30.xml"/><Relationship Id="rId12" Type="http://schemas.openxmlformats.org/officeDocument/2006/relationships/slideLayout" Target="../slideLayouts/slideLayout35.xml"/><Relationship Id="rId17" Type="http://schemas.openxmlformats.org/officeDocument/2006/relationships/slideLayout" Target="../slideLayouts/slideLayout40.xml"/><Relationship Id="rId25" Type="http://schemas.openxmlformats.org/officeDocument/2006/relationships/slideLayout" Target="../slideLayouts/slideLayout48.xml"/><Relationship Id="rId33" Type="http://schemas.openxmlformats.org/officeDocument/2006/relationships/slideLayout" Target="../slideLayouts/slideLayout56.xml"/><Relationship Id="rId2" Type="http://schemas.openxmlformats.org/officeDocument/2006/relationships/slideLayout" Target="../slideLayouts/slideLayout25.xml"/><Relationship Id="rId16" Type="http://schemas.openxmlformats.org/officeDocument/2006/relationships/slideLayout" Target="../slideLayouts/slideLayout39.xml"/><Relationship Id="rId20" Type="http://schemas.openxmlformats.org/officeDocument/2006/relationships/slideLayout" Target="../slideLayouts/slideLayout43.xml"/><Relationship Id="rId29" Type="http://schemas.openxmlformats.org/officeDocument/2006/relationships/slideLayout" Target="../slideLayouts/slideLayout52.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24" Type="http://schemas.openxmlformats.org/officeDocument/2006/relationships/slideLayout" Target="../slideLayouts/slideLayout47.xml"/><Relationship Id="rId32" Type="http://schemas.openxmlformats.org/officeDocument/2006/relationships/slideLayout" Target="../slideLayouts/slideLayout55.xml"/><Relationship Id="rId37" Type="http://schemas.openxmlformats.org/officeDocument/2006/relationships/theme" Target="../theme/theme2.xml"/><Relationship Id="rId5" Type="http://schemas.openxmlformats.org/officeDocument/2006/relationships/slideLayout" Target="../slideLayouts/slideLayout28.xml"/><Relationship Id="rId15" Type="http://schemas.openxmlformats.org/officeDocument/2006/relationships/slideLayout" Target="../slideLayouts/slideLayout38.xml"/><Relationship Id="rId23" Type="http://schemas.openxmlformats.org/officeDocument/2006/relationships/slideLayout" Target="../slideLayouts/slideLayout46.xml"/><Relationship Id="rId28" Type="http://schemas.openxmlformats.org/officeDocument/2006/relationships/slideLayout" Target="../slideLayouts/slideLayout51.xml"/><Relationship Id="rId36" Type="http://schemas.openxmlformats.org/officeDocument/2006/relationships/slideLayout" Target="../slideLayouts/slideLayout59.xml"/><Relationship Id="rId10" Type="http://schemas.openxmlformats.org/officeDocument/2006/relationships/slideLayout" Target="../slideLayouts/slideLayout33.xml"/><Relationship Id="rId19" Type="http://schemas.openxmlformats.org/officeDocument/2006/relationships/slideLayout" Target="../slideLayouts/slideLayout42.xml"/><Relationship Id="rId31" Type="http://schemas.openxmlformats.org/officeDocument/2006/relationships/slideLayout" Target="../slideLayouts/slideLayout54.xml"/><Relationship Id="rId4" Type="http://schemas.openxmlformats.org/officeDocument/2006/relationships/slideLayout" Target="../slideLayouts/slideLayout27.xml"/><Relationship Id="rId9" Type="http://schemas.openxmlformats.org/officeDocument/2006/relationships/slideLayout" Target="../slideLayouts/slideLayout32.xml"/><Relationship Id="rId14" Type="http://schemas.openxmlformats.org/officeDocument/2006/relationships/slideLayout" Target="../slideLayouts/slideLayout37.xml"/><Relationship Id="rId22" Type="http://schemas.openxmlformats.org/officeDocument/2006/relationships/slideLayout" Target="../slideLayouts/slideLayout45.xml"/><Relationship Id="rId27" Type="http://schemas.openxmlformats.org/officeDocument/2006/relationships/slideLayout" Target="../slideLayouts/slideLayout50.xml"/><Relationship Id="rId30" Type="http://schemas.openxmlformats.org/officeDocument/2006/relationships/slideLayout" Target="../slideLayouts/slideLayout53.xml"/><Relationship Id="rId35" Type="http://schemas.openxmlformats.org/officeDocument/2006/relationships/slideLayout" Target="../slideLayouts/slideLayout58.xml"/><Relationship Id="rId8" Type="http://schemas.openxmlformats.org/officeDocument/2006/relationships/slideLayout" Target="../slideLayouts/slideLayout31.xml"/><Relationship Id="rId3" Type="http://schemas.openxmlformats.org/officeDocument/2006/relationships/slideLayout" Target="../slideLayouts/slideLayout2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Text Placeholder 3"/>
          <p:cNvSpPr>
            <a:spLocks noGrp="1"/>
          </p:cNvSpPr>
          <p:nvPr>
            <p:ph type="body" idx="1"/>
          </p:nvPr>
        </p:nvSpPr>
        <p:spPr>
          <a:xfrm>
            <a:off x="459685" y="1401417"/>
            <a:ext cx="8137665" cy="2932045"/>
          </a:xfrm>
          <a:prstGeom prst="rect">
            <a:avLst/>
          </a:prstGeom>
        </p:spPr>
        <p:txBody>
          <a:bodyPr vert="horz" lIns="91440" tIns="45720" rIns="9144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2" name="Title Placeholder 1"/>
          <p:cNvSpPr>
            <a:spLocks noGrp="1"/>
          </p:cNvSpPr>
          <p:nvPr>
            <p:ph type="title"/>
          </p:nvPr>
        </p:nvSpPr>
        <p:spPr>
          <a:xfrm>
            <a:off x="453585" y="318751"/>
            <a:ext cx="8173580" cy="458587"/>
          </a:xfrm>
          <a:prstGeom prst="rect">
            <a:avLst/>
          </a:prstGeom>
        </p:spPr>
        <p:txBody>
          <a:bodyPr vert="horz" wrap="square" lIns="91440" tIns="45720" rIns="91440" bIns="45720" rtlCol="0" anchor="t" anchorCtr="0">
            <a:noAutofit/>
          </a:bodyPr>
          <a:lstStyle/>
          <a:p>
            <a:r>
              <a:rPr lang="en-US" dirty="0"/>
              <a:t>Slide Title Here</a:t>
            </a:r>
          </a:p>
        </p:txBody>
      </p:sp>
      <p:sp>
        <p:nvSpPr>
          <p:cNvPr id="11" name="Footer Placeholder 5"/>
          <p:cNvSpPr>
            <a:spLocks noGrp="1"/>
          </p:cNvSpPr>
          <p:nvPr>
            <p:ph type="ftr" sz="quarter" idx="3"/>
          </p:nvPr>
        </p:nvSpPr>
        <p:spPr>
          <a:xfrm>
            <a:off x="548152" y="4852597"/>
            <a:ext cx="4310907" cy="103485"/>
          </a:xfrm>
          <a:prstGeom prst="rect">
            <a:avLst/>
          </a:prstGeom>
        </p:spPr>
        <p:txBody>
          <a:bodyPr vert="horz" wrap="square" lIns="0" tIns="0" rIns="0" bIns="0" rtlCol="0" anchor="b" anchorCtr="0"/>
          <a:lstStyle>
            <a:lvl1pPr algn="l">
              <a:defRPr sz="700" b="0" i="0">
                <a:solidFill>
                  <a:schemeClr val="tx1"/>
                </a:solidFill>
                <a:latin typeface="Arial" panose="020B0604020202020204" pitchFamily="34" charset="0"/>
                <a:cs typeface="Arial" panose="020B0604020202020204" pitchFamily="34" charset="0"/>
              </a:defRPr>
            </a:lvl1pPr>
          </a:lstStyle>
          <a:p>
            <a:r>
              <a:rPr lang="en-US"/>
              <a:t>Presentation Title</a:t>
            </a:r>
            <a:endParaRPr lang="en-US" dirty="0"/>
          </a:p>
        </p:txBody>
      </p:sp>
      <p:sp>
        <p:nvSpPr>
          <p:cNvPr id="12" name="Slide Number Placeholder 6"/>
          <p:cNvSpPr>
            <a:spLocks noGrp="1"/>
          </p:cNvSpPr>
          <p:nvPr>
            <p:ph type="sldNum" sz="quarter" idx="4"/>
          </p:nvPr>
        </p:nvSpPr>
        <p:spPr>
          <a:xfrm>
            <a:off x="272107" y="4840129"/>
            <a:ext cx="246061" cy="116425"/>
          </a:xfrm>
          <a:prstGeom prst="rect">
            <a:avLst/>
          </a:prstGeom>
        </p:spPr>
        <p:txBody>
          <a:bodyPr vert="horz" wrap="square" lIns="0" tIns="0" rIns="0" bIns="0" rtlCol="0" anchor="b" anchorCtr="0"/>
          <a:lstStyle>
            <a:lvl1pPr algn="l">
              <a:defRPr sz="700" b="0" i="0">
                <a:solidFill>
                  <a:schemeClr val="tx1"/>
                </a:solidFill>
                <a:latin typeface="Arial" panose="020B0604020202020204" pitchFamily="34" charset="0"/>
                <a:cs typeface="Arial" panose="020B0604020202020204" pitchFamily="34" charset="0"/>
              </a:defRPr>
            </a:lvl1pPr>
          </a:lstStyle>
          <a:p>
            <a:fld id="{7BCC8D0D-EAEC-449D-9161-023DFF90F2E2}" type="slidenum">
              <a:rPr lang="en-US" smtClean="0"/>
              <a:pPr/>
              <a:t>‹#›</a:t>
            </a:fld>
            <a:endParaRPr lang="en-US" dirty="0"/>
          </a:p>
        </p:txBody>
      </p:sp>
      <p:cxnSp>
        <p:nvCxnSpPr>
          <p:cNvPr id="36" name="Straight Connector 35"/>
          <p:cNvCxnSpPr/>
          <p:nvPr userDrawn="1"/>
        </p:nvCxnSpPr>
        <p:spPr>
          <a:xfrm>
            <a:off x="365125" y="4687560"/>
            <a:ext cx="8413750" cy="0"/>
          </a:xfrm>
          <a:prstGeom prst="line">
            <a:avLst/>
          </a:prstGeom>
          <a:noFill/>
          <a:ln w="3175" cap="flat">
            <a:solidFill>
              <a:srgbClr val="052049"/>
            </a:solidFill>
            <a:prstDash val="solid"/>
            <a:miter lim="800000"/>
            <a:headEnd/>
            <a:tailEnd/>
          </a:ln>
          <a:extLst>
            <a:ext uri="{909E8E84-426E-40DD-AFC4-6F175D3DCCD1}">
              <a14:hiddenFill xmlns:a14="http://schemas.microsoft.com/office/drawing/2010/main">
                <a:noFill/>
              </a14:hiddenFill>
            </a:ext>
          </a:extLst>
        </p:spPr>
      </p:cxnSp>
      <p:cxnSp>
        <p:nvCxnSpPr>
          <p:cNvPr id="9" name="Straight Connector 8"/>
          <p:cNvCxnSpPr/>
          <p:nvPr userDrawn="1"/>
        </p:nvCxnSpPr>
        <p:spPr>
          <a:xfrm>
            <a:off x="277813" y="4687560"/>
            <a:ext cx="8595360" cy="0"/>
          </a:xfrm>
          <a:prstGeom prst="line">
            <a:avLst/>
          </a:prstGeom>
          <a:noFill/>
          <a:ln w="3175" cap="flat">
            <a:solidFill>
              <a:srgbClr val="052049"/>
            </a:solidFill>
            <a:prstDash val="solid"/>
            <a:miter lim="800000"/>
            <a:headEnd/>
            <a:tailEnd/>
          </a:ln>
          <a:extLst>
            <a:ext uri="{909E8E84-426E-40DD-AFC4-6F175D3DCCD1}">
              <a14:hiddenFill xmlns:a14="http://schemas.microsoft.com/office/drawing/2010/main">
                <a:noFill/>
              </a14:hiddenFill>
            </a:ext>
          </a:extLst>
        </p:spPr>
      </p:cxnSp>
      <p:sp>
        <p:nvSpPr>
          <p:cNvPr id="13" name="Freeform 77"/>
          <p:cNvSpPr>
            <a:spLocks/>
          </p:cNvSpPr>
          <p:nvPr userDrawn="1"/>
        </p:nvSpPr>
        <p:spPr bwMode="auto">
          <a:xfrm>
            <a:off x="8393113" y="4800601"/>
            <a:ext cx="481012" cy="231074"/>
          </a:xfrm>
          <a:custGeom>
            <a:avLst/>
            <a:gdLst>
              <a:gd name="T0" fmla="*/ 350 w 350"/>
              <a:gd name="T1" fmla="*/ 52 h 168"/>
              <a:gd name="T2" fmla="*/ 270 w 350"/>
              <a:gd name="T3" fmla="*/ 130 h 168"/>
              <a:gd name="T4" fmla="*/ 240 w 350"/>
              <a:gd name="T5" fmla="*/ 100 h 168"/>
              <a:gd name="T6" fmla="*/ 205 w 350"/>
              <a:gd name="T7" fmla="*/ 91 h 168"/>
              <a:gd name="T8" fmla="*/ 201 w 350"/>
              <a:gd name="T9" fmla="*/ 86 h 168"/>
              <a:gd name="T10" fmla="*/ 200 w 350"/>
              <a:gd name="T11" fmla="*/ 82 h 168"/>
              <a:gd name="T12" fmla="*/ 203 w 350"/>
              <a:gd name="T13" fmla="*/ 73 h 168"/>
              <a:gd name="T14" fmla="*/ 203 w 350"/>
              <a:gd name="T15" fmla="*/ 73 h 168"/>
              <a:gd name="T16" fmla="*/ 205 w 350"/>
              <a:gd name="T17" fmla="*/ 72 h 168"/>
              <a:gd name="T18" fmla="*/ 234 w 350"/>
              <a:gd name="T19" fmla="*/ 71 h 168"/>
              <a:gd name="T20" fmla="*/ 266 w 350"/>
              <a:gd name="T21" fmla="*/ 85 h 168"/>
              <a:gd name="T22" fmla="*/ 222 w 350"/>
              <a:gd name="T23" fmla="*/ 48 h 168"/>
              <a:gd name="T24" fmla="*/ 179 w 350"/>
              <a:gd name="T25" fmla="*/ 73 h 168"/>
              <a:gd name="T26" fmla="*/ 178 w 350"/>
              <a:gd name="T27" fmla="*/ 76 h 168"/>
              <a:gd name="T28" fmla="*/ 122 w 350"/>
              <a:gd name="T29" fmla="*/ 60 h 168"/>
              <a:gd name="T30" fmla="*/ 178 w 350"/>
              <a:gd name="T31" fmla="*/ 41 h 168"/>
              <a:gd name="T32" fmla="*/ 153 w 350"/>
              <a:gd name="T33" fmla="*/ 0 h 168"/>
              <a:gd name="T34" fmla="*/ 97 w 350"/>
              <a:gd name="T35" fmla="*/ 2 h 168"/>
              <a:gd name="T36" fmla="*/ 72 w 350"/>
              <a:gd name="T37" fmla="*/ 73 h 168"/>
              <a:gd name="T38" fmla="*/ 25 w 350"/>
              <a:gd name="T39" fmla="*/ 73 h 168"/>
              <a:gd name="T40" fmla="*/ 0 w 350"/>
              <a:gd name="T41" fmla="*/ 2 h 168"/>
              <a:gd name="T42" fmla="*/ 48 w 350"/>
              <a:gd name="T43" fmla="*/ 119 h 168"/>
              <a:gd name="T44" fmla="*/ 97 w 350"/>
              <a:gd name="T45" fmla="*/ 64 h 168"/>
              <a:gd name="T46" fmla="*/ 187 w 350"/>
              <a:gd name="T47" fmla="*/ 107 h 168"/>
              <a:gd name="T48" fmla="*/ 214 w 350"/>
              <a:gd name="T49" fmla="*/ 117 h 168"/>
              <a:gd name="T50" fmla="*/ 242 w 350"/>
              <a:gd name="T51" fmla="*/ 125 h 168"/>
              <a:gd name="T52" fmla="*/ 237 w 350"/>
              <a:gd name="T53" fmla="*/ 147 h 168"/>
              <a:gd name="T54" fmla="*/ 203 w 350"/>
              <a:gd name="T55" fmla="*/ 141 h 168"/>
              <a:gd name="T56" fmla="*/ 176 w 350"/>
              <a:gd name="T57" fmla="*/ 130 h 168"/>
              <a:gd name="T58" fmla="*/ 224 w 350"/>
              <a:gd name="T59" fmla="*/ 168 h 168"/>
              <a:gd name="T60" fmla="*/ 270 w 350"/>
              <a:gd name="T61" fmla="*/ 134 h 168"/>
              <a:gd name="T62" fmla="*/ 295 w 350"/>
              <a:gd name="T63" fmla="*/ 166 h 168"/>
              <a:gd name="T64" fmla="*/ 343 w 350"/>
              <a:gd name="T65" fmla="*/ 119 h 168"/>
              <a:gd name="T66" fmla="*/ 295 w 350"/>
              <a:gd name="T67" fmla="*/ 99 h 168"/>
              <a:gd name="T68" fmla="*/ 350 w 350"/>
              <a:gd name="T69" fmla="*/ 73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50" h="168">
                <a:moveTo>
                  <a:pt x="350" y="73"/>
                </a:moveTo>
                <a:cubicBezTo>
                  <a:pt x="350" y="52"/>
                  <a:pt x="350" y="52"/>
                  <a:pt x="350" y="52"/>
                </a:cubicBezTo>
                <a:cubicBezTo>
                  <a:pt x="270" y="52"/>
                  <a:pt x="270" y="52"/>
                  <a:pt x="270" y="52"/>
                </a:cubicBezTo>
                <a:cubicBezTo>
                  <a:pt x="270" y="130"/>
                  <a:pt x="270" y="130"/>
                  <a:pt x="270" y="130"/>
                </a:cubicBezTo>
                <a:cubicBezTo>
                  <a:pt x="269" y="121"/>
                  <a:pt x="266" y="114"/>
                  <a:pt x="260" y="109"/>
                </a:cubicBezTo>
                <a:cubicBezTo>
                  <a:pt x="255" y="105"/>
                  <a:pt x="249" y="102"/>
                  <a:pt x="240" y="100"/>
                </a:cubicBezTo>
                <a:cubicBezTo>
                  <a:pt x="220" y="96"/>
                  <a:pt x="220" y="96"/>
                  <a:pt x="220" y="96"/>
                </a:cubicBezTo>
                <a:cubicBezTo>
                  <a:pt x="213" y="94"/>
                  <a:pt x="208" y="92"/>
                  <a:pt x="205" y="91"/>
                </a:cubicBezTo>
                <a:cubicBezTo>
                  <a:pt x="203" y="90"/>
                  <a:pt x="201" y="88"/>
                  <a:pt x="201" y="86"/>
                </a:cubicBezTo>
                <a:cubicBezTo>
                  <a:pt x="201" y="86"/>
                  <a:pt x="201" y="86"/>
                  <a:pt x="201" y="86"/>
                </a:cubicBezTo>
                <a:cubicBezTo>
                  <a:pt x="201" y="86"/>
                  <a:pt x="201" y="86"/>
                  <a:pt x="201" y="86"/>
                </a:cubicBezTo>
                <a:cubicBezTo>
                  <a:pt x="200" y="85"/>
                  <a:pt x="200" y="83"/>
                  <a:pt x="200" y="82"/>
                </a:cubicBezTo>
                <a:cubicBezTo>
                  <a:pt x="200" y="78"/>
                  <a:pt x="201" y="75"/>
                  <a:pt x="203" y="73"/>
                </a:cubicBezTo>
                <a:cubicBezTo>
                  <a:pt x="203" y="73"/>
                  <a:pt x="203" y="73"/>
                  <a:pt x="203" y="73"/>
                </a:cubicBezTo>
                <a:cubicBezTo>
                  <a:pt x="203" y="73"/>
                  <a:pt x="203" y="73"/>
                  <a:pt x="203" y="73"/>
                </a:cubicBezTo>
                <a:cubicBezTo>
                  <a:pt x="203" y="73"/>
                  <a:pt x="203" y="73"/>
                  <a:pt x="203" y="73"/>
                </a:cubicBezTo>
                <a:cubicBezTo>
                  <a:pt x="203" y="73"/>
                  <a:pt x="203" y="73"/>
                  <a:pt x="203" y="73"/>
                </a:cubicBezTo>
                <a:cubicBezTo>
                  <a:pt x="204" y="72"/>
                  <a:pt x="205" y="72"/>
                  <a:pt x="205" y="72"/>
                </a:cubicBezTo>
                <a:cubicBezTo>
                  <a:pt x="209" y="69"/>
                  <a:pt x="214" y="68"/>
                  <a:pt x="220" y="68"/>
                </a:cubicBezTo>
                <a:cubicBezTo>
                  <a:pt x="226" y="68"/>
                  <a:pt x="231" y="69"/>
                  <a:pt x="234" y="71"/>
                </a:cubicBezTo>
                <a:cubicBezTo>
                  <a:pt x="240" y="74"/>
                  <a:pt x="243" y="78"/>
                  <a:pt x="243" y="85"/>
                </a:cubicBezTo>
                <a:cubicBezTo>
                  <a:pt x="266" y="85"/>
                  <a:pt x="266" y="85"/>
                  <a:pt x="266" y="85"/>
                </a:cubicBezTo>
                <a:cubicBezTo>
                  <a:pt x="266" y="73"/>
                  <a:pt x="261" y="64"/>
                  <a:pt x="253" y="58"/>
                </a:cubicBezTo>
                <a:cubicBezTo>
                  <a:pt x="244" y="51"/>
                  <a:pt x="234" y="48"/>
                  <a:pt x="222" y="48"/>
                </a:cubicBezTo>
                <a:cubicBezTo>
                  <a:pt x="207" y="48"/>
                  <a:pt x="196" y="52"/>
                  <a:pt x="189" y="58"/>
                </a:cubicBezTo>
                <a:cubicBezTo>
                  <a:pt x="184" y="62"/>
                  <a:pt x="181" y="67"/>
                  <a:pt x="179" y="73"/>
                </a:cubicBezTo>
                <a:cubicBezTo>
                  <a:pt x="179" y="73"/>
                  <a:pt x="179" y="73"/>
                  <a:pt x="179" y="73"/>
                </a:cubicBezTo>
                <a:cubicBezTo>
                  <a:pt x="179" y="74"/>
                  <a:pt x="179" y="75"/>
                  <a:pt x="178" y="76"/>
                </a:cubicBezTo>
                <a:cubicBezTo>
                  <a:pt x="176" y="89"/>
                  <a:pt x="167" y="98"/>
                  <a:pt x="153" y="98"/>
                </a:cubicBezTo>
                <a:cubicBezTo>
                  <a:pt x="131" y="98"/>
                  <a:pt x="122" y="79"/>
                  <a:pt x="122" y="60"/>
                </a:cubicBezTo>
                <a:cubicBezTo>
                  <a:pt x="122" y="40"/>
                  <a:pt x="131" y="21"/>
                  <a:pt x="153" y="21"/>
                </a:cubicBezTo>
                <a:cubicBezTo>
                  <a:pt x="166" y="21"/>
                  <a:pt x="176" y="29"/>
                  <a:pt x="178" y="41"/>
                </a:cubicBezTo>
                <a:cubicBezTo>
                  <a:pt x="202" y="41"/>
                  <a:pt x="202" y="41"/>
                  <a:pt x="202" y="41"/>
                </a:cubicBezTo>
                <a:cubicBezTo>
                  <a:pt x="199" y="14"/>
                  <a:pt x="178" y="0"/>
                  <a:pt x="153" y="0"/>
                </a:cubicBezTo>
                <a:cubicBezTo>
                  <a:pt x="119" y="0"/>
                  <a:pt x="99" y="24"/>
                  <a:pt x="97" y="55"/>
                </a:cubicBezTo>
                <a:cubicBezTo>
                  <a:pt x="97" y="2"/>
                  <a:pt x="97" y="2"/>
                  <a:pt x="97" y="2"/>
                </a:cubicBezTo>
                <a:cubicBezTo>
                  <a:pt x="72" y="2"/>
                  <a:pt x="72" y="2"/>
                  <a:pt x="72" y="2"/>
                </a:cubicBezTo>
                <a:cubicBezTo>
                  <a:pt x="72" y="73"/>
                  <a:pt x="72" y="73"/>
                  <a:pt x="72" y="73"/>
                </a:cubicBezTo>
                <a:cubicBezTo>
                  <a:pt x="72" y="90"/>
                  <a:pt x="66" y="98"/>
                  <a:pt x="48" y="98"/>
                </a:cubicBezTo>
                <a:cubicBezTo>
                  <a:pt x="28" y="98"/>
                  <a:pt x="25" y="86"/>
                  <a:pt x="25" y="73"/>
                </a:cubicBezTo>
                <a:cubicBezTo>
                  <a:pt x="25" y="2"/>
                  <a:pt x="25" y="2"/>
                  <a:pt x="25" y="2"/>
                </a:cubicBezTo>
                <a:cubicBezTo>
                  <a:pt x="0" y="2"/>
                  <a:pt x="0" y="2"/>
                  <a:pt x="0" y="2"/>
                </a:cubicBezTo>
                <a:cubicBezTo>
                  <a:pt x="0" y="73"/>
                  <a:pt x="0" y="73"/>
                  <a:pt x="0" y="73"/>
                </a:cubicBezTo>
                <a:cubicBezTo>
                  <a:pt x="0" y="104"/>
                  <a:pt x="18" y="119"/>
                  <a:pt x="48" y="119"/>
                </a:cubicBezTo>
                <a:cubicBezTo>
                  <a:pt x="79" y="119"/>
                  <a:pt x="97" y="104"/>
                  <a:pt x="97" y="73"/>
                </a:cubicBezTo>
                <a:cubicBezTo>
                  <a:pt x="97" y="64"/>
                  <a:pt x="97" y="64"/>
                  <a:pt x="97" y="64"/>
                </a:cubicBezTo>
                <a:cubicBezTo>
                  <a:pt x="99" y="95"/>
                  <a:pt x="119" y="119"/>
                  <a:pt x="153" y="119"/>
                </a:cubicBezTo>
                <a:cubicBezTo>
                  <a:pt x="167" y="119"/>
                  <a:pt x="179" y="115"/>
                  <a:pt x="187" y="107"/>
                </a:cubicBezTo>
                <a:cubicBezTo>
                  <a:pt x="188" y="107"/>
                  <a:pt x="189" y="108"/>
                  <a:pt x="189" y="108"/>
                </a:cubicBezTo>
                <a:cubicBezTo>
                  <a:pt x="194" y="111"/>
                  <a:pt x="202" y="114"/>
                  <a:pt x="214" y="117"/>
                </a:cubicBezTo>
                <a:cubicBezTo>
                  <a:pt x="226" y="119"/>
                  <a:pt x="226" y="119"/>
                  <a:pt x="226" y="119"/>
                </a:cubicBezTo>
                <a:cubicBezTo>
                  <a:pt x="234" y="121"/>
                  <a:pt x="239" y="123"/>
                  <a:pt x="242" y="125"/>
                </a:cubicBezTo>
                <a:cubicBezTo>
                  <a:pt x="245" y="127"/>
                  <a:pt x="247" y="130"/>
                  <a:pt x="247" y="133"/>
                </a:cubicBezTo>
                <a:cubicBezTo>
                  <a:pt x="247" y="140"/>
                  <a:pt x="244" y="144"/>
                  <a:pt x="237" y="147"/>
                </a:cubicBezTo>
                <a:cubicBezTo>
                  <a:pt x="233" y="148"/>
                  <a:pt x="229" y="148"/>
                  <a:pt x="223" y="148"/>
                </a:cubicBezTo>
                <a:cubicBezTo>
                  <a:pt x="213" y="148"/>
                  <a:pt x="207" y="146"/>
                  <a:pt x="203" y="141"/>
                </a:cubicBezTo>
                <a:cubicBezTo>
                  <a:pt x="201" y="139"/>
                  <a:pt x="199" y="135"/>
                  <a:pt x="198" y="130"/>
                </a:cubicBezTo>
                <a:cubicBezTo>
                  <a:pt x="176" y="130"/>
                  <a:pt x="176" y="130"/>
                  <a:pt x="176" y="130"/>
                </a:cubicBezTo>
                <a:cubicBezTo>
                  <a:pt x="176" y="142"/>
                  <a:pt x="180" y="151"/>
                  <a:pt x="189" y="158"/>
                </a:cubicBezTo>
                <a:cubicBezTo>
                  <a:pt x="197" y="164"/>
                  <a:pt x="209" y="168"/>
                  <a:pt x="224" y="168"/>
                </a:cubicBezTo>
                <a:cubicBezTo>
                  <a:pt x="239" y="168"/>
                  <a:pt x="250" y="164"/>
                  <a:pt x="258" y="158"/>
                </a:cubicBezTo>
                <a:cubicBezTo>
                  <a:pt x="265" y="151"/>
                  <a:pt x="269" y="143"/>
                  <a:pt x="270" y="134"/>
                </a:cubicBezTo>
                <a:cubicBezTo>
                  <a:pt x="270" y="166"/>
                  <a:pt x="270" y="166"/>
                  <a:pt x="270" y="166"/>
                </a:cubicBezTo>
                <a:cubicBezTo>
                  <a:pt x="295" y="166"/>
                  <a:pt x="295" y="166"/>
                  <a:pt x="295" y="166"/>
                </a:cubicBezTo>
                <a:cubicBezTo>
                  <a:pt x="295" y="119"/>
                  <a:pt x="295" y="119"/>
                  <a:pt x="295" y="119"/>
                </a:cubicBezTo>
                <a:cubicBezTo>
                  <a:pt x="343" y="119"/>
                  <a:pt x="343" y="119"/>
                  <a:pt x="343" y="119"/>
                </a:cubicBezTo>
                <a:cubicBezTo>
                  <a:pt x="343" y="99"/>
                  <a:pt x="343" y="99"/>
                  <a:pt x="343" y="99"/>
                </a:cubicBezTo>
                <a:cubicBezTo>
                  <a:pt x="295" y="99"/>
                  <a:pt x="295" y="99"/>
                  <a:pt x="295" y="99"/>
                </a:cubicBezTo>
                <a:cubicBezTo>
                  <a:pt x="295" y="73"/>
                  <a:pt x="295" y="73"/>
                  <a:pt x="295" y="73"/>
                </a:cubicBezTo>
                <a:lnTo>
                  <a:pt x="350" y="73"/>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1800" b="0" i="0" dirty="0">
              <a:latin typeface="Arial" panose="020B0604020202020204" pitchFamily="34" charset="0"/>
            </a:endParaRPr>
          </a:p>
        </p:txBody>
      </p:sp>
    </p:spTree>
    <p:extLst>
      <p:ext uri="{BB962C8B-B14F-4D97-AF65-F5344CB8AC3E}">
        <p14:creationId xmlns:p14="http://schemas.microsoft.com/office/powerpoint/2010/main" val="1203051825"/>
      </p:ext>
    </p:extLst>
  </p:cSld>
  <p:clrMap bg1="lt1" tx1="dk1" bg2="lt2" tx2="dk2" accent1="accent1" accent2="accent2" accent3="accent3" accent4="accent4" accent5="accent5" accent6="accent6" hlink="hlink" folHlink="folHlink"/>
  <p:sldLayoutIdLst>
    <p:sldLayoutId id="2147483979" r:id="rId1"/>
    <p:sldLayoutId id="2147483980" r:id="rId2"/>
    <p:sldLayoutId id="2147483981" r:id="rId3"/>
    <p:sldLayoutId id="2147483984" r:id="rId4"/>
    <p:sldLayoutId id="2147483982" r:id="rId5"/>
    <p:sldLayoutId id="2147483986" r:id="rId6"/>
    <p:sldLayoutId id="2147483987" r:id="rId7"/>
    <p:sldLayoutId id="2147483988" r:id="rId8"/>
    <p:sldLayoutId id="2147483989" r:id="rId9"/>
    <p:sldLayoutId id="2147483990" r:id="rId10"/>
    <p:sldLayoutId id="2147483991" r:id="rId11"/>
    <p:sldLayoutId id="2147483992" r:id="rId12"/>
    <p:sldLayoutId id="2147483993" r:id="rId13"/>
    <p:sldLayoutId id="2147484016" r:id="rId14"/>
    <p:sldLayoutId id="2147483994" r:id="rId15"/>
    <p:sldLayoutId id="2147483995" r:id="rId16"/>
    <p:sldLayoutId id="2147484023" r:id="rId17"/>
    <p:sldLayoutId id="2147484024" r:id="rId18"/>
    <p:sldLayoutId id="2147484035" r:id="rId19"/>
    <p:sldLayoutId id="2147484037" r:id="rId20"/>
    <p:sldLayoutId id="2147484038" r:id="rId21"/>
    <p:sldLayoutId id="2147484039" r:id="rId22"/>
    <p:sldLayoutId id="2147484040" r:id="rId23"/>
  </p:sldLayoutIdLst>
  <p:transition>
    <p:fade/>
  </p:transition>
  <p:hf hdr="0"/>
  <p:txStyles>
    <p:titleStyle>
      <a:lvl1pPr algn="l" defTabSz="914378" rtl="0" eaLnBrk="1" latinLnBrk="0" hangingPunct="1">
        <a:lnSpc>
          <a:spcPct val="85000"/>
        </a:lnSpc>
        <a:spcBef>
          <a:spcPct val="0"/>
        </a:spcBef>
        <a:buNone/>
        <a:defRPr lang="en-US" sz="3600" b="0" i="0" kern="1200" cap="none" spc="0" baseline="0" dirty="0" smtClean="0">
          <a:solidFill>
            <a:schemeClr val="tx1"/>
          </a:solidFill>
          <a:latin typeface="Garamond" panose="02020404030301010803" pitchFamily="18" charset="0"/>
          <a:ea typeface="Helvetica Neue" panose="02000503000000020004" pitchFamily="2" charset="0"/>
          <a:cs typeface="Arial" panose="020B0604020202020204" pitchFamily="34" charset="0"/>
        </a:defRPr>
      </a:lvl1pPr>
    </p:titleStyle>
    <p:bodyStyle>
      <a:lvl1pPr marL="233357" indent="-233357" algn="l" defTabSz="640064" rtl="0" eaLnBrk="1" latinLnBrk="0" hangingPunct="1">
        <a:lnSpc>
          <a:spcPct val="100000"/>
        </a:lnSpc>
        <a:spcBef>
          <a:spcPts val="0"/>
        </a:spcBef>
        <a:spcAft>
          <a:spcPts val="600"/>
        </a:spcAft>
        <a:buClr>
          <a:schemeClr val="accent1"/>
        </a:buClr>
        <a:buSzPct val="80000"/>
        <a:buFont typeface="Wingdings" charset="2"/>
        <a:buChar char="§"/>
        <a:tabLst/>
        <a:defRPr lang="en-US" sz="2200" b="0" i="0" kern="1200" dirty="0" smtClean="0">
          <a:solidFill>
            <a:schemeClr val="tx1"/>
          </a:solidFill>
          <a:latin typeface="Arial" panose="020B0604020202020204" pitchFamily="34" charset="0"/>
          <a:ea typeface="Helvetica Neue" panose="02000503000000020004" pitchFamily="2" charset="0"/>
          <a:cs typeface="Arial" panose="020B0604020202020204" pitchFamily="34" charset="0"/>
        </a:defRPr>
      </a:lvl1pPr>
      <a:lvl2pPr marL="522275" indent="-227007" algn="l" defTabSz="640064" rtl="0" eaLnBrk="1" latinLnBrk="0" hangingPunct="1">
        <a:lnSpc>
          <a:spcPct val="100000"/>
        </a:lnSpc>
        <a:spcBef>
          <a:spcPts val="0"/>
        </a:spcBef>
        <a:spcAft>
          <a:spcPts val="600"/>
        </a:spcAft>
        <a:buClr>
          <a:schemeClr val="tx1"/>
        </a:buClr>
        <a:buSzPct val="100000"/>
        <a:buFont typeface=".AppleSystemUIFont" charset="0"/>
        <a:buChar char="-"/>
        <a:tabLst/>
        <a:defRPr lang="en-US" sz="2000" b="0" i="0" kern="1200" dirty="0" smtClean="0">
          <a:solidFill>
            <a:schemeClr val="tx1"/>
          </a:solidFill>
          <a:latin typeface="Arial" panose="020B0604020202020204" pitchFamily="34" charset="0"/>
          <a:ea typeface="Helvetica Neue" panose="02000503000000020004" pitchFamily="2" charset="0"/>
          <a:cs typeface="Arial" panose="020B0604020202020204" pitchFamily="34" charset="0"/>
        </a:defRPr>
      </a:lvl2pPr>
      <a:lvl3pPr marL="746106" indent="-166684" algn="l" defTabSz="640064" rtl="0" eaLnBrk="1" latinLnBrk="0" hangingPunct="1">
        <a:lnSpc>
          <a:spcPct val="100000"/>
        </a:lnSpc>
        <a:spcBef>
          <a:spcPts val="0"/>
        </a:spcBef>
        <a:spcAft>
          <a:spcPts val="600"/>
        </a:spcAft>
        <a:buClr>
          <a:schemeClr val="accent1"/>
        </a:buClr>
        <a:buSzPct val="80000"/>
        <a:buFont typeface="Wingdings" charset="2"/>
        <a:buChar char="§"/>
        <a:tabLst/>
        <a:defRPr lang="en-US" sz="1800" b="0" i="0" kern="1200" dirty="0" smtClean="0">
          <a:solidFill>
            <a:schemeClr val="tx1"/>
          </a:solidFill>
          <a:latin typeface="Arial" panose="020B0604020202020204" pitchFamily="34" charset="0"/>
          <a:ea typeface="Helvetica Neue" panose="02000503000000020004" pitchFamily="2" charset="0"/>
          <a:cs typeface="Arial" panose="020B0604020202020204" pitchFamily="34" charset="0"/>
        </a:defRPr>
      </a:lvl3pPr>
      <a:lvl4pPr marL="979463" indent="-173034" algn="l" defTabSz="640064" rtl="0" eaLnBrk="1" latinLnBrk="0" hangingPunct="1">
        <a:lnSpc>
          <a:spcPct val="100000"/>
        </a:lnSpc>
        <a:spcBef>
          <a:spcPts val="0"/>
        </a:spcBef>
        <a:spcAft>
          <a:spcPts val="600"/>
        </a:spcAft>
        <a:buClr>
          <a:schemeClr val="tx1"/>
        </a:buClr>
        <a:buSzPct val="100000"/>
        <a:buFont typeface=".AppleSystemUIFont" charset="0"/>
        <a:buChar char="-"/>
        <a:tabLst/>
        <a:defRPr lang="en-US" sz="1600" b="0" i="0" kern="1200" dirty="0" smtClean="0">
          <a:solidFill>
            <a:schemeClr val="tx1"/>
          </a:solidFill>
          <a:latin typeface="Arial" panose="020B0604020202020204" pitchFamily="34" charset="0"/>
          <a:ea typeface="Helvetica Neue" panose="02000503000000020004" pitchFamily="2" charset="0"/>
          <a:cs typeface="Arial" panose="020B0604020202020204" pitchFamily="34" charset="0"/>
        </a:defRPr>
      </a:lvl4pPr>
      <a:lvl5pPr marL="1312830" indent="-227007" algn="l" defTabSz="640064" rtl="0" eaLnBrk="1" latinLnBrk="0" hangingPunct="1">
        <a:lnSpc>
          <a:spcPct val="100000"/>
        </a:lnSpc>
        <a:spcBef>
          <a:spcPts val="0"/>
        </a:spcBef>
        <a:spcAft>
          <a:spcPts val="1000"/>
        </a:spcAft>
        <a:buClr>
          <a:schemeClr val="accent1"/>
        </a:buClr>
        <a:buSzPct val="80000"/>
        <a:buFont typeface="Wingdings" charset="2"/>
        <a:buChar char="§"/>
        <a:defRPr lang="en-US" sz="1400" b="0" kern="1200" dirty="0">
          <a:solidFill>
            <a:schemeClr val="tx1"/>
          </a:solidFill>
          <a:latin typeface="+mn-lt"/>
          <a:ea typeface="+mn-ea"/>
          <a:cs typeface="+mn-cs"/>
        </a:defRPr>
      </a:lvl5pPr>
      <a:lvl6pPr marL="2514537" indent="-228594" algn="l" defTabSz="914378"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726" indent="-228594" algn="l" defTabSz="914378"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915" indent="-228594" algn="l" defTabSz="914378"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103" indent="-228594" algn="l" defTabSz="914378"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78" rtl="0" eaLnBrk="1" latinLnBrk="0" hangingPunct="1">
        <a:defRPr sz="1800" kern="1200">
          <a:solidFill>
            <a:schemeClr val="tx1"/>
          </a:solidFill>
          <a:latin typeface="+mn-lt"/>
          <a:ea typeface="+mn-ea"/>
          <a:cs typeface="+mn-cs"/>
        </a:defRPr>
      </a:lvl1pPr>
      <a:lvl2pPr marL="457189" algn="l" defTabSz="914378" rtl="0" eaLnBrk="1" latinLnBrk="0" hangingPunct="1">
        <a:defRPr sz="1800" kern="1200">
          <a:solidFill>
            <a:schemeClr val="tx1"/>
          </a:solidFill>
          <a:latin typeface="+mn-lt"/>
          <a:ea typeface="+mn-ea"/>
          <a:cs typeface="+mn-cs"/>
        </a:defRPr>
      </a:lvl2pPr>
      <a:lvl3pPr marL="914378" algn="l" defTabSz="914378" rtl="0" eaLnBrk="1" latinLnBrk="0" hangingPunct="1">
        <a:defRPr sz="1800" kern="1200">
          <a:solidFill>
            <a:schemeClr val="tx1"/>
          </a:solidFill>
          <a:latin typeface="+mn-lt"/>
          <a:ea typeface="+mn-ea"/>
          <a:cs typeface="+mn-cs"/>
        </a:defRPr>
      </a:lvl3pPr>
      <a:lvl4pPr marL="1371566" algn="l" defTabSz="914378" rtl="0" eaLnBrk="1" latinLnBrk="0" hangingPunct="1">
        <a:defRPr sz="1800" kern="1200">
          <a:solidFill>
            <a:schemeClr val="tx1"/>
          </a:solidFill>
          <a:latin typeface="+mn-lt"/>
          <a:ea typeface="+mn-ea"/>
          <a:cs typeface="+mn-cs"/>
        </a:defRPr>
      </a:lvl4pPr>
      <a:lvl5pPr marL="1828754" algn="l" defTabSz="914378" rtl="0" eaLnBrk="1" latinLnBrk="0" hangingPunct="1">
        <a:defRPr sz="1800" kern="1200">
          <a:solidFill>
            <a:schemeClr val="tx1"/>
          </a:solidFill>
          <a:latin typeface="+mn-lt"/>
          <a:ea typeface="+mn-ea"/>
          <a:cs typeface="+mn-cs"/>
        </a:defRPr>
      </a:lvl5pPr>
      <a:lvl6pPr marL="2285943" algn="l" defTabSz="914378" rtl="0" eaLnBrk="1" latinLnBrk="0" hangingPunct="1">
        <a:defRPr sz="1800" kern="1200">
          <a:solidFill>
            <a:schemeClr val="tx1"/>
          </a:solidFill>
          <a:latin typeface="+mn-lt"/>
          <a:ea typeface="+mn-ea"/>
          <a:cs typeface="+mn-cs"/>
        </a:defRPr>
      </a:lvl6pPr>
      <a:lvl7pPr marL="2743132" algn="l" defTabSz="914378" rtl="0" eaLnBrk="1" latinLnBrk="0" hangingPunct="1">
        <a:defRPr sz="1800" kern="1200">
          <a:solidFill>
            <a:schemeClr val="tx1"/>
          </a:solidFill>
          <a:latin typeface="+mn-lt"/>
          <a:ea typeface="+mn-ea"/>
          <a:cs typeface="+mn-cs"/>
        </a:defRPr>
      </a:lvl7pPr>
      <a:lvl8pPr marL="3200320" algn="l" defTabSz="914378" rtl="0" eaLnBrk="1" latinLnBrk="0" hangingPunct="1">
        <a:defRPr sz="1800" kern="1200">
          <a:solidFill>
            <a:schemeClr val="tx1"/>
          </a:solidFill>
          <a:latin typeface="+mn-lt"/>
          <a:ea typeface="+mn-ea"/>
          <a:cs typeface="+mn-cs"/>
        </a:defRPr>
      </a:lvl8pPr>
      <a:lvl9pPr marL="3657509" algn="l" defTabSz="914378"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1" name="Footer Placeholder 5"/>
          <p:cNvSpPr>
            <a:spLocks noGrp="1"/>
          </p:cNvSpPr>
          <p:nvPr>
            <p:ph type="ftr" sz="quarter" idx="3"/>
          </p:nvPr>
        </p:nvSpPr>
        <p:spPr>
          <a:xfrm>
            <a:off x="548152" y="4852597"/>
            <a:ext cx="4310907" cy="103485"/>
          </a:xfrm>
          <a:prstGeom prst="rect">
            <a:avLst/>
          </a:prstGeom>
        </p:spPr>
        <p:txBody>
          <a:bodyPr vert="horz" wrap="square" lIns="0" tIns="0" rIns="0" bIns="0" rtlCol="0" anchor="b" anchorCtr="0"/>
          <a:lstStyle>
            <a:lvl1pPr algn="l">
              <a:defRPr sz="700" b="0" i="0">
                <a:solidFill>
                  <a:schemeClr val="tx1"/>
                </a:solidFill>
                <a:latin typeface="Arial" panose="020B0604020202020204" pitchFamily="34" charset="0"/>
                <a:ea typeface="Helvetica Neue" panose="02000503000000020004" pitchFamily="2" charset="0"/>
                <a:cs typeface="Arial" panose="020B0604020202020204" pitchFamily="34" charset="0"/>
              </a:defRPr>
            </a:lvl1pPr>
          </a:lstStyle>
          <a:p>
            <a:r>
              <a:rPr lang="en-US"/>
              <a:t>Presentation Title</a:t>
            </a:r>
            <a:endParaRPr lang="en-US" dirty="0"/>
          </a:p>
        </p:txBody>
      </p:sp>
      <p:sp>
        <p:nvSpPr>
          <p:cNvPr id="12" name="Slide Number Placeholder 6"/>
          <p:cNvSpPr>
            <a:spLocks noGrp="1"/>
          </p:cNvSpPr>
          <p:nvPr>
            <p:ph type="sldNum" sz="quarter" idx="4"/>
          </p:nvPr>
        </p:nvSpPr>
        <p:spPr>
          <a:xfrm>
            <a:off x="272107" y="4840129"/>
            <a:ext cx="246061" cy="116425"/>
          </a:xfrm>
          <a:prstGeom prst="rect">
            <a:avLst/>
          </a:prstGeom>
        </p:spPr>
        <p:txBody>
          <a:bodyPr vert="horz" wrap="square" lIns="0" tIns="0" rIns="0" bIns="0" rtlCol="0" anchor="b" anchorCtr="0"/>
          <a:lstStyle>
            <a:lvl1pPr algn="l">
              <a:defRPr sz="700" b="0" i="0">
                <a:solidFill>
                  <a:schemeClr val="tx1"/>
                </a:solidFill>
                <a:latin typeface="Arial" panose="020B0604020202020204" pitchFamily="34" charset="0"/>
                <a:ea typeface="Helvetica Neue" panose="02000503000000020004" pitchFamily="2" charset="0"/>
                <a:cs typeface="Arial" panose="020B0604020202020204" pitchFamily="34" charset="0"/>
              </a:defRPr>
            </a:lvl1pPr>
          </a:lstStyle>
          <a:p>
            <a:fld id="{7BCC8D0D-EAEC-449D-9161-023DFF90F2E2}" type="slidenum">
              <a:rPr lang="en-US" smtClean="0"/>
              <a:pPr/>
              <a:t>‹#›</a:t>
            </a:fld>
            <a:endParaRPr lang="en-US" dirty="0"/>
          </a:p>
        </p:txBody>
      </p:sp>
      <p:cxnSp>
        <p:nvCxnSpPr>
          <p:cNvPr id="36" name="Straight Connector 35"/>
          <p:cNvCxnSpPr/>
          <p:nvPr/>
        </p:nvCxnSpPr>
        <p:spPr>
          <a:xfrm>
            <a:off x="365125" y="4687560"/>
            <a:ext cx="8413750" cy="0"/>
          </a:xfrm>
          <a:prstGeom prst="line">
            <a:avLst/>
          </a:prstGeom>
          <a:noFill/>
          <a:ln w="3175" cap="flat">
            <a:solidFill>
              <a:srgbClr val="052049"/>
            </a:solidFill>
            <a:prstDash val="solid"/>
            <a:miter lim="800000"/>
            <a:headEnd/>
            <a:tailEnd/>
          </a:ln>
          <a:extLst>
            <a:ext uri="{909E8E84-426E-40DD-AFC4-6F175D3DCCD1}">
              <a14:hiddenFill xmlns:a14="http://schemas.microsoft.com/office/drawing/2010/main">
                <a:noFill/>
              </a14:hiddenFill>
            </a:ext>
          </a:extLst>
        </p:spPr>
      </p:cxnSp>
      <p:cxnSp>
        <p:nvCxnSpPr>
          <p:cNvPr id="9" name="Straight Connector 8"/>
          <p:cNvCxnSpPr/>
          <p:nvPr userDrawn="1"/>
        </p:nvCxnSpPr>
        <p:spPr>
          <a:xfrm>
            <a:off x="277813" y="4687560"/>
            <a:ext cx="8595360" cy="0"/>
          </a:xfrm>
          <a:prstGeom prst="line">
            <a:avLst/>
          </a:prstGeom>
          <a:noFill/>
          <a:ln w="3175" cap="flat">
            <a:solidFill>
              <a:schemeClr val="tx1"/>
            </a:solidFill>
            <a:prstDash val="solid"/>
            <a:miter lim="800000"/>
            <a:headEnd/>
            <a:tailEnd/>
          </a:ln>
          <a:extLst>
            <a:ext uri="{909E8E84-426E-40DD-AFC4-6F175D3DCCD1}">
              <a14:hiddenFill xmlns:a14="http://schemas.microsoft.com/office/drawing/2010/main">
                <a:noFill/>
              </a14:hiddenFill>
            </a:ext>
          </a:extLst>
        </p:spPr>
      </p:cxnSp>
      <p:sp>
        <p:nvSpPr>
          <p:cNvPr id="13" name="Freeform 77"/>
          <p:cNvSpPr>
            <a:spLocks/>
          </p:cNvSpPr>
          <p:nvPr userDrawn="1"/>
        </p:nvSpPr>
        <p:spPr bwMode="auto">
          <a:xfrm>
            <a:off x="8393113" y="4800601"/>
            <a:ext cx="481012" cy="231074"/>
          </a:xfrm>
          <a:custGeom>
            <a:avLst/>
            <a:gdLst>
              <a:gd name="T0" fmla="*/ 350 w 350"/>
              <a:gd name="T1" fmla="*/ 52 h 168"/>
              <a:gd name="T2" fmla="*/ 270 w 350"/>
              <a:gd name="T3" fmla="*/ 130 h 168"/>
              <a:gd name="T4" fmla="*/ 240 w 350"/>
              <a:gd name="T5" fmla="*/ 100 h 168"/>
              <a:gd name="T6" fmla="*/ 205 w 350"/>
              <a:gd name="T7" fmla="*/ 91 h 168"/>
              <a:gd name="T8" fmla="*/ 201 w 350"/>
              <a:gd name="T9" fmla="*/ 86 h 168"/>
              <a:gd name="T10" fmla="*/ 200 w 350"/>
              <a:gd name="T11" fmla="*/ 82 h 168"/>
              <a:gd name="T12" fmla="*/ 203 w 350"/>
              <a:gd name="T13" fmla="*/ 73 h 168"/>
              <a:gd name="T14" fmla="*/ 203 w 350"/>
              <a:gd name="T15" fmla="*/ 73 h 168"/>
              <a:gd name="T16" fmla="*/ 205 w 350"/>
              <a:gd name="T17" fmla="*/ 72 h 168"/>
              <a:gd name="T18" fmla="*/ 234 w 350"/>
              <a:gd name="T19" fmla="*/ 71 h 168"/>
              <a:gd name="T20" fmla="*/ 266 w 350"/>
              <a:gd name="T21" fmla="*/ 85 h 168"/>
              <a:gd name="T22" fmla="*/ 222 w 350"/>
              <a:gd name="T23" fmla="*/ 48 h 168"/>
              <a:gd name="T24" fmla="*/ 179 w 350"/>
              <a:gd name="T25" fmla="*/ 73 h 168"/>
              <a:gd name="T26" fmla="*/ 178 w 350"/>
              <a:gd name="T27" fmla="*/ 76 h 168"/>
              <a:gd name="T28" fmla="*/ 122 w 350"/>
              <a:gd name="T29" fmla="*/ 60 h 168"/>
              <a:gd name="T30" fmla="*/ 178 w 350"/>
              <a:gd name="T31" fmla="*/ 41 h 168"/>
              <a:gd name="T32" fmla="*/ 153 w 350"/>
              <a:gd name="T33" fmla="*/ 0 h 168"/>
              <a:gd name="T34" fmla="*/ 97 w 350"/>
              <a:gd name="T35" fmla="*/ 2 h 168"/>
              <a:gd name="T36" fmla="*/ 72 w 350"/>
              <a:gd name="T37" fmla="*/ 73 h 168"/>
              <a:gd name="T38" fmla="*/ 25 w 350"/>
              <a:gd name="T39" fmla="*/ 73 h 168"/>
              <a:gd name="T40" fmla="*/ 0 w 350"/>
              <a:gd name="T41" fmla="*/ 2 h 168"/>
              <a:gd name="T42" fmla="*/ 48 w 350"/>
              <a:gd name="T43" fmla="*/ 119 h 168"/>
              <a:gd name="T44" fmla="*/ 97 w 350"/>
              <a:gd name="T45" fmla="*/ 64 h 168"/>
              <a:gd name="T46" fmla="*/ 187 w 350"/>
              <a:gd name="T47" fmla="*/ 107 h 168"/>
              <a:gd name="T48" fmla="*/ 214 w 350"/>
              <a:gd name="T49" fmla="*/ 117 h 168"/>
              <a:gd name="T50" fmla="*/ 242 w 350"/>
              <a:gd name="T51" fmla="*/ 125 h 168"/>
              <a:gd name="T52" fmla="*/ 237 w 350"/>
              <a:gd name="T53" fmla="*/ 147 h 168"/>
              <a:gd name="T54" fmla="*/ 203 w 350"/>
              <a:gd name="T55" fmla="*/ 141 h 168"/>
              <a:gd name="T56" fmla="*/ 176 w 350"/>
              <a:gd name="T57" fmla="*/ 130 h 168"/>
              <a:gd name="T58" fmla="*/ 224 w 350"/>
              <a:gd name="T59" fmla="*/ 168 h 168"/>
              <a:gd name="T60" fmla="*/ 270 w 350"/>
              <a:gd name="T61" fmla="*/ 134 h 168"/>
              <a:gd name="T62" fmla="*/ 295 w 350"/>
              <a:gd name="T63" fmla="*/ 166 h 168"/>
              <a:gd name="T64" fmla="*/ 343 w 350"/>
              <a:gd name="T65" fmla="*/ 119 h 168"/>
              <a:gd name="T66" fmla="*/ 295 w 350"/>
              <a:gd name="T67" fmla="*/ 99 h 168"/>
              <a:gd name="T68" fmla="*/ 350 w 350"/>
              <a:gd name="T69" fmla="*/ 73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50" h="168">
                <a:moveTo>
                  <a:pt x="350" y="73"/>
                </a:moveTo>
                <a:cubicBezTo>
                  <a:pt x="350" y="52"/>
                  <a:pt x="350" y="52"/>
                  <a:pt x="350" y="52"/>
                </a:cubicBezTo>
                <a:cubicBezTo>
                  <a:pt x="270" y="52"/>
                  <a:pt x="270" y="52"/>
                  <a:pt x="270" y="52"/>
                </a:cubicBezTo>
                <a:cubicBezTo>
                  <a:pt x="270" y="130"/>
                  <a:pt x="270" y="130"/>
                  <a:pt x="270" y="130"/>
                </a:cubicBezTo>
                <a:cubicBezTo>
                  <a:pt x="269" y="121"/>
                  <a:pt x="266" y="114"/>
                  <a:pt x="260" y="109"/>
                </a:cubicBezTo>
                <a:cubicBezTo>
                  <a:pt x="255" y="105"/>
                  <a:pt x="249" y="102"/>
                  <a:pt x="240" y="100"/>
                </a:cubicBezTo>
                <a:cubicBezTo>
                  <a:pt x="220" y="96"/>
                  <a:pt x="220" y="96"/>
                  <a:pt x="220" y="96"/>
                </a:cubicBezTo>
                <a:cubicBezTo>
                  <a:pt x="213" y="94"/>
                  <a:pt x="208" y="92"/>
                  <a:pt x="205" y="91"/>
                </a:cubicBezTo>
                <a:cubicBezTo>
                  <a:pt x="203" y="90"/>
                  <a:pt x="201" y="88"/>
                  <a:pt x="201" y="86"/>
                </a:cubicBezTo>
                <a:cubicBezTo>
                  <a:pt x="201" y="86"/>
                  <a:pt x="201" y="86"/>
                  <a:pt x="201" y="86"/>
                </a:cubicBezTo>
                <a:cubicBezTo>
                  <a:pt x="201" y="86"/>
                  <a:pt x="201" y="86"/>
                  <a:pt x="201" y="86"/>
                </a:cubicBezTo>
                <a:cubicBezTo>
                  <a:pt x="200" y="85"/>
                  <a:pt x="200" y="83"/>
                  <a:pt x="200" y="82"/>
                </a:cubicBezTo>
                <a:cubicBezTo>
                  <a:pt x="200" y="78"/>
                  <a:pt x="201" y="75"/>
                  <a:pt x="203" y="73"/>
                </a:cubicBezTo>
                <a:cubicBezTo>
                  <a:pt x="203" y="73"/>
                  <a:pt x="203" y="73"/>
                  <a:pt x="203" y="73"/>
                </a:cubicBezTo>
                <a:cubicBezTo>
                  <a:pt x="203" y="73"/>
                  <a:pt x="203" y="73"/>
                  <a:pt x="203" y="73"/>
                </a:cubicBezTo>
                <a:cubicBezTo>
                  <a:pt x="203" y="73"/>
                  <a:pt x="203" y="73"/>
                  <a:pt x="203" y="73"/>
                </a:cubicBezTo>
                <a:cubicBezTo>
                  <a:pt x="203" y="73"/>
                  <a:pt x="203" y="73"/>
                  <a:pt x="203" y="73"/>
                </a:cubicBezTo>
                <a:cubicBezTo>
                  <a:pt x="204" y="72"/>
                  <a:pt x="205" y="72"/>
                  <a:pt x="205" y="72"/>
                </a:cubicBezTo>
                <a:cubicBezTo>
                  <a:pt x="209" y="69"/>
                  <a:pt x="214" y="68"/>
                  <a:pt x="220" y="68"/>
                </a:cubicBezTo>
                <a:cubicBezTo>
                  <a:pt x="226" y="68"/>
                  <a:pt x="231" y="69"/>
                  <a:pt x="234" y="71"/>
                </a:cubicBezTo>
                <a:cubicBezTo>
                  <a:pt x="240" y="74"/>
                  <a:pt x="243" y="78"/>
                  <a:pt x="243" y="85"/>
                </a:cubicBezTo>
                <a:cubicBezTo>
                  <a:pt x="266" y="85"/>
                  <a:pt x="266" y="85"/>
                  <a:pt x="266" y="85"/>
                </a:cubicBezTo>
                <a:cubicBezTo>
                  <a:pt x="266" y="73"/>
                  <a:pt x="261" y="64"/>
                  <a:pt x="253" y="58"/>
                </a:cubicBezTo>
                <a:cubicBezTo>
                  <a:pt x="244" y="51"/>
                  <a:pt x="234" y="48"/>
                  <a:pt x="222" y="48"/>
                </a:cubicBezTo>
                <a:cubicBezTo>
                  <a:pt x="207" y="48"/>
                  <a:pt x="196" y="52"/>
                  <a:pt x="189" y="58"/>
                </a:cubicBezTo>
                <a:cubicBezTo>
                  <a:pt x="184" y="62"/>
                  <a:pt x="181" y="67"/>
                  <a:pt x="179" y="73"/>
                </a:cubicBezTo>
                <a:cubicBezTo>
                  <a:pt x="179" y="73"/>
                  <a:pt x="179" y="73"/>
                  <a:pt x="179" y="73"/>
                </a:cubicBezTo>
                <a:cubicBezTo>
                  <a:pt x="179" y="74"/>
                  <a:pt x="179" y="75"/>
                  <a:pt x="178" y="76"/>
                </a:cubicBezTo>
                <a:cubicBezTo>
                  <a:pt x="176" y="89"/>
                  <a:pt x="167" y="98"/>
                  <a:pt x="153" y="98"/>
                </a:cubicBezTo>
                <a:cubicBezTo>
                  <a:pt x="131" y="98"/>
                  <a:pt x="122" y="79"/>
                  <a:pt x="122" y="60"/>
                </a:cubicBezTo>
                <a:cubicBezTo>
                  <a:pt x="122" y="40"/>
                  <a:pt x="131" y="21"/>
                  <a:pt x="153" y="21"/>
                </a:cubicBezTo>
                <a:cubicBezTo>
                  <a:pt x="166" y="21"/>
                  <a:pt x="176" y="29"/>
                  <a:pt x="178" y="41"/>
                </a:cubicBezTo>
                <a:cubicBezTo>
                  <a:pt x="202" y="41"/>
                  <a:pt x="202" y="41"/>
                  <a:pt x="202" y="41"/>
                </a:cubicBezTo>
                <a:cubicBezTo>
                  <a:pt x="199" y="14"/>
                  <a:pt x="178" y="0"/>
                  <a:pt x="153" y="0"/>
                </a:cubicBezTo>
                <a:cubicBezTo>
                  <a:pt x="119" y="0"/>
                  <a:pt x="99" y="24"/>
                  <a:pt x="97" y="55"/>
                </a:cubicBezTo>
                <a:cubicBezTo>
                  <a:pt x="97" y="2"/>
                  <a:pt x="97" y="2"/>
                  <a:pt x="97" y="2"/>
                </a:cubicBezTo>
                <a:cubicBezTo>
                  <a:pt x="72" y="2"/>
                  <a:pt x="72" y="2"/>
                  <a:pt x="72" y="2"/>
                </a:cubicBezTo>
                <a:cubicBezTo>
                  <a:pt x="72" y="73"/>
                  <a:pt x="72" y="73"/>
                  <a:pt x="72" y="73"/>
                </a:cubicBezTo>
                <a:cubicBezTo>
                  <a:pt x="72" y="90"/>
                  <a:pt x="66" y="98"/>
                  <a:pt x="48" y="98"/>
                </a:cubicBezTo>
                <a:cubicBezTo>
                  <a:pt x="28" y="98"/>
                  <a:pt x="25" y="86"/>
                  <a:pt x="25" y="73"/>
                </a:cubicBezTo>
                <a:cubicBezTo>
                  <a:pt x="25" y="2"/>
                  <a:pt x="25" y="2"/>
                  <a:pt x="25" y="2"/>
                </a:cubicBezTo>
                <a:cubicBezTo>
                  <a:pt x="0" y="2"/>
                  <a:pt x="0" y="2"/>
                  <a:pt x="0" y="2"/>
                </a:cubicBezTo>
                <a:cubicBezTo>
                  <a:pt x="0" y="73"/>
                  <a:pt x="0" y="73"/>
                  <a:pt x="0" y="73"/>
                </a:cubicBezTo>
                <a:cubicBezTo>
                  <a:pt x="0" y="104"/>
                  <a:pt x="18" y="119"/>
                  <a:pt x="48" y="119"/>
                </a:cubicBezTo>
                <a:cubicBezTo>
                  <a:pt x="79" y="119"/>
                  <a:pt x="97" y="104"/>
                  <a:pt x="97" y="73"/>
                </a:cubicBezTo>
                <a:cubicBezTo>
                  <a:pt x="97" y="64"/>
                  <a:pt x="97" y="64"/>
                  <a:pt x="97" y="64"/>
                </a:cubicBezTo>
                <a:cubicBezTo>
                  <a:pt x="99" y="95"/>
                  <a:pt x="119" y="119"/>
                  <a:pt x="153" y="119"/>
                </a:cubicBezTo>
                <a:cubicBezTo>
                  <a:pt x="167" y="119"/>
                  <a:pt x="179" y="115"/>
                  <a:pt x="187" y="107"/>
                </a:cubicBezTo>
                <a:cubicBezTo>
                  <a:pt x="188" y="107"/>
                  <a:pt x="189" y="108"/>
                  <a:pt x="189" y="108"/>
                </a:cubicBezTo>
                <a:cubicBezTo>
                  <a:pt x="194" y="111"/>
                  <a:pt x="202" y="114"/>
                  <a:pt x="214" y="117"/>
                </a:cubicBezTo>
                <a:cubicBezTo>
                  <a:pt x="226" y="119"/>
                  <a:pt x="226" y="119"/>
                  <a:pt x="226" y="119"/>
                </a:cubicBezTo>
                <a:cubicBezTo>
                  <a:pt x="234" y="121"/>
                  <a:pt x="239" y="123"/>
                  <a:pt x="242" y="125"/>
                </a:cubicBezTo>
                <a:cubicBezTo>
                  <a:pt x="245" y="127"/>
                  <a:pt x="247" y="130"/>
                  <a:pt x="247" y="133"/>
                </a:cubicBezTo>
                <a:cubicBezTo>
                  <a:pt x="247" y="140"/>
                  <a:pt x="244" y="144"/>
                  <a:pt x="237" y="147"/>
                </a:cubicBezTo>
                <a:cubicBezTo>
                  <a:pt x="233" y="148"/>
                  <a:pt x="229" y="148"/>
                  <a:pt x="223" y="148"/>
                </a:cubicBezTo>
                <a:cubicBezTo>
                  <a:pt x="213" y="148"/>
                  <a:pt x="207" y="146"/>
                  <a:pt x="203" y="141"/>
                </a:cubicBezTo>
                <a:cubicBezTo>
                  <a:pt x="201" y="139"/>
                  <a:pt x="199" y="135"/>
                  <a:pt x="198" y="130"/>
                </a:cubicBezTo>
                <a:cubicBezTo>
                  <a:pt x="176" y="130"/>
                  <a:pt x="176" y="130"/>
                  <a:pt x="176" y="130"/>
                </a:cubicBezTo>
                <a:cubicBezTo>
                  <a:pt x="176" y="142"/>
                  <a:pt x="180" y="151"/>
                  <a:pt x="189" y="158"/>
                </a:cubicBezTo>
                <a:cubicBezTo>
                  <a:pt x="197" y="164"/>
                  <a:pt x="209" y="168"/>
                  <a:pt x="224" y="168"/>
                </a:cubicBezTo>
                <a:cubicBezTo>
                  <a:pt x="239" y="168"/>
                  <a:pt x="250" y="164"/>
                  <a:pt x="258" y="158"/>
                </a:cubicBezTo>
                <a:cubicBezTo>
                  <a:pt x="265" y="151"/>
                  <a:pt x="269" y="143"/>
                  <a:pt x="270" y="134"/>
                </a:cubicBezTo>
                <a:cubicBezTo>
                  <a:pt x="270" y="166"/>
                  <a:pt x="270" y="166"/>
                  <a:pt x="270" y="166"/>
                </a:cubicBezTo>
                <a:cubicBezTo>
                  <a:pt x="295" y="166"/>
                  <a:pt x="295" y="166"/>
                  <a:pt x="295" y="166"/>
                </a:cubicBezTo>
                <a:cubicBezTo>
                  <a:pt x="295" y="119"/>
                  <a:pt x="295" y="119"/>
                  <a:pt x="295" y="119"/>
                </a:cubicBezTo>
                <a:cubicBezTo>
                  <a:pt x="343" y="119"/>
                  <a:pt x="343" y="119"/>
                  <a:pt x="343" y="119"/>
                </a:cubicBezTo>
                <a:cubicBezTo>
                  <a:pt x="343" y="99"/>
                  <a:pt x="343" y="99"/>
                  <a:pt x="343" y="99"/>
                </a:cubicBezTo>
                <a:cubicBezTo>
                  <a:pt x="295" y="99"/>
                  <a:pt x="295" y="99"/>
                  <a:pt x="295" y="99"/>
                </a:cubicBezTo>
                <a:cubicBezTo>
                  <a:pt x="295" y="73"/>
                  <a:pt x="295" y="73"/>
                  <a:pt x="295" y="73"/>
                </a:cubicBezTo>
                <a:lnTo>
                  <a:pt x="350" y="73"/>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1800" b="0" i="0" dirty="0">
              <a:latin typeface="Arial" panose="020B0604020202020204" pitchFamily="34" charset="0"/>
              <a:ea typeface="Helvetica Neue" panose="02000503000000020004" pitchFamily="2" charset="0"/>
              <a:cs typeface="Arial" panose="020B0604020202020204" pitchFamily="34" charset="0"/>
            </a:endParaRPr>
          </a:p>
        </p:txBody>
      </p:sp>
      <p:sp>
        <p:nvSpPr>
          <p:cNvPr id="10" name="Text Placeholder 3">
            <a:extLst>
              <a:ext uri="{FF2B5EF4-FFF2-40B4-BE49-F238E27FC236}">
                <a16:creationId xmlns:a16="http://schemas.microsoft.com/office/drawing/2014/main" id="{77A11AC4-0317-9648-9B11-2E4A9F79415E}"/>
              </a:ext>
            </a:extLst>
          </p:cNvPr>
          <p:cNvSpPr>
            <a:spLocks noGrp="1"/>
          </p:cNvSpPr>
          <p:nvPr>
            <p:ph type="body" idx="1"/>
          </p:nvPr>
        </p:nvSpPr>
        <p:spPr>
          <a:xfrm>
            <a:off x="459685" y="1401417"/>
            <a:ext cx="8137665" cy="2932045"/>
          </a:xfrm>
          <a:prstGeom prst="rect">
            <a:avLst/>
          </a:prstGeom>
        </p:spPr>
        <p:txBody>
          <a:bodyPr vert="horz" lIns="91440" tIns="45720" rIns="9144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4" name="Title Placeholder 1">
            <a:extLst>
              <a:ext uri="{FF2B5EF4-FFF2-40B4-BE49-F238E27FC236}">
                <a16:creationId xmlns:a16="http://schemas.microsoft.com/office/drawing/2014/main" id="{EEA57C94-8CEE-E147-BA04-64415375E2D2}"/>
              </a:ext>
            </a:extLst>
          </p:cNvPr>
          <p:cNvSpPr>
            <a:spLocks noGrp="1"/>
          </p:cNvSpPr>
          <p:nvPr>
            <p:ph type="title"/>
          </p:nvPr>
        </p:nvSpPr>
        <p:spPr>
          <a:xfrm>
            <a:off x="453585" y="318751"/>
            <a:ext cx="8173580" cy="458587"/>
          </a:xfrm>
          <a:prstGeom prst="rect">
            <a:avLst/>
          </a:prstGeom>
        </p:spPr>
        <p:txBody>
          <a:bodyPr vert="horz" wrap="square" lIns="91440" tIns="45720" rIns="91440" bIns="45720" rtlCol="0" anchor="t" anchorCtr="0">
            <a:noAutofit/>
          </a:bodyPr>
          <a:lstStyle/>
          <a:p>
            <a:r>
              <a:rPr lang="en-US" dirty="0"/>
              <a:t>Slide Title Here</a:t>
            </a:r>
          </a:p>
        </p:txBody>
      </p:sp>
    </p:spTree>
    <p:extLst>
      <p:ext uri="{BB962C8B-B14F-4D97-AF65-F5344CB8AC3E}">
        <p14:creationId xmlns:p14="http://schemas.microsoft.com/office/powerpoint/2010/main" val="1239549721"/>
      </p:ext>
    </p:extLst>
  </p:cSld>
  <p:clrMap bg1="lt1" tx1="dk1" bg2="lt2" tx2="dk2" accent1="accent1" accent2="accent2" accent3="accent3" accent4="accent4" accent5="accent5" accent6="accent6" hlink="hlink" folHlink="folHlink"/>
  <p:sldLayoutIdLst>
    <p:sldLayoutId id="2147483955" r:id="rId1"/>
    <p:sldLayoutId id="2147483972" r:id="rId2"/>
    <p:sldLayoutId id="2147484017" r:id="rId3"/>
    <p:sldLayoutId id="2147483975" r:id="rId4"/>
    <p:sldLayoutId id="2147483976" r:id="rId5"/>
    <p:sldLayoutId id="2147484011" r:id="rId6"/>
    <p:sldLayoutId id="2147484012" r:id="rId7"/>
    <p:sldLayoutId id="2147484013" r:id="rId8"/>
    <p:sldLayoutId id="2147484001" r:id="rId9"/>
    <p:sldLayoutId id="2147484007" r:id="rId10"/>
    <p:sldLayoutId id="2147484009" r:id="rId11"/>
    <p:sldLayoutId id="2147484008" r:id="rId12"/>
    <p:sldLayoutId id="2147483944" r:id="rId13"/>
    <p:sldLayoutId id="2147483951" r:id="rId14"/>
    <p:sldLayoutId id="2147483953" r:id="rId15"/>
    <p:sldLayoutId id="2147484000" r:id="rId16"/>
    <p:sldLayoutId id="2147483950" r:id="rId17"/>
    <p:sldLayoutId id="2147483960" r:id="rId18"/>
    <p:sldLayoutId id="2147483961" r:id="rId19"/>
    <p:sldLayoutId id="2147483966" r:id="rId20"/>
    <p:sldLayoutId id="2147483967" r:id="rId21"/>
    <p:sldLayoutId id="2147483968" r:id="rId22"/>
    <p:sldLayoutId id="2147483969" r:id="rId23"/>
    <p:sldLayoutId id="2147483970" r:id="rId24"/>
    <p:sldLayoutId id="2147483971" r:id="rId25"/>
    <p:sldLayoutId id="2147484015" r:id="rId26"/>
    <p:sldLayoutId id="2147483954" r:id="rId27"/>
    <p:sldLayoutId id="2147483959" r:id="rId28"/>
    <p:sldLayoutId id="2147484002" r:id="rId29"/>
    <p:sldLayoutId id="2147484014" r:id="rId30"/>
    <p:sldLayoutId id="2147484010" r:id="rId31"/>
    <p:sldLayoutId id="2147484003" r:id="rId32"/>
    <p:sldLayoutId id="2147484018" r:id="rId33"/>
    <p:sldLayoutId id="2147484041" r:id="rId34"/>
    <p:sldLayoutId id="2147484042" r:id="rId35"/>
    <p:sldLayoutId id="2147484043" r:id="rId36"/>
  </p:sldLayoutIdLst>
  <p:transition>
    <p:fade/>
  </p:transition>
  <p:hf hdr="0"/>
  <p:txStyles>
    <p:titleStyle>
      <a:lvl1pPr algn="l" defTabSz="914378" rtl="0" eaLnBrk="1" latinLnBrk="0" hangingPunct="1">
        <a:lnSpc>
          <a:spcPct val="85000"/>
        </a:lnSpc>
        <a:spcBef>
          <a:spcPct val="0"/>
        </a:spcBef>
        <a:buNone/>
        <a:defRPr lang="en-US" sz="3600" b="0" i="0" kern="1200" cap="none" spc="0" baseline="0" dirty="0" smtClean="0">
          <a:solidFill>
            <a:schemeClr val="tx1"/>
          </a:solidFill>
          <a:latin typeface="Garamond" panose="02020404030301010803" pitchFamily="18" charset="0"/>
          <a:ea typeface="Helvetica Neue" panose="02000503000000020004" pitchFamily="2" charset="0"/>
          <a:cs typeface="Arial" panose="020B0604020202020204" pitchFamily="34" charset="0"/>
        </a:defRPr>
      </a:lvl1pPr>
    </p:titleStyle>
    <p:bodyStyle>
      <a:lvl1pPr marL="233357" indent="-233357" algn="l" defTabSz="640064" rtl="0" eaLnBrk="1" latinLnBrk="0" hangingPunct="1">
        <a:lnSpc>
          <a:spcPct val="100000"/>
        </a:lnSpc>
        <a:spcBef>
          <a:spcPts val="0"/>
        </a:spcBef>
        <a:spcAft>
          <a:spcPts val="600"/>
        </a:spcAft>
        <a:buClr>
          <a:schemeClr val="accent1"/>
        </a:buClr>
        <a:buSzPct val="80000"/>
        <a:buFont typeface="Wingdings" charset="2"/>
        <a:buChar char="§"/>
        <a:tabLst/>
        <a:defRPr lang="en-US" sz="2200" b="0" i="0" kern="1200" dirty="0" smtClean="0">
          <a:solidFill>
            <a:schemeClr val="tx1"/>
          </a:solidFill>
          <a:latin typeface="Arial" panose="020B0604020202020204" pitchFamily="34" charset="0"/>
          <a:ea typeface="Helvetica Neue" panose="02000503000000020004" pitchFamily="2" charset="0"/>
          <a:cs typeface="Arial" panose="020B0604020202020204" pitchFamily="34" charset="0"/>
        </a:defRPr>
      </a:lvl1pPr>
      <a:lvl2pPr marL="522275" indent="-227007" algn="l" defTabSz="640064" rtl="0" eaLnBrk="1" latinLnBrk="0" hangingPunct="1">
        <a:lnSpc>
          <a:spcPct val="100000"/>
        </a:lnSpc>
        <a:spcBef>
          <a:spcPts val="0"/>
        </a:spcBef>
        <a:spcAft>
          <a:spcPts val="600"/>
        </a:spcAft>
        <a:buClr>
          <a:schemeClr val="tx2"/>
        </a:buClr>
        <a:buSzPct val="100000"/>
        <a:buFont typeface=".AppleSystemUIFont" charset="0"/>
        <a:buChar char="-"/>
        <a:tabLst/>
        <a:defRPr lang="en-US" sz="2000" b="0" i="0" kern="1200" dirty="0" smtClean="0">
          <a:solidFill>
            <a:schemeClr val="tx1"/>
          </a:solidFill>
          <a:latin typeface="Arial" panose="020B0604020202020204" pitchFamily="34" charset="0"/>
          <a:ea typeface="Helvetica Neue" panose="02000503000000020004" pitchFamily="2" charset="0"/>
          <a:cs typeface="Arial" panose="020B0604020202020204" pitchFamily="34" charset="0"/>
        </a:defRPr>
      </a:lvl2pPr>
      <a:lvl3pPr marL="746106" indent="-166684" algn="l" defTabSz="640064" rtl="0" eaLnBrk="1" latinLnBrk="0" hangingPunct="1">
        <a:lnSpc>
          <a:spcPct val="100000"/>
        </a:lnSpc>
        <a:spcBef>
          <a:spcPts val="0"/>
        </a:spcBef>
        <a:spcAft>
          <a:spcPts val="600"/>
        </a:spcAft>
        <a:buClr>
          <a:schemeClr val="accent1"/>
        </a:buClr>
        <a:buSzPct val="80000"/>
        <a:buFont typeface="Wingdings" charset="2"/>
        <a:buChar char="§"/>
        <a:tabLst/>
        <a:defRPr lang="en-US" sz="1800" b="0" i="0" kern="1200" dirty="0" smtClean="0">
          <a:solidFill>
            <a:schemeClr val="tx1"/>
          </a:solidFill>
          <a:latin typeface="Arial" panose="020B0604020202020204" pitchFamily="34" charset="0"/>
          <a:ea typeface="Helvetica Neue" panose="02000503000000020004" pitchFamily="2" charset="0"/>
          <a:cs typeface="Arial" panose="020B0604020202020204" pitchFamily="34" charset="0"/>
        </a:defRPr>
      </a:lvl3pPr>
      <a:lvl4pPr marL="979463" indent="-173034" algn="l" defTabSz="640064" rtl="0" eaLnBrk="1" latinLnBrk="0" hangingPunct="1">
        <a:lnSpc>
          <a:spcPct val="100000"/>
        </a:lnSpc>
        <a:spcBef>
          <a:spcPts val="0"/>
        </a:spcBef>
        <a:spcAft>
          <a:spcPts val="600"/>
        </a:spcAft>
        <a:buClr>
          <a:schemeClr val="tx2"/>
        </a:buClr>
        <a:buSzPct val="100000"/>
        <a:buFont typeface=".AppleSystemUIFont" charset="0"/>
        <a:buChar char="-"/>
        <a:tabLst/>
        <a:defRPr lang="en-US" sz="1600" b="0" i="0" kern="1200" dirty="0" smtClean="0">
          <a:solidFill>
            <a:schemeClr val="tx1"/>
          </a:solidFill>
          <a:latin typeface="Arial" panose="020B0604020202020204" pitchFamily="34" charset="0"/>
          <a:ea typeface="Helvetica Neue" panose="02000503000000020004" pitchFamily="2" charset="0"/>
          <a:cs typeface="Arial" panose="020B0604020202020204" pitchFamily="34" charset="0"/>
        </a:defRPr>
      </a:lvl4pPr>
      <a:lvl5pPr marL="1312830" indent="-227007" algn="l" defTabSz="640064" rtl="0" eaLnBrk="1" latinLnBrk="0" hangingPunct="1">
        <a:lnSpc>
          <a:spcPct val="200000"/>
        </a:lnSpc>
        <a:spcBef>
          <a:spcPts val="0"/>
        </a:spcBef>
        <a:buClr>
          <a:srgbClr val="18A3AC"/>
        </a:buClr>
        <a:buSzPct val="80000"/>
        <a:buFont typeface="Wingdings" charset="2"/>
        <a:buChar char="§"/>
        <a:defRPr lang="en-US" sz="2000" b="0" kern="1200" dirty="0">
          <a:solidFill>
            <a:schemeClr val="tx1"/>
          </a:solidFill>
          <a:latin typeface="+mj-lt"/>
          <a:ea typeface="+mn-ea"/>
          <a:cs typeface="+mn-cs"/>
        </a:defRPr>
      </a:lvl5pPr>
      <a:lvl6pPr marL="2514537" indent="-228594" algn="l" defTabSz="914378"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726" indent="-228594" algn="l" defTabSz="914378"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915" indent="-228594" algn="l" defTabSz="914378"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103" indent="-228594" algn="l" defTabSz="914378"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78" rtl="0" eaLnBrk="1" latinLnBrk="0" hangingPunct="1">
        <a:defRPr sz="1800" kern="1200">
          <a:solidFill>
            <a:schemeClr val="tx1"/>
          </a:solidFill>
          <a:latin typeface="+mn-lt"/>
          <a:ea typeface="+mn-ea"/>
          <a:cs typeface="+mn-cs"/>
        </a:defRPr>
      </a:lvl1pPr>
      <a:lvl2pPr marL="457189" algn="l" defTabSz="914378" rtl="0" eaLnBrk="1" latinLnBrk="0" hangingPunct="1">
        <a:defRPr sz="1800" kern="1200">
          <a:solidFill>
            <a:schemeClr val="tx1"/>
          </a:solidFill>
          <a:latin typeface="+mn-lt"/>
          <a:ea typeface="+mn-ea"/>
          <a:cs typeface="+mn-cs"/>
        </a:defRPr>
      </a:lvl2pPr>
      <a:lvl3pPr marL="914378" algn="l" defTabSz="914378" rtl="0" eaLnBrk="1" latinLnBrk="0" hangingPunct="1">
        <a:defRPr sz="1800" kern="1200">
          <a:solidFill>
            <a:schemeClr val="tx1"/>
          </a:solidFill>
          <a:latin typeface="+mn-lt"/>
          <a:ea typeface="+mn-ea"/>
          <a:cs typeface="+mn-cs"/>
        </a:defRPr>
      </a:lvl3pPr>
      <a:lvl4pPr marL="1371566" algn="l" defTabSz="914378" rtl="0" eaLnBrk="1" latinLnBrk="0" hangingPunct="1">
        <a:defRPr sz="1800" kern="1200">
          <a:solidFill>
            <a:schemeClr val="tx1"/>
          </a:solidFill>
          <a:latin typeface="+mn-lt"/>
          <a:ea typeface="+mn-ea"/>
          <a:cs typeface="+mn-cs"/>
        </a:defRPr>
      </a:lvl4pPr>
      <a:lvl5pPr marL="1828754" algn="l" defTabSz="914378" rtl="0" eaLnBrk="1" latinLnBrk="0" hangingPunct="1">
        <a:defRPr sz="1800" kern="1200">
          <a:solidFill>
            <a:schemeClr val="tx1"/>
          </a:solidFill>
          <a:latin typeface="+mn-lt"/>
          <a:ea typeface="+mn-ea"/>
          <a:cs typeface="+mn-cs"/>
        </a:defRPr>
      </a:lvl5pPr>
      <a:lvl6pPr marL="2285943" algn="l" defTabSz="914378" rtl="0" eaLnBrk="1" latinLnBrk="0" hangingPunct="1">
        <a:defRPr sz="1800" kern="1200">
          <a:solidFill>
            <a:schemeClr val="tx1"/>
          </a:solidFill>
          <a:latin typeface="+mn-lt"/>
          <a:ea typeface="+mn-ea"/>
          <a:cs typeface="+mn-cs"/>
        </a:defRPr>
      </a:lvl6pPr>
      <a:lvl7pPr marL="2743132" algn="l" defTabSz="914378" rtl="0" eaLnBrk="1" latinLnBrk="0" hangingPunct="1">
        <a:defRPr sz="1800" kern="1200">
          <a:solidFill>
            <a:schemeClr val="tx1"/>
          </a:solidFill>
          <a:latin typeface="+mn-lt"/>
          <a:ea typeface="+mn-ea"/>
          <a:cs typeface="+mn-cs"/>
        </a:defRPr>
      </a:lvl7pPr>
      <a:lvl8pPr marL="3200320" algn="l" defTabSz="914378" rtl="0" eaLnBrk="1" latinLnBrk="0" hangingPunct="1">
        <a:defRPr sz="1800" kern="1200">
          <a:solidFill>
            <a:schemeClr val="tx1"/>
          </a:solidFill>
          <a:latin typeface="+mn-lt"/>
          <a:ea typeface="+mn-ea"/>
          <a:cs typeface="+mn-cs"/>
        </a:defRPr>
      </a:lvl8pPr>
      <a:lvl9pPr marL="3657509" algn="l" defTabSz="914378"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ali.mirzazadeh@ucsf.edu" TargetMode="External"/><Relationship Id="rId2" Type="http://schemas.openxmlformats.org/officeDocument/2006/relationships/notesSlide" Target="../notesSlides/notesSlide1.xml"/><Relationship Id="rId1" Type="http://schemas.openxmlformats.org/officeDocument/2006/relationships/slideLayout" Target="../slideLayouts/slideLayout57.xml"/><Relationship Id="rId5" Type="http://schemas.openxmlformats.org/officeDocument/2006/relationships/image" Target="../media/image35.png"/><Relationship Id="rId4" Type="http://schemas.openxmlformats.org/officeDocument/2006/relationships/hyperlink" Target="https://github.com/amirzazadeh/DataVisualization" TargetMode="Externa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8.xml"/></Relationships>
</file>

<file path=ppt/slides/_rels/slide3.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5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8.xml"/></Relationships>
</file>

<file path=ppt/slides/_rels/slide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6.xml"/><Relationship Id="rId1" Type="http://schemas.openxmlformats.org/officeDocument/2006/relationships/slideLayout" Target="../slideLayouts/slideLayout5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8.xml"/></Relationships>
</file>

<file path=ppt/slides/_rels/slide1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9.xml"/><Relationship Id="rId1" Type="http://schemas.openxmlformats.org/officeDocument/2006/relationships/slideLayout" Target="../slideLayouts/slideLayout58.xml"/></Relationships>
</file>

<file path=ppt/slides/_rels/slide1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0.xml"/><Relationship Id="rId1" Type="http://schemas.openxmlformats.org/officeDocument/2006/relationships/slideLayout" Target="../slideLayouts/slideLayout58.xml"/><Relationship Id="rId4" Type="http://schemas.openxmlformats.org/officeDocument/2006/relationships/image" Target="../media/image40.png"/></Relationships>
</file>

<file path=ppt/slides/_rels/slide12.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1.xml"/><Relationship Id="rId1" Type="http://schemas.openxmlformats.org/officeDocument/2006/relationships/slideLayout" Target="../slideLayouts/slideLayout58.xml"/></Relationships>
</file>

<file path=ppt/slides/_rels/slide1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2.xml"/><Relationship Id="rId1" Type="http://schemas.openxmlformats.org/officeDocument/2006/relationships/slideLayout" Target="../slideLayouts/slideLayout58.xml"/></Relationships>
</file>

<file path=ppt/slides/_rels/slide1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3.xml"/><Relationship Id="rId1" Type="http://schemas.openxmlformats.org/officeDocument/2006/relationships/slideLayout" Target="../slideLayouts/slideLayout58.xml"/></Relationships>
</file>

<file path=ppt/slides/_rels/slide15.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4.xml"/><Relationship Id="rId1" Type="http://schemas.openxmlformats.org/officeDocument/2006/relationships/slideLayout" Target="../slideLayouts/slideLayout58.xml"/></Relationships>
</file>

<file path=ppt/slides/_rels/slide16.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5.xml"/><Relationship Id="rId1" Type="http://schemas.openxmlformats.org/officeDocument/2006/relationships/slideLayout" Target="../slideLayouts/slideLayout58.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8.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8.xml"/></Relationships>
</file>

<file path=ppt/slides/_rels/slide20.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9.xml"/><Relationship Id="rId1" Type="http://schemas.openxmlformats.org/officeDocument/2006/relationships/slideLayout" Target="../slideLayouts/slideLayout58.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8.xml"/></Relationships>
</file>

<file path=ppt/slides/_rels/slide22.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1.xml"/><Relationship Id="rId1" Type="http://schemas.openxmlformats.org/officeDocument/2006/relationships/slideLayout" Target="../slideLayouts/slideLayout58.xml"/><Relationship Id="rId4" Type="http://schemas.openxmlformats.org/officeDocument/2006/relationships/image" Target="../media/image46.png"/></Relationships>
</file>

<file path=ppt/slides/_rels/slide23.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22.xml"/><Relationship Id="rId1" Type="http://schemas.openxmlformats.org/officeDocument/2006/relationships/slideLayout" Target="../slideLayouts/slideLayout58.xml"/><Relationship Id="rId4" Type="http://schemas.openxmlformats.org/officeDocument/2006/relationships/image" Target="../media/image49.png"/></Relationships>
</file>

<file path=ppt/slides/_rels/slide24.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23.xml"/><Relationship Id="rId1" Type="http://schemas.openxmlformats.org/officeDocument/2006/relationships/slideLayout" Target="../slideLayouts/slideLayout58.xml"/><Relationship Id="rId4" Type="http://schemas.openxmlformats.org/officeDocument/2006/relationships/image" Target="../media/image51.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6.xml"/></Relationships>
</file>

<file path=ppt/slides/_rels/slide26.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5.xml"/><Relationship Id="rId1" Type="http://schemas.openxmlformats.org/officeDocument/2006/relationships/slideLayout" Target="../slideLayouts/slideLayout58.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8.xml"/></Relationships>
</file>

<file path=ppt/slides/_rels/slide28.xml.rels><?xml version="1.0" encoding="UTF-8" standalone="yes"?>
<Relationships xmlns="http://schemas.openxmlformats.org/package/2006/relationships"><Relationship Id="rId3" Type="http://schemas.openxmlformats.org/officeDocument/2006/relationships/hyperlink" Target="https://gadm.org/" TargetMode="External"/><Relationship Id="rId2" Type="http://schemas.openxmlformats.org/officeDocument/2006/relationships/notesSlide" Target="../notesSlides/notesSlide27.xml"/><Relationship Id="rId1" Type="http://schemas.openxmlformats.org/officeDocument/2006/relationships/slideLayout" Target="../slideLayouts/slideLayout58.xml"/><Relationship Id="rId5" Type="http://schemas.openxmlformats.org/officeDocument/2006/relationships/image" Target="../media/image53.png"/><Relationship Id="rId4" Type="http://schemas.openxmlformats.org/officeDocument/2006/relationships/image" Target="../media/image52.png"/></Relationships>
</file>

<file path=ppt/slides/_rels/slide29.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28.xml"/><Relationship Id="rId1" Type="http://schemas.openxmlformats.org/officeDocument/2006/relationships/slideLayout" Target="../slideLayouts/slideLayout58.xml"/><Relationship Id="rId4" Type="http://schemas.openxmlformats.org/officeDocument/2006/relationships/image" Target="../media/image55.png"/></Relationships>
</file>

<file path=ppt/slides/_rels/slide30.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29.xml"/><Relationship Id="rId1" Type="http://schemas.openxmlformats.org/officeDocument/2006/relationships/slideLayout" Target="../slideLayouts/slideLayout58.xml"/></Relationships>
</file>

<file path=ppt/slides/_rels/slide31.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30.xml"/><Relationship Id="rId1" Type="http://schemas.openxmlformats.org/officeDocument/2006/relationships/slideLayout" Target="../slideLayouts/slideLayout58.xml"/><Relationship Id="rId4" Type="http://schemas.openxmlformats.org/officeDocument/2006/relationships/image" Target="../media/image56.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58.xml"/></Relationships>
</file>

<file path=ppt/slides/_rels/slide33.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32.xml"/><Relationship Id="rId1" Type="http://schemas.openxmlformats.org/officeDocument/2006/relationships/slideLayout" Target="../slideLayouts/slideLayout58.xml"/></Relationships>
</file>

<file path=ppt/slides/_rels/slide34.xml.rels><?xml version="1.0" encoding="UTF-8" standalone="yes"?>
<Relationships xmlns="http://schemas.openxmlformats.org/package/2006/relationships"><Relationship Id="rId8" Type="http://schemas.openxmlformats.org/officeDocument/2006/relationships/hyperlink" Target="https://gadm.org/" TargetMode="External"/><Relationship Id="rId3" Type="http://schemas.openxmlformats.org/officeDocument/2006/relationships/hyperlink" Target="https://chatgpt.com/" TargetMode="External"/><Relationship Id="rId7" Type="http://schemas.openxmlformats.org/officeDocument/2006/relationships/hyperlink" Target="https://perplexity.ai/" TargetMode="External"/><Relationship Id="rId2" Type="http://schemas.openxmlformats.org/officeDocument/2006/relationships/notesSlide" Target="../notesSlides/notesSlide33.xml"/><Relationship Id="rId1" Type="http://schemas.openxmlformats.org/officeDocument/2006/relationships/slideLayout" Target="../slideLayouts/slideLayout59.xml"/><Relationship Id="rId6" Type="http://schemas.openxmlformats.org/officeDocument/2006/relationships/hyperlink" Target="https://gemini.google.com/" TargetMode="External"/><Relationship Id="rId5" Type="http://schemas.openxmlformats.org/officeDocument/2006/relationships/hyperlink" Target="https://copilot.microsoft.com/" TargetMode="External"/><Relationship Id="rId4" Type="http://schemas.openxmlformats.org/officeDocument/2006/relationships/hyperlink" Target="https://claude.ai/" TargetMode="Externa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58.xml"/></Relationships>
</file>

<file path=ppt/slides/_rels/slide3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5.xml"/><Relationship Id="rId1" Type="http://schemas.openxmlformats.org/officeDocument/2006/relationships/slideLayout" Target="../slideLayouts/slideLayout56.xml"/><Relationship Id="rId5" Type="http://schemas.openxmlformats.org/officeDocument/2006/relationships/hyperlink" Target="https://github.com/amirzazadeh/DataVisualization" TargetMode="External"/><Relationship Id="rId4" Type="http://schemas.openxmlformats.org/officeDocument/2006/relationships/hyperlink" Target="https://github.com/amirzazadeh/survival" TargetMode="External"/></Relationships>
</file>

<file path=ppt/slides/_rels/slide37.xml.rels><?xml version="1.0" encoding="UTF-8" standalone="yes"?>
<Relationships xmlns="http://schemas.openxmlformats.org/package/2006/relationships"><Relationship Id="rId3" Type="http://schemas.openxmlformats.org/officeDocument/2006/relationships/hyperlink" Target="https://github.com/amirzazadeh/survival" TargetMode="External"/><Relationship Id="rId2" Type="http://schemas.openxmlformats.org/officeDocument/2006/relationships/notesSlide" Target="../notesSlides/notesSlide36.xml"/><Relationship Id="rId1" Type="http://schemas.openxmlformats.org/officeDocument/2006/relationships/slideLayout" Target="../slideLayouts/slideLayout44.xml"/><Relationship Id="rId5" Type="http://schemas.openxmlformats.org/officeDocument/2006/relationships/hyperlink" Target="https://github.com/amirzazadeh/DataVisualization" TargetMode="External"/><Relationship Id="rId4" Type="http://schemas.openxmlformats.org/officeDocument/2006/relationships/hyperlink" Target="https://github.com/amirzazadeh/predictor-selection" TargetMode="External"/></Relationships>
</file>

<file path=ppt/slides/_rels/slide38.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37.xml"/><Relationship Id="rId1" Type="http://schemas.openxmlformats.org/officeDocument/2006/relationships/slideLayout" Target="../slideLayouts/slideLayout43.xml"/><Relationship Id="rId5" Type="http://schemas.openxmlformats.org/officeDocument/2006/relationships/hyperlink" Target="https://ucsf.co1.qualtrics.com/jfe/form/SV_0T9P2PqlLB3LoIS" TargetMode="External"/><Relationship Id="rId4" Type="http://schemas.openxmlformats.org/officeDocument/2006/relationships/image" Target="../media/image59.png"/></Relationships>
</file>

<file path=ppt/slides/_rels/slide39.xml.rels><?xml version="1.0" encoding="UTF-8" standalone="yes"?>
<Relationships xmlns="http://schemas.openxmlformats.org/package/2006/relationships"><Relationship Id="rId3" Type="http://schemas.openxmlformats.org/officeDocument/2006/relationships/hyperlink" Target="https://calendly.com/ali-mirzazadeh/30-min-vietnam-statistical-consultation" TargetMode="External"/><Relationship Id="rId2" Type="http://schemas.openxmlformats.org/officeDocument/2006/relationships/notesSlide" Target="../notesSlides/notesSlide38.xml"/><Relationship Id="rId1" Type="http://schemas.openxmlformats.org/officeDocument/2006/relationships/slideLayout" Target="../slideLayouts/slideLayout45.xml"/><Relationship Id="rId4" Type="http://schemas.openxmlformats.org/officeDocument/2006/relationships/image" Target="../media/image60.pn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5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38453B-AEF2-4973-E94D-122319C0A81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A8DCC3C-685A-0518-05C1-1E4E72F4850A}"/>
              </a:ext>
            </a:extLst>
          </p:cNvPr>
          <p:cNvSpPr>
            <a:spLocks noGrp="1"/>
          </p:cNvSpPr>
          <p:nvPr>
            <p:ph type="title"/>
          </p:nvPr>
        </p:nvSpPr>
        <p:spPr>
          <a:xfrm>
            <a:off x="302816" y="1340335"/>
            <a:ext cx="6017623" cy="1311963"/>
          </a:xfrm>
        </p:spPr>
        <p:txBody>
          <a:bodyPr/>
          <a:lstStyle/>
          <a:p>
            <a:r>
              <a:rPr lang="en-US" b="1" dirty="0" err="1"/>
              <a:t>Trực</a:t>
            </a:r>
            <a:r>
              <a:rPr lang="en-US" b="1" dirty="0"/>
              <a:t> </a:t>
            </a:r>
            <a:r>
              <a:rPr lang="en-US" b="1" dirty="0" err="1"/>
              <a:t>quan</a:t>
            </a:r>
            <a:r>
              <a:rPr lang="en-US" b="1" dirty="0"/>
              <a:t> </a:t>
            </a:r>
            <a:r>
              <a:rPr lang="en-US" b="1" dirty="0" err="1"/>
              <a:t>hóa</a:t>
            </a:r>
            <a:r>
              <a:rPr lang="en-US" b="1" dirty="0"/>
              <a:t> </a:t>
            </a:r>
            <a:r>
              <a:rPr lang="en-US" b="1" dirty="0" err="1"/>
              <a:t>dữ</a:t>
            </a:r>
            <a:r>
              <a:rPr lang="en-US" b="1" dirty="0"/>
              <a:t> </a:t>
            </a:r>
            <a:r>
              <a:rPr lang="en-US" b="1" dirty="0" err="1"/>
              <a:t>liệu</a:t>
            </a:r>
            <a:r>
              <a:rPr lang="en-US" b="1" dirty="0"/>
              <a:t> </a:t>
            </a:r>
            <a:r>
              <a:rPr lang="en-US" b="1" dirty="0" err="1"/>
              <a:t>trong</a:t>
            </a:r>
            <a:r>
              <a:rPr lang="en-US" b="1" dirty="0"/>
              <a:t> R (</a:t>
            </a:r>
            <a:r>
              <a:rPr lang="en-US" b="1" dirty="0" err="1"/>
              <a:t>biểu</a:t>
            </a:r>
            <a:r>
              <a:rPr lang="en-US" b="1" dirty="0"/>
              <a:t> </a:t>
            </a:r>
            <a:r>
              <a:rPr lang="en-US" b="1" dirty="0" err="1"/>
              <a:t>đồ</a:t>
            </a:r>
            <a:r>
              <a:rPr lang="en-US" b="1" dirty="0"/>
              <a:t> </a:t>
            </a:r>
            <a:r>
              <a:rPr lang="en-US" b="1" dirty="0" err="1"/>
              <a:t>và</a:t>
            </a:r>
            <a:r>
              <a:rPr lang="en-US" b="1" dirty="0"/>
              <a:t> </a:t>
            </a:r>
            <a:r>
              <a:rPr lang="en-US" b="1" dirty="0" err="1"/>
              <a:t>bản</a:t>
            </a:r>
            <a:r>
              <a:rPr lang="en-US" b="1" dirty="0"/>
              <a:t> </a:t>
            </a:r>
            <a:r>
              <a:rPr lang="en-US" b="1" dirty="0" err="1"/>
              <a:t>đồ</a:t>
            </a:r>
            <a:r>
              <a:rPr lang="en-US" b="1" dirty="0"/>
              <a:t>)</a:t>
            </a:r>
          </a:p>
        </p:txBody>
      </p:sp>
      <p:sp>
        <p:nvSpPr>
          <p:cNvPr id="2" name="Text Placeholder 1">
            <a:extLst>
              <a:ext uri="{FF2B5EF4-FFF2-40B4-BE49-F238E27FC236}">
                <a16:creationId xmlns:a16="http://schemas.microsoft.com/office/drawing/2014/main" id="{8AE22358-2D4C-0B4A-ABC2-EAD8BD62AF16}"/>
              </a:ext>
            </a:extLst>
          </p:cNvPr>
          <p:cNvSpPr>
            <a:spLocks noGrp="1"/>
          </p:cNvSpPr>
          <p:nvPr>
            <p:ph type="body" sz="quarter" idx="10"/>
          </p:nvPr>
        </p:nvSpPr>
        <p:spPr>
          <a:xfrm>
            <a:off x="317595" y="4102257"/>
            <a:ext cx="5178136" cy="426719"/>
          </a:xfrm>
        </p:spPr>
        <p:txBody>
          <a:bodyPr/>
          <a:lstStyle/>
          <a:p>
            <a:r>
              <a:rPr lang="en-US" dirty="0"/>
              <a:t>Ali Mirzazadeh, MD, MPH, PhD</a:t>
            </a:r>
          </a:p>
          <a:p>
            <a:r>
              <a:rPr lang="en-US" dirty="0"/>
              <a:t>Epidemiologist, Associate Professor, UCSF</a:t>
            </a:r>
          </a:p>
          <a:p>
            <a:r>
              <a:rPr lang="en-US" dirty="0"/>
              <a:t>(</a:t>
            </a:r>
            <a:r>
              <a:rPr lang="en-US" dirty="0">
                <a:hlinkClick r:id="rId3"/>
              </a:rPr>
              <a:t>ali.mirzazadeh@ucsf.edu</a:t>
            </a:r>
            <a:r>
              <a:rPr lang="en-US" dirty="0"/>
              <a:t>) </a:t>
            </a:r>
          </a:p>
          <a:p>
            <a:r>
              <a:rPr lang="en-US" dirty="0">
                <a:hlinkClick r:id="rId4"/>
              </a:rPr>
              <a:t>https://github.com/amirzazadeh/DataVisualization</a:t>
            </a:r>
            <a:r>
              <a:rPr lang="en-US" dirty="0"/>
              <a:t> </a:t>
            </a:r>
          </a:p>
        </p:txBody>
      </p:sp>
      <p:sp>
        <p:nvSpPr>
          <p:cNvPr id="6" name="Text Placeholder 5">
            <a:extLst>
              <a:ext uri="{FF2B5EF4-FFF2-40B4-BE49-F238E27FC236}">
                <a16:creationId xmlns:a16="http://schemas.microsoft.com/office/drawing/2014/main" id="{553EBC09-C3AC-D951-8F24-FAF5392BBADD}"/>
              </a:ext>
            </a:extLst>
          </p:cNvPr>
          <p:cNvSpPr>
            <a:spLocks noGrp="1"/>
          </p:cNvSpPr>
          <p:nvPr>
            <p:ph type="body" sz="quarter" idx="15"/>
          </p:nvPr>
        </p:nvSpPr>
        <p:spPr>
          <a:xfrm>
            <a:off x="302816" y="2904502"/>
            <a:ext cx="6147682" cy="508220"/>
          </a:xfrm>
        </p:spPr>
        <p:txBody>
          <a:bodyPr/>
          <a:lstStyle/>
          <a:p>
            <a:r>
              <a:rPr lang="en-US" dirty="0"/>
              <a:t>19/3/2026 (Vietnam time)</a:t>
            </a:r>
          </a:p>
          <a:p>
            <a:endParaRPr lang="en-US" dirty="0"/>
          </a:p>
          <a:p>
            <a:endParaRPr lang="en-US" dirty="0"/>
          </a:p>
        </p:txBody>
      </p:sp>
      <p:pic>
        <p:nvPicPr>
          <p:cNvPr id="5" name="Picture 4" descr="A colorful circle with lines on it&#10;&#10;Description automatically generated">
            <a:extLst>
              <a:ext uri="{FF2B5EF4-FFF2-40B4-BE49-F238E27FC236}">
                <a16:creationId xmlns:a16="http://schemas.microsoft.com/office/drawing/2014/main" id="{CFBC78BA-BCDE-FEC8-24B9-B9FA1F9598E1}"/>
              </a:ext>
            </a:extLst>
          </p:cNvPr>
          <p:cNvPicPr>
            <a:picLocks noChangeAspect="1"/>
          </p:cNvPicPr>
          <p:nvPr/>
        </p:nvPicPr>
        <p:blipFill>
          <a:blip r:embed="rId5" cstate="screen">
            <a:extLst>
              <a:ext uri="{28A0092B-C50C-407E-A947-70E740481C1C}">
                <a14:useLocalDpi xmlns:a14="http://schemas.microsoft.com/office/drawing/2010/main"/>
              </a:ext>
            </a:extLst>
          </a:blip>
          <a:srcRect/>
          <a:stretch>
            <a:fillRect/>
          </a:stretch>
        </p:blipFill>
        <p:spPr>
          <a:xfrm>
            <a:off x="7600227" y="1497816"/>
            <a:ext cx="1543773" cy="3207617"/>
          </a:xfrm>
          <a:prstGeom prst="rect">
            <a:avLst/>
          </a:prstGeom>
        </p:spPr>
      </p:pic>
    </p:spTree>
    <p:extLst>
      <p:ext uri="{BB962C8B-B14F-4D97-AF65-F5344CB8AC3E}">
        <p14:creationId xmlns:p14="http://schemas.microsoft.com/office/powerpoint/2010/main" val="326875102"/>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err="1"/>
              <a:t>Mục</a:t>
            </a:r>
            <a:r>
              <a:rPr dirty="0"/>
              <a:t> </a:t>
            </a:r>
            <a:r>
              <a:rPr dirty="0" err="1"/>
              <a:t>tiêu</a:t>
            </a:r>
            <a:r>
              <a:rPr dirty="0"/>
              <a:t> </a:t>
            </a:r>
            <a:r>
              <a:rPr dirty="0" err="1"/>
              <a:t>bài</a:t>
            </a:r>
            <a:r>
              <a:rPr dirty="0"/>
              <a:t> </a:t>
            </a:r>
            <a:r>
              <a:rPr dirty="0" err="1"/>
              <a:t>học</a:t>
            </a:r>
            <a:endParaRPr dirty="0"/>
          </a:p>
        </p:txBody>
      </p:sp>
      <p:sp>
        <p:nvSpPr>
          <p:cNvPr id="3" name="Content Placeholder 2"/>
          <p:cNvSpPr>
            <a:spLocks noGrp="1"/>
          </p:cNvSpPr>
          <p:nvPr>
            <p:ph idx="1"/>
          </p:nvPr>
        </p:nvSpPr>
        <p:spPr>
          <a:xfrm>
            <a:off x="453585" y="1105727"/>
            <a:ext cx="8137665" cy="2932045"/>
          </a:xfrm>
        </p:spPr>
        <p:txBody>
          <a:bodyPr/>
          <a:lstStyle/>
          <a:p>
            <a:pPr marL="0" indent="0">
              <a:buNone/>
            </a:pPr>
            <a:r>
              <a:rPr dirty="0" err="1"/>
              <a:t>Cuối</a:t>
            </a:r>
            <a:r>
              <a:rPr dirty="0"/>
              <a:t> </a:t>
            </a:r>
            <a:r>
              <a:rPr dirty="0" err="1"/>
              <a:t>bài</a:t>
            </a:r>
            <a:r>
              <a:rPr dirty="0"/>
              <a:t> </a:t>
            </a:r>
            <a:r>
              <a:rPr dirty="0" err="1"/>
              <a:t>giảng</a:t>
            </a:r>
            <a:r>
              <a:rPr dirty="0"/>
              <a:t>, </a:t>
            </a:r>
            <a:r>
              <a:rPr dirty="0" err="1"/>
              <a:t>học</a:t>
            </a:r>
            <a:r>
              <a:rPr dirty="0"/>
              <a:t> </a:t>
            </a:r>
            <a:r>
              <a:rPr dirty="0" err="1"/>
              <a:t>viên</a:t>
            </a:r>
            <a:r>
              <a:rPr dirty="0"/>
              <a:t> </a:t>
            </a:r>
            <a:r>
              <a:rPr dirty="0" err="1"/>
              <a:t>có</a:t>
            </a:r>
            <a:r>
              <a:rPr dirty="0"/>
              <a:t> </a:t>
            </a:r>
            <a:r>
              <a:rPr dirty="0" err="1"/>
              <a:t>thể</a:t>
            </a:r>
            <a:r>
              <a:rPr dirty="0"/>
              <a:t>:</a:t>
            </a:r>
            <a:endParaRPr lang="en-US" dirty="0"/>
          </a:p>
          <a:p>
            <a:pPr marL="0" indent="0">
              <a:buNone/>
            </a:pPr>
            <a:endParaRPr dirty="0"/>
          </a:p>
          <a:p>
            <a:r>
              <a:rPr lang="en-US" dirty="0" err="1"/>
              <a:t>Áp</a:t>
            </a:r>
            <a:r>
              <a:rPr lang="en-US" dirty="0"/>
              <a:t> </a:t>
            </a:r>
            <a:r>
              <a:rPr lang="en-US" dirty="0" err="1"/>
              <a:t>dụng</a:t>
            </a:r>
            <a:r>
              <a:rPr lang="en-US" dirty="0"/>
              <a:t> </a:t>
            </a:r>
            <a:r>
              <a:rPr lang="en-US" dirty="0" err="1"/>
              <a:t>các</a:t>
            </a:r>
            <a:r>
              <a:rPr lang="en-US" dirty="0"/>
              <a:t> </a:t>
            </a:r>
            <a:r>
              <a:rPr lang="en-US" dirty="0" err="1"/>
              <a:t>nguyên</a:t>
            </a:r>
            <a:r>
              <a:rPr lang="en-US" dirty="0"/>
              <a:t> </a:t>
            </a:r>
            <a:r>
              <a:rPr lang="en-US" dirty="0" err="1"/>
              <a:t>tắc</a:t>
            </a:r>
            <a:r>
              <a:rPr lang="en-US" dirty="0"/>
              <a:t> </a:t>
            </a:r>
            <a:r>
              <a:rPr lang="en-US" dirty="0" err="1"/>
              <a:t>trực</a:t>
            </a:r>
            <a:r>
              <a:rPr lang="en-US" dirty="0"/>
              <a:t> </a:t>
            </a:r>
            <a:r>
              <a:rPr lang="en-US" dirty="0" err="1"/>
              <a:t>quan</a:t>
            </a:r>
            <a:r>
              <a:rPr lang="en-US" dirty="0"/>
              <a:t> </a:t>
            </a:r>
            <a:r>
              <a:rPr lang="en-US" dirty="0" err="1"/>
              <a:t>hóa</a:t>
            </a:r>
            <a:r>
              <a:rPr lang="en-US" dirty="0"/>
              <a:t> </a:t>
            </a:r>
            <a:r>
              <a:rPr lang="en-US" dirty="0" err="1"/>
              <a:t>dữ</a:t>
            </a:r>
            <a:r>
              <a:rPr lang="en-US" dirty="0"/>
              <a:t> </a:t>
            </a:r>
            <a:r>
              <a:rPr lang="en-US" dirty="0" err="1"/>
              <a:t>liệu</a:t>
            </a:r>
            <a:r>
              <a:rPr lang="en-US" dirty="0"/>
              <a:t> </a:t>
            </a:r>
            <a:r>
              <a:rPr lang="en-US" dirty="0" err="1"/>
              <a:t>hiệu</a:t>
            </a:r>
            <a:r>
              <a:rPr lang="en-US" dirty="0"/>
              <a:t> </a:t>
            </a:r>
            <a:r>
              <a:rPr lang="en-US" dirty="0" err="1"/>
              <a:t>quả</a:t>
            </a:r>
            <a:endParaRPr dirty="0"/>
          </a:p>
          <a:p>
            <a:r>
              <a:rPr lang="en-US" dirty="0" err="1"/>
              <a:t>Tạo</a:t>
            </a:r>
            <a:r>
              <a:rPr lang="en-US" dirty="0"/>
              <a:t> </a:t>
            </a:r>
            <a:r>
              <a:rPr lang="en-US" dirty="0" err="1"/>
              <a:t>các</a:t>
            </a:r>
            <a:r>
              <a:rPr lang="en-US" dirty="0"/>
              <a:t> </a:t>
            </a:r>
            <a:r>
              <a:rPr lang="en-US" dirty="0" err="1"/>
              <a:t>biểu</a:t>
            </a:r>
            <a:r>
              <a:rPr lang="en-US" dirty="0"/>
              <a:t> </a:t>
            </a:r>
            <a:r>
              <a:rPr lang="en-US" dirty="0" err="1"/>
              <a:t>đồ</a:t>
            </a:r>
            <a:r>
              <a:rPr lang="en-US" dirty="0"/>
              <a:t> </a:t>
            </a:r>
            <a:r>
              <a:rPr lang="en-US" dirty="0" err="1"/>
              <a:t>phổ</a:t>
            </a:r>
            <a:r>
              <a:rPr lang="en-US" dirty="0"/>
              <a:t> </a:t>
            </a:r>
            <a:r>
              <a:rPr lang="en-US" dirty="0" err="1"/>
              <a:t>biến</a:t>
            </a:r>
            <a:r>
              <a:rPr lang="en-US" dirty="0"/>
              <a:t> </a:t>
            </a:r>
            <a:r>
              <a:rPr lang="en-US" dirty="0" err="1"/>
              <a:t>bằng</a:t>
            </a:r>
            <a:r>
              <a:rPr lang="en-US" dirty="0"/>
              <a:t> R (ggplot2)</a:t>
            </a:r>
            <a:endParaRPr dirty="0"/>
          </a:p>
          <a:p>
            <a:r>
              <a:rPr lang="en-US" dirty="0" err="1"/>
              <a:t>Xây</a:t>
            </a:r>
            <a:r>
              <a:rPr lang="en-US" dirty="0"/>
              <a:t> </a:t>
            </a:r>
            <a:r>
              <a:rPr lang="en-US" dirty="0" err="1"/>
              <a:t>dựng</a:t>
            </a:r>
            <a:r>
              <a:rPr lang="en-US" dirty="0"/>
              <a:t> </a:t>
            </a:r>
            <a:r>
              <a:rPr lang="en-US" dirty="0" err="1"/>
              <a:t>bản</a:t>
            </a:r>
            <a:r>
              <a:rPr lang="en-US" dirty="0"/>
              <a:t> </a:t>
            </a:r>
            <a:r>
              <a:rPr lang="en-US" dirty="0" err="1"/>
              <a:t>đồ</a:t>
            </a:r>
            <a:r>
              <a:rPr lang="en-US" dirty="0"/>
              <a:t> </a:t>
            </a:r>
            <a:r>
              <a:rPr lang="en-US" dirty="0" err="1"/>
              <a:t>để</a:t>
            </a:r>
            <a:r>
              <a:rPr lang="en-US" dirty="0"/>
              <a:t> </a:t>
            </a:r>
            <a:r>
              <a:rPr lang="en-US" dirty="0" err="1"/>
              <a:t>trình</a:t>
            </a:r>
            <a:r>
              <a:rPr lang="en-US" dirty="0"/>
              <a:t> </a:t>
            </a:r>
            <a:r>
              <a:rPr lang="en-US" dirty="0" err="1"/>
              <a:t>bày</a:t>
            </a:r>
            <a:r>
              <a:rPr lang="en-US" dirty="0"/>
              <a:t> </a:t>
            </a:r>
            <a:r>
              <a:rPr lang="en-US" dirty="0" err="1"/>
              <a:t>dữ</a:t>
            </a:r>
            <a:r>
              <a:rPr lang="en-US" dirty="0"/>
              <a:t> </a:t>
            </a:r>
            <a:r>
              <a:rPr lang="en-US" dirty="0" err="1"/>
              <a:t>liệu</a:t>
            </a:r>
            <a:r>
              <a:rPr lang="en-US" dirty="0"/>
              <a:t> </a:t>
            </a:r>
            <a:r>
              <a:rPr lang="en-US" dirty="0" err="1"/>
              <a:t>của</a:t>
            </a:r>
            <a:r>
              <a:rPr lang="en-US" dirty="0"/>
              <a:t> </a:t>
            </a:r>
            <a:r>
              <a:rPr lang="en-US" dirty="0" err="1"/>
              <a:t>bạn</a:t>
            </a:r>
            <a:r>
              <a:rPr lang="en-US" dirty="0"/>
              <a:t> </a:t>
            </a:r>
          </a:p>
          <a:p>
            <a:r>
              <a:rPr lang="en-US" dirty="0" err="1"/>
              <a:t>Sử</a:t>
            </a:r>
            <a:r>
              <a:rPr lang="en-US" dirty="0"/>
              <a:t> </a:t>
            </a:r>
            <a:r>
              <a:rPr lang="en-US" dirty="0" err="1"/>
              <a:t>dụng</a:t>
            </a:r>
            <a:r>
              <a:rPr lang="en-US" dirty="0"/>
              <a:t> </a:t>
            </a:r>
            <a:r>
              <a:rPr lang="en-US" dirty="0" err="1"/>
              <a:t>câu</a:t>
            </a:r>
            <a:r>
              <a:rPr lang="en-US" dirty="0"/>
              <a:t> </a:t>
            </a:r>
            <a:r>
              <a:rPr lang="en-US" dirty="0" err="1"/>
              <a:t>lệnh</a:t>
            </a:r>
            <a:r>
              <a:rPr lang="en-US" dirty="0"/>
              <a:t> </a:t>
            </a:r>
            <a:r>
              <a:rPr lang="en-US" dirty="0" err="1"/>
              <a:t>gợi</a:t>
            </a:r>
            <a:r>
              <a:rPr lang="en-US" dirty="0"/>
              <a:t> ý </a:t>
            </a:r>
            <a:r>
              <a:rPr lang="en-US" dirty="0" err="1"/>
              <a:t>cho</a:t>
            </a:r>
            <a:r>
              <a:rPr lang="en-US" dirty="0"/>
              <a:t> AI </a:t>
            </a:r>
            <a:r>
              <a:rPr lang="en-US" dirty="0" err="1"/>
              <a:t>để</a:t>
            </a:r>
            <a:r>
              <a:rPr lang="en-US" dirty="0"/>
              <a:t> </a:t>
            </a:r>
            <a:r>
              <a:rPr lang="en-US" dirty="0" err="1"/>
              <a:t>tạo</a:t>
            </a:r>
            <a:r>
              <a:rPr lang="en-US" dirty="0"/>
              <a:t> </a:t>
            </a:r>
            <a:r>
              <a:rPr lang="en-US" dirty="0" err="1"/>
              <a:t>mã</a:t>
            </a:r>
            <a:r>
              <a:rPr lang="en-US" dirty="0"/>
              <a:t> R </a:t>
            </a:r>
            <a:r>
              <a:rPr lang="en-US" dirty="0" err="1"/>
              <a:t>cho</a:t>
            </a:r>
            <a:r>
              <a:rPr lang="en-US" dirty="0"/>
              <a:t> </a:t>
            </a:r>
            <a:r>
              <a:rPr lang="en-US" dirty="0" err="1"/>
              <a:t>mọi</a:t>
            </a:r>
            <a:r>
              <a:rPr lang="en-US" dirty="0"/>
              <a:t> </a:t>
            </a:r>
            <a:r>
              <a:rPr lang="en-US" dirty="0" err="1"/>
              <a:t>loại</a:t>
            </a:r>
            <a:r>
              <a:rPr lang="en-US" dirty="0"/>
              <a:t> </a:t>
            </a:r>
            <a:r>
              <a:rPr lang="en-US" dirty="0" err="1"/>
              <a:t>hình</a:t>
            </a:r>
            <a:r>
              <a:rPr lang="en-US" dirty="0"/>
              <a:t> </a:t>
            </a:r>
            <a:r>
              <a:rPr lang="en-US" dirty="0" err="1"/>
              <a:t>trực</a:t>
            </a:r>
            <a:r>
              <a:rPr lang="en-US" dirty="0"/>
              <a:t> </a:t>
            </a:r>
            <a:r>
              <a:rPr lang="en-US" dirty="0" err="1"/>
              <a:t>quan</a:t>
            </a:r>
            <a:r>
              <a:rPr lang="en-US" dirty="0"/>
              <a:t> </a:t>
            </a:r>
            <a:r>
              <a:rPr lang="en-US" dirty="0" err="1"/>
              <a:t>hóa</a:t>
            </a:r>
            <a:r>
              <a:rPr lang="en-US" dirty="0"/>
              <a:t> </a:t>
            </a:r>
          </a:p>
          <a:p>
            <a:r>
              <a:rPr lang="en-US" dirty="0" err="1"/>
              <a:t>Xây</a:t>
            </a:r>
            <a:r>
              <a:rPr lang="en-US" dirty="0"/>
              <a:t> </a:t>
            </a:r>
            <a:r>
              <a:rPr lang="en-US" dirty="0" err="1"/>
              <a:t>dựng</a:t>
            </a:r>
            <a:r>
              <a:rPr lang="en-US" dirty="0"/>
              <a:t> </a:t>
            </a:r>
            <a:r>
              <a:rPr lang="en-US" dirty="0" err="1"/>
              <a:t>quy</a:t>
            </a:r>
            <a:r>
              <a:rPr lang="en-US" dirty="0"/>
              <a:t> </a:t>
            </a:r>
            <a:r>
              <a:rPr lang="en-US" dirty="0" err="1"/>
              <a:t>trình</a:t>
            </a:r>
            <a:r>
              <a:rPr lang="en-US" dirty="0"/>
              <a:t> </a:t>
            </a:r>
            <a:r>
              <a:rPr lang="en-US" dirty="0" err="1"/>
              <a:t>làm</a:t>
            </a:r>
            <a:r>
              <a:rPr lang="en-US" dirty="0"/>
              <a:t> </a:t>
            </a:r>
            <a:r>
              <a:rPr lang="en-US" dirty="0" err="1"/>
              <a:t>việc</a:t>
            </a:r>
            <a:r>
              <a:rPr lang="en-US" dirty="0"/>
              <a:t> </a:t>
            </a:r>
            <a:r>
              <a:rPr lang="en-US" dirty="0" err="1"/>
              <a:t>có</a:t>
            </a:r>
            <a:r>
              <a:rPr lang="en-US" dirty="0"/>
              <a:t> </a:t>
            </a:r>
            <a:r>
              <a:rPr lang="en-US" dirty="0" err="1"/>
              <a:t>thể</a:t>
            </a:r>
            <a:r>
              <a:rPr lang="en-US" dirty="0"/>
              <a:t> </a:t>
            </a:r>
            <a:r>
              <a:rPr lang="en-US" dirty="0" err="1"/>
              <a:t>tái</a:t>
            </a:r>
            <a:r>
              <a:rPr lang="en-US" dirty="0"/>
              <a:t> </a:t>
            </a:r>
            <a:r>
              <a:rPr lang="en-US" dirty="0" err="1"/>
              <a:t>lập</a:t>
            </a:r>
            <a:r>
              <a:rPr lang="en-US" dirty="0"/>
              <a:t> </a:t>
            </a:r>
            <a:r>
              <a:rPr lang="en-US" dirty="0" err="1"/>
              <a:t>trong</a:t>
            </a:r>
            <a:r>
              <a:rPr lang="en-US" dirty="0"/>
              <a:t> R</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376F68-0B53-B931-2B2E-E150348FA801}"/>
              </a:ext>
            </a:extLst>
          </p:cNvPr>
          <p:cNvSpPr>
            <a:spLocks noGrp="1"/>
          </p:cNvSpPr>
          <p:nvPr>
            <p:ph type="title"/>
          </p:nvPr>
        </p:nvSpPr>
        <p:spPr>
          <a:xfrm>
            <a:off x="356709" y="111535"/>
            <a:ext cx="8173580" cy="458587"/>
          </a:xfrm>
        </p:spPr>
        <p:txBody>
          <a:bodyPr/>
          <a:lstStyle/>
          <a:p>
            <a:r>
              <a:rPr lang="en-US" dirty="0" err="1"/>
              <a:t>Giới</a:t>
            </a:r>
            <a:r>
              <a:rPr lang="en-US" dirty="0"/>
              <a:t> </a:t>
            </a:r>
            <a:r>
              <a:rPr lang="en-US" dirty="0" err="1"/>
              <a:t>thiệu</a:t>
            </a:r>
            <a:r>
              <a:rPr lang="en-US" dirty="0"/>
              <a:t> </a:t>
            </a:r>
            <a:r>
              <a:rPr lang="en-US" dirty="0" err="1"/>
              <a:t>về</a:t>
            </a:r>
            <a:r>
              <a:rPr lang="en-US" dirty="0"/>
              <a:t> </a:t>
            </a:r>
            <a:r>
              <a:rPr lang="en-US" dirty="0" err="1"/>
              <a:t>tôi</a:t>
            </a:r>
            <a:r>
              <a:rPr lang="en-US" dirty="0"/>
              <a:t> </a:t>
            </a:r>
            <a:r>
              <a:rPr lang="en-US" dirty="0">
                <a:sym typeface="Wingdings" pitchFamily="2" charset="2"/>
              </a:rPr>
              <a:t></a:t>
            </a:r>
            <a:endParaRPr lang="en-US" dirty="0"/>
          </a:p>
        </p:txBody>
      </p:sp>
      <p:sp>
        <p:nvSpPr>
          <p:cNvPr id="3" name="Content Placeholder 2">
            <a:extLst>
              <a:ext uri="{FF2B5EF4-FFF2-40B4-BE49-F238E27FC236}">
                <a16:creationId xmlns:a16="http://schemas.microsoft.com/office/drawing/2014/main" id="{7774D3D4-9DA3-1B75-0784-0E0E3063F3AE}"/>
              </a:ext>
            </a:extLst>
          </p:cNvPr>
          <p:cNvSpPr>
            <a:spLocks noGrp="1"/>
          </p:cNvSpPr>
          <p:nvPr>
            <p:ph idx="1"/>
          </p:nvPr>
        </p:nvSpPr>
        <p:spPr>
          <a:xfrm>
            <a:off x="258691" y="709448"/>
            <a:ext cx="5955028" cy="4322517"/>
          </a:xfrm>
        </p:spPr>
        <p:txBody>
          <a:bodyPr>
            <a:noAutofit/>
          </a:bodyPr>
          <a:lstStyle/>
          <a:p>
            <a:pPr>
              <a:lnSpc>
                <a:spcPct val="120000"/>
              </a:lnSpc>
            </a:pPr>
            <a:r>
              <a:rPr lang="en-US" sz="1400" dirty="0"/>
              <a:t>Ali Mirzazadeh, </a:t>
            </a:r>
            <a:r>
              <a:rPr lang="en-US" sz="1400" dirty="0" err="1"/>
              <a:t>Bác</a:t>
            </a:r>
            <a:r>
              <a:rPr lang="en-US" sz="1400" dirty="0"/>
              <a:t> </a:t>
            </a:r>
            <a:r>
              <a:rPr lang="en-US" sz="1400" dirty="0" err="1"/>
              <a:t>sĩ</a:t>
            </a:r>
            <a:r>
              <a:rPr lang="en-US" sz="1400" dirty="0"/>
              <a:t>, </a:t>
            </a:r>
            <a:r>
              <a:rPr lang="en-US" sz="1400" dirty="0" err="1"/>
              <a:t>Thạc</a:t>
            </a:r>
            <a:r>
              <a:rPr lang="en-US" sz="1400" dirty="0"/>
              <a:t> </a:t>
            </a:r>
            <a:r>
              <a:rPr lang="en-US" sz="1400" dirty="0" err="1"/>
              <a:t>sĩ</a:t>
            </a:r>
            <a:r>
              <a:rPr lang="en-US" sz="1400" dirty="0"/>
              <a:t> y </a:t>
            </a:r>
            <a:r>
              <a:rPr lang="en-US" sz="1400" dirty="0" err="1"/>
              <a:t>tế</a:t>
            </a:r>
            <a:r>
              <a:rPr lang="en-US" sz="1400" dirty="0"/>
              <a:t> </a:t>
            </a:r>
            <a:r>
              <a:rPr lang="en-US" sz="1400" dirty="0" err="1"/>
              <a:t>công</a:t>
            </a:r>
            <a:r>
              <a:rPr lang="en-US" sz="1400" dirty="0"/>
              <a:t> </a:t>
            </a:r>
            <a:r>
              <a:rPr lang="en-US" sz="1400" dirty="0" err="1"/>
              <a:t>cộng</a:t>
            </a:r>
            <a:r>
              <a:rPr lang="en-US" sz="1400" dirty="0"/>
              <a:t>, Tiến </a:t>
            </a:r>
            <a:r>
              <a:rPr lang="en-US" sz="1400" dirty="0" err="1"/>
              <a:t>sĩ</a:t>
            </a:r>
            <a:r>
              <a:rPr lang="en-US" sz="1400" dirty="0"/>
              <a:t> </a:t>
            </a:r>
            <a:r>
              <a:rPr lang="en-US" sz="1400" dirty="0" err="1"/>
              <a:t>Dịch</a:t>
            </a:r>
            <a:r>
              <a:rPr lang="en-US" sz="1400" dirty="0"/>
              <a:t> </a:t>
            </a:r>
            <a:r>
              <a:rPr lang="en-US" sz="1400" dirty="0" err="1"/>
              <a:t>tễ</a:t>
            </a:r>
            <a:r>
              <a:rPr lang="en-US" sz="1400" dirty="0"/>
              <a:t> </a:t>
            </a:r>
            <a:r>
              <a:rPr lang="en-US" sz="1400" dirty="0" err="1"/>
              <a:t>học</a:t>
            </a:r>
            <a:r>
              <a:rPr lang="en-US" sz="1400" dirty="0"/>
              <a:t>.</a:t>
            </a:r>
          </a:p>
          <a:p>
            <a:pPr>
              <a:lnSpc>
                <a:spcPct val="120000"/>
              </a:lnSpc>
            </a:pPr>
            <a:r>
              <a:rPr lang="en-US" sz="1400" dirty="0"/>
              <a:t>Chuyên </a:t>
            </a:r>
            <a:r>
              <a:rPr lang="en-US" sz="1400" dirty="0" err="1"/>
              <a:t>gia</a:t>
            </a:r>
            <a:r>
              <a:rPr lang="en-US" sz="1400" dirty="0"/>
              <a:t> </a:t>
            </a:r>
            <a:r>
              <a:rPr lang="en-US" sz="1400" dirty="0" err="1"/>
              <a:t>dịch</a:t>
            </a:r>
            <a:r>
              <a:rPr lang="en-US" sz="1400" dirty="0"/>
              <a:t> </a:t>
            </a:r>
            <a:r>
              <a:rPr lang="en-US" sz="1400" dirty="0" err="1"/>
              <a:t>tễ</a:t>
            </a:r>
            <a:r>
              <a:rPr lang="en-US" sz="1400" dirty="0"/>
              <a:t> </a:t>
            </a:r>
            <a:r>
              <a:rPr lang="en-US" sz="1400" dirty="0" err="1"/>
              <a:t>học</a:t>
            </a:r>
            <a:r>
              <a:rPr lang="en-US" sz="1400" dirty="0"/>
              <a:t> Epidemiologist | UCSF</a:t>
            </a:r>
          </a:p>
          <a:p>
            <a:pPr>
              <a:lnSpc>
                <a:spcPct val="120000"/>
              </a:lnSpc>
            </a:pPr>
            <a:r>
              <a:rPr lang="en-US" sz="1400" dirty="0"/>
              <a:t>Sinh </a:t>
            </a:r>
            <a:r>
              <a:rPr lang="en-US" sz="1400" dirty="0" err="1"/>
              <a:t>tại</a:t>
            </a:r>
            <a:r>
              <a:rPr lang="en-US" sz="1400" dirty="0"/>
              <a:t> Kerman, Iran (</a:t>
            </a:r>
            <a:r>
              <a:rPr lang="en-US" sz="1400" dirty="0" err="1"/>
              <a:t>sinh</a:t>
            </a:r>
            <a:r>
              <a:rPr lang="en-US" sz="1400" dirty="0"/>
              <a:t> non </a:t>
            </a:r>
            <a:r>
              <a:rPr lang="en-US" sz="1400" dirty="0" err="1"/>
              <a:t>lúc</a:t>
            </a:r>
            <a:r>
              <a:rPr lang="en-US" sz="1400" dirty="0"/>
              <a:t> 07 </a:t>
            </a:r>
            <a:r>
              <a:rPr lang="en-US" sz="1400" dirty="0" err="1"/>
              <a:t>tháng</a:t>
            </a:r>
            <a:r>
              <a:rPr lang="en-US" sz="1400" dirty="0"/>
              <a:t>)</a:t>
            </a:r>
          </a:p>
          <a:p>
            <a:pPr>
              <a:lnSpc>
                <a:spcPct val="120000"/>
              </a:lnSpc>
            </a:pPr>
            <a:r>
              <a:rPr lang="en-US" sz="1400" dirty="0" err="1"/>
              <a:t>Bác</a:t>
            </a:r>
            <a:r>
              <a:rPr lang="en-US" sz="1400" dirty="0"/>
              <a:t> </a:t>
            </a:r>
            <a:r>
              <a:rPr lang="en-US" sz="1400" dirty="0" err="1"/>
              <a:t>sĩ</a:t>
            </a:r>
            <a:r>
              <a:rPr lang="en-US" sz="1400" dirty="0"/>
              <a:t> </a:t>
            </a:r>
            <a:r>
              <a:rPr lang="en-US" sz="1400" dirty="0" err="1"/>
              <a:t>năm</a:t>
            </a:r>
            <a:r>
              <a:rPr lang="en-US" sz="1400" dirty="0"/>
              <a:t> 2004; </a:t>
            </a:r>
            <a:r>
              <a:rPr lang="en-US" sz="1400" dirty="0" err="1"/>
              <a:t>Thạc</a:t>
            </a:r>
            <a:r>
              <a:rPr lang="en-US" sz="1400" dirty="0"/>
              <a:t> </a:t>
            </a:r>
            <a:r>
              <a:rPr lang="en-US" sz="1400" dirty="0" err="1"/>
              <a:t>sĩ</a:t>
            </a:r>
            <a:r>
              <a:rPr lang="en-US" sz="1400" dirty="0"/>
              <a:t> y </a:t>
            </a:r>
            <a:r>
              <a:rPr lang="en-US" sz="1400" dirty="0" err="1"/>
              <a:t>tế</a:t>
            </a:r>
            <a:r>
              <a:rPr lang="en-US" sz="1400" dirty="0"/>
              <a:t> </a:t>
            </a:r>
            <a:r>
              <a:rPr lang="en-US" sz="1400" dirty="0" err="1"/>
              <a:t>công</a:t>
            </a:r>
            <a:r>
              <a:rPr lang="en-US" sz="1400" dirty="0"/>
              <a:t> </a:t>
            </a:r>
            <a:r>
              <a:rPr lang="en-US" sz="1400" dirty="0" err="1"/>
              <a:t>cộng</a:t>
            </a:r>
            <a:r>
              <a:rPr lang="en-US" sz="1400" dirty="0"/>
              <a:t> </a:t>
            </a:r>
            <a:r>
              <a:rPr lang="en-US" sz="1400" dirty="0" err="1"/>
              <a:t>năm</a:t>
            </a:r>
            <a:r>
              <a:rPr lang="en-US" sz="1400" dirty="0"/>
              <a:t> 2007, Tiến </a:t>
            </a:r>
            <a:r>
              <a:rPr lang="en-US" sz="1400" dirty="0" err="1"/>
              <a:t>sĩ</a:t>
            </a:r>
            <a:r>
              <a:rPr lang="en-US" sz="1400" dirty="0"/>
              <a:t> </a:t>
            </a:r>
            <a:r>
              <a:rPr lang="en-US" sz="1400" dirty="0" err="1"/>
              <a:t>Dịch</a:t>
            </a:r>
            <a:r>
              <a:rPr lang="en-US" sz="1400" dirty="0"/>
              <a:t> </a:t>
            </a:r>
            <a:r>
              <a:rPr lang="en-US" sz="1400" dirty="0" err="1"/>
              <a:t>tễ</a:t>
            </a:r>
            <a:r>
              <a:rPr lang="en-US" sz="1400" dirty="0"/>
              <a:t> </a:t>
            </a:r>
            <a:r>
              <a:rPr lang="en-US" sz="1400" dirty="0" err="1"/>
              <a:t>học</a:t>
            </a:r>
            <a:r>
              <a:rPr lang="en-US" sz="1400" dirty="0"/>
              <a:t> </a:t>
            </a:r>
            <a:r>
              <a:rPr lang="en-US" sz="1400" dirty="0" err="1"/>
              <a:t>năm</a:t>
            </a:r>
            <a:r>
              <a:rPr lang="en-US" sz="1400" dirty="0"/>
              <a:t> 2013.</a:t>
            </a:r>
          </a:p>
          <a:p>
            <a:pPr>
              <a:lnSpc>
                <a:spcPct val="120000"/>
              </a:lnSpc>
            </a:pPr>
            <a:r>
              <a:rPr lang="en-US" sz="1400" dirty="0" err="1"/>
              <a:t>Làm</a:t>
            </a:r>
            <a:r>
              <a:rPr lang="en-US" sz="1400" dirty="0"/>
              <a:t> </a:t>
            </a:r>
            <a:r>
              <a:rPr lang="en-US" sz="1400" dirty="0" err="1"/>
              <a:t>việc</a:t>
            </a:r>
            <a:r>
              <a:rPr lang="en-US" sz="1400" dirty="0"/>
              <a:t> </a:t>
            </a:r>
            <a:r>
              <a:rPr lang="en-US" sz="1400" dirty="0" err="1"/>
              <a:t>tại</a:t>
            </a:r>
            <a:r>
              <a:rPr lang="en-US" sz="1400" dirty="0"/>
              <a:t> UCSF </a:t>
            </a:r>
            <a:r>
              <a:rPr lang="en-US" sz="1400" dirty="0" err="1"/>
              <a:t>từ</a:t>
            </a:r>
            <a:r>
              <a:rPr lang="en-US" sz="1400" dirty="0"/>
              <a:t> </a:t>
            </a:r>
            <a:r>
              <a:rPr lang="en-US" sz="1400" dirty="0" err="1"/>
              <a:t>năm</a:t>
            </a:r>
            <a:r>
              <a:rPr lang="en-US" sz="1400" dirty="0"/>
              <a:t> 2012 since 2012 (</a:t>
            </a:r>
            <a:r>
              <a:rPr lang="vi-VN" sz="1400" dirty="0"/>
              <a:t>Nghiên cứu viên thỉnh giảng → Phó Giáo sư)</a:t>
            </a:r>
            <a:endParaRPr lang="en-US" sz="1400" dirty="0"/>
          </a:p>
          <a:p>
            <a:pPr>
              <a:lnSpc>
                <a:spcPct val="120000"/>
              </a:lnSpc>
            </a:pPr>
            <a:r>
              <a:rPr lang="vi-VN" sz="1400" dirty="0"/>
              <a:t>Phó Giám đốc Chương trình Tiến sĩ Y tế Toàn cầu</a:t>
            </a:r>
            <a:endParaRPr lang="en-US" sz="1400" dirty="0"/>
          </a:p>
          <a:p>
            <a:pPr>
              <a:lnSpc>
                <a:spcPct val="120000"/>
              </a:lnSpc>
            </a:pPr>
            <a:r>
              <a:rPr lang="en-US" sz="1400" dirty="0" err="1"/>
              <a:t>Nghiên</a:t>
            </a:r>
            <a:r>
              <a:rPr lang="en-US" sz="1400" dirty="0"/>
              <a:t> </a:t>
            </a:r>
            <a:r>
              <a:rPr lang="en-US" sz="1400" dirty="0" err="1"/>
              <a:t>cứu</a:t>
            </a:r>
            <a:r>
              <a:rPr lang="en-US" sz="1400" dirty="0"/>
              <a:t>: </a:t>
            </a:r>
            <a:r>
              <a:rPr lang="vi-VN" sz="1400" dirty="0"/>
              <a:t>Phó Giám đốc Chương trình Tiến sĩ Y tế Toàn cầu</a:t>
            </a:r>
            <a:endParaRPr lang="en-US" sz="1400" dirty="0"/>
          </a:p>
          <a:p>
            <a:pPr>
              <a:lnSpc>
                <a:spcPct val="120000"/>
              </a:lnSpc>
            </a:pPr>
            <a:r>
              <a:rPr lang="en-US" sz="1400" dirty="0"/>
              <a:t>🚴 </a:t>
            </a:r>
            <a:r>
              <a:rPr lang="es-ES" sz="1400" b="1" dirty="0" err="1"/>
              <a:t>Đạp</a:t>
            </a:r>
            <a:r>
              <a:rPr lang="es-ES" sz="1400" b="1" dirty="0"/>
              <a:t> </a:t>
            </a:r>
            <a:r>
              <a:rPr lang="es-ES" sz="1400" b="1" dirty="0" err="1"/>
              <a:t>xe</a:t>
            </a:r>
            <a:r>
              <a:rPr lang="es-ES" sz="1400" b="1" dirty="0"/>
              <a:t> </a:t>
            </a:r>
            <a:r>
              <a:rPr lang="es-ES" sz="1400" b="1" dirty="0" err="1"/>
              <a:t>từ</a:t>
            </a:r>
            <a:r>
              <a:rPr lang="es-ES" sz="1400" b="1" dirty="0"/>
              <a:t> San Francisco </a:t>
            </a:r>
            <a:r>
              <a:rPr lang="es-ES" sz="1400" b="1" dirty="0" err="1"/>
              <a:t>đến</a:t>
            </a:r>
            <a:r>
              <a:rPr lang="es-ES" sz="1400" b="1" dirty="0"/>
              <a:t> Los </a:t>
            </a:r>
            <a:r>
              <a:rPr lang="es-ES" sz="1400" b="1" dirty="0" err="1"/>
              <a:t>Angeles</a:t>
            </a:r>
            <a:endParaRPr lang="es-ES" sz="1400" dirty="0"/>
          </a:p>
          <a:p>
            <a:pPr lvl="1">
              <a:lnSpc>
                <a:spcPct val="120000"/>
              </a:lnSpc>
            </a:pPr>
            <a:r>
              <a:rPr lang="en-US" sz="1400" dirty="0"/>
              <a:t>9 </a:t>
            </a:r>
            <a:r>
              <a:rPr lang="en-US" sz="1400" dirty="0" err="1"/>
              <a:t>lần</a:t>
            </a:r>
            <a:r>
              <a:rPr lang="en-US" sz="1400" dirty="0"/>
              <a:t> | </a:t>
            </a:r>
            <a:r>
              <a:rPr lang="en-US" sz="1400" dirty="0" err="1"/>
              <a:t>trên</a:t>
            </a:r>
            <a:r>
              <a:rPr lang="en-US" sz="1400" dirty="0"/>
              <a:t> 5,000+ </a:t>
            </a:r>
            <a:r>
              <a:rPr lang="en-US" sz="1400" dirty="0" err="1"/>
              <a:t>dặm</a:t>
            </a:r>
            <a:r>
              <a:rPr lang="en-US" sz="1400" dirty="0"/>
              <a:t> – </a:t>
            </a:r>
            <a:r>
              <a:rPr lang="en-US" sz="1400" dirty="0" err="1"/>
              <a:t>tương</a:t>
            </a:r>
            <a:r>
              <a:rPr lang="en-US" sz="1400" dirty="0"/>
              <a:t> </a:t>
            </a:r>
            <a:r>
              <a:rPr lang="en-US" sz="1400" dirty="0" err="1"/>
              <a:t>đương</a:t>
            </a:r>
            <a:r>
              <a:rPr lang="en-US" sz="1400" dirty="0"/>
              <a:t> </a:t>
            </a:r>
            <a:r>
              <a:rPr lang="en-US" sz="1400" dirty="0" err="1"/>
              <a:t>trên</a:t>
            </a:r>
            <a:r>
              <a:rPr lang="en-US" sz="1400" dirty="0"/>
              <a:t> 8.000 km | </a:t>
            </a:r>
            <a:r>
              <a:rPr lang="vi-VN" sz="1400" dirty="0"/>
              <a:t>Gây quỹ được 33.327 USD cho các chương trình HIV</a:t>
            </a:r>
            <a:endParaRPr lang="en-US" sz="1400" dirty="0"/>
          </a:p>
          <a:p>
            <a:pPr>
              <a:lnSpc>
                <a:spcPct val="120000"/>
              </a:lnSpc>
            </a:pPr>
            <a:r>
              <a:rPr lang="en-US" sz="1400" dirty="0"/>
              <a:t>I love Vietnam 🇻🇳 – </a:t>
            </a:r>
            <a:r>
              <a:rPr lang="en-US" sz="1400" dirty="0" err="1"/>
              <a:t>Tôi</a:t>
            </a:r>
            <a:r>
              <a:rPr lang="en-US" sz="1400" dirty="0"/>
              <a:t> </a:t>
            </a:r>
            <a:r>
              <a:rPr lang="en-US" sz="1400" dirty="0" err="1"/>
              <a:t>yêu</a:t>
            </a:r>
            <a:r>
              <a:rPr lang="en-US" sz="1400" dirty="0"/>
              <a:t> Việt Nam❤️</a:t>
            </a:r>
          </a:p>
        </p:txBody>
      </p:sp>
      <p:pic>
        <p:nvPicPr>
          <p:cNvPr id="6" name="Picture 5">
            <a:extLst>
              <a:ext uri="{FF2B5EF4-FFF2-40B4-BE49-F238E27FC236}">
                <a16:creationId xmlns:a16="http://schemas.microsoft.com/office/drawing/2014/main" id="{70428564-7252-B00B-A68C-3950766CBDD3}"/>
              </a:ext>
            </a:extLst>
          </p:cNvPr>
          <p:cNvPicPr>
            <a:picLocks noChangeAspect="1"/>
          </p:cNvPicPr>
          <p:nvPr/>
        </p:nvPicPr>
        <p:blipFill>
          <a:blip r:embed="rId2"/>
          <a:stretch>
            <a:fillRect/>
          </a:stretch>
        </p:blipFill>
        <p:spPr>
          <a:xfrm>
            <a:off x="6613347" y="140712"/>
            <a:ext cx="1916942" cy="2522101"/>
          </a:xfrm>
          <a:prstGeom prst="rect">
            <a:avLst/>
          </a:prstGeom>
        </p:spPr>
      </p:pic>
      <p:sp>
        <p:nvSpPr>
          <p:cNvPr id="7" name="TextBox 6">
            <a:extLst>
              <a:ext uri="{FF2B5EF4-FFF2-40B4-BE49-F238E27FC236}">
                <a16:creationId xmlns:a16="http://schemas.microsoft.com/office/drawing/2014/main" id="{FBF2EDCD-2567-0F63-04BA-A95C30E064D7}"/>
              </a:ext>
            </a:extLst>
          </p:cNvPr>
          <p:cNvSpPr txBox="1"/>
          <p:nvPr/>
        </p:nvSpPr>
        <p:spPr>
          <a:xfrm>
            <a:off x="6348759" y="2791879"/>
            <a:ext cx="2590290" cy="2119170"/>
          </a:xfrm>
          <a:prstGeom prst="rect">
            <a:avLst/>
          </a:prstGeom>
          <a:noFill/>
        </p:spPr>
        <p:txBody>
          <a:bodyPr wrap="square" rtlCol="0">
            <a:spAutoFit/>
          </a:bodyPr>
          <a:lstStyle/>
          <a:p>
            <a:pPr algn="ctr">
              <a:lnSpc>
                <a:spcPct val="120000"/>
              </a:lnSpc>
            </a:pPr>
            <a:r>
              <a:rPr lang="vi-VN" sz="1400" dirty="0"/>
              <a:t>Đây là một bức ảnh selfie của tôi khi đang ngồi trên xe máy ở Đà Nẵng, Việt Nam. Tôi trú dưới một tấm nilon/áo mưa che chắn trên đường đến một buổi tập huấn để giảng dạy. </a:t>
            </a:r>
            <a:r>
              <a:rPr lang="en-US" sz="1350" dirty="0"/>
              <a:t>⛈️🛵</a:t>
            </a:r>
          </a:p>
          <a:p>
            <a:pPr algn="ctr">
              <a:lnSpc>
                <a:spcPct val="120000"/>
              </a:lnSpc>
            </a:pPr>
            <a:r>
              <a:rPr lang="en-US" sz="1350" dirty="0"/>
              <a:t>Time: Aug. 29, 2025 - 8 am</a:t>
            </a:r>
          </a:p>
        </p:txBody>
      </p:sp>
    </p:spTree>
    <p:extLst>
      <p:ext uri="{BB962C8B-B14F-4D97-AF65-F5344CB8AC3E}">
        <p14:creationId xmlns:p14="http://schemas.microsoft.com/office/powerpoint/2010/main" val="25058248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57B6AA-3C1F-319D-07C3-46758C9C49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E41CC1-F479-EC60-A9D9-A07DE42AC325}"/>
              </a:ext>
            </a:extLst>
          </p:cNvPr>
          <p:cNvSpPr>
            <a:spLocks noGrp="1"/>
          </p:cNvSpPr>
          <p:nvPr>
            <p:ph type="title"/>
          </p:nvPr>
        </p:nvSpPr>
        <p:spPr/>
        <p:txBody>
          <a:bodyPr/>
          <a:lstStyle/>
          <a:p>
            <a:r>
              <a:rPr lang="en-US" sz="2800" dirty="0"/>
              <a:t>Các </a:t>
            </a:r>
            <a:r>
              <a:rPr lang="en-US" sz="2800" dirty="0" err="1"/>
              <a:t>nguyên</a:t>
            </a:r>
            <a:r>
              <a:rPr lang="en-US" sz="2800" dirty="0"/>
              <a:t> </a:t>
            </a:r>
            <a:r>
              <a:rPr lang="en-US" sz="2800" dirty="0" err="1"/>
              <a:t>tắc</a:t>
            </a:r>
            <a:r>
              <a:rPr lang="en-US" sz="2800" dirty="0"/>
              <a:t> </a:t>
            </a:r>
            <a:r>
              <a:rPr lang="en-US" sz="2800" dirty="0" err="1"/>
              <a:t>của</a:t>
            </a:r>
            <a:r>
              <a:rPr lang="en-US" sz="2800" dirty="0"/>
              <a:t> </a:t>
            </a:r>
            <a:r>
              <a:rPr lang="en-US" sz="2800" dirty="0" err="1"/>
              <a:t>trực</a:t>
            </a:r>
            <a:r>
              <a:rPr lang="en-US" sz="2800" dirty="0"/>
              <a:t> </a:t>
            </a:r>
            <a:r>
              <a:rPr lang="en-US" sz="2800" dirty="0" err="1"/>
              <a:t>quan</a:t>
            </a:r>
            <a:r>
              <a:rPr lang="en-US" sz="2800" dirty="0"/>
              <a:t> </a:t>
            </a:r>
            <a:r>
              <a:rPr lang="en-US" sz="2800" dirty="0" err="1"/>
              <a:t>hóa</a:t>
            </a:r>
            <a:r>
              <a:rPr lang="en-US" sz="2800" dirty="0"/>
              <a:t> </a:t>
            </a:r>
            <a:r>
              <a:rPr lang="en-US" sz="2800" dirty="0" err="1"/>
              <a:t>dữ</a:t>
            </a:r>
            <a:r>
              <a:rPr lang="en-US" sz="2800" dirty="0"/>
              <a:t> </a:t>
            </a:r>
            <a:r>
              <a:rPr lang="en-US" sz="2800" dirty="0" err="1"/>
              <a:t>liệu</a:t>
            </a:r>
            <a:r>
              <a:rPr lang="en-US" sz="2800" dirty="0"/>
              <a:t> </a:t>
            </a:r>
            <a:r>
              <a:rPr lang="en-US" sz="2800" dirty="0" err="1"/>
              <a:t>hiệu</a:t>
            </a:r>
            <a:r>
              <a:rPr lang="en-US" sz="2800" dirty="0"/>
              <a:t> </a:t>
            </a:r>
            <a:r>
              <a:rPr lang="en-US" sz="2800" dirty="0" err="1"/>
              <a:t>quả</a:t>
            </a:r>
            <a:endParaRPr lang="en-US" sz="2800" b="1" dirty="0"/>
          </a:p>
        </p:txBody>
      </p:sp>
    </p:spTree>
    <p:extLst>
      <p:ext uri="{BB962C8B-B14F-4D97-AF65-F5344CB8AC3E}">
        <p14:creationId xmlns:p14="http://schemas.microsoft.com/office/powerpoint/2010/main" val="3644059954"/>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Vì</a:t>
            </a:r>
            <a:r>
              <a:rPr lang="en-US" dirty="0"/>
              <a:t> </a:t>
            </a:r>
            <a:r>
              <a:rPr lang="en-US" dirty="0" err="1"/>
              <a:t>sao</a:t>
            </a:r>
            <a:r>
              <a:rPr lang="en-US" dirty="0"/>
              <a:t> </a:t>
            </a:r>
            <a:r>
              <a:rPr lang="en-US" dirty="0" err="1"/>
              <a:t>trực</a:t>
            </a:r>
            <a:r>
              <a:rPr lang="en-US" dirty="0"/>
              <a:t> </a:t>
            </a:r>
            <a:r>
              <a:rPr lang="en-US" dirty="0" err="1"/>
              <a:t>quan</a:t>
            </a:r>
            <a:r>
              <a:rPr lang="en-US" dirty="0"/>
              <a:t> </a:t>
            </a:r>
            <a:r>
              <a:rPr lang="en-US" dirty="0" err="1"/>
              <a:t>hóa</a:t>
            </a:r>
            <a:r>
              <a:rPr lang="en-US" dirty="0"/>
              <a:t> </a:t>
            </a:r>
            <a:r>
              <a:rPr lang="en-US" dirty="0" err="1"/>
              <a:t>dữ</a:t>
            </a:r>
            <a:r>
              <a:rPr lang="en-US" dirty="0"/>
              <a:t> </a:t>
            </a:r>
            <a:r>
              <a:rPr lang="en-US" dirty="0" err="1"/>
              <a:t>liệu</a:t>
            </a:r>
            <a:r>
              <a:rPr lang="en-US" dirty="0"/>
              <a:t> </a:t>
            </a:r>
            <a:r>
              <a:rPr lang="en-US" dirty="0" err="1"/>
              <a:t>lại</a:t>
            </a:r>
            <a:r>
              <a:rPr lang="en-US" dirty="0"/>
              <a:t> </a:t>
            </a:r>
            <a:r>
              <a:rPr lang="en-US" dirty="0" err="1"/>
              <a:t>quan</a:t>
            </a:r>
            <a:r>
              <a:rPr lang="en-US" dirty="0"/>
              <a:t> </a:t>
            </a:r>
            <a:r>
              <a:rPr lang="en-US" dirty="0" err="1"/>
              <a:t>trọng</a:t>
            </a:r>
            <a:r>
              <a:rPr lang="en-US" dirty="0"/>
              <a:t> </a:t>
            </a:r>
            <a:r>
              <a:rPr lang="en-US" dirty="0" err="1"/>
              <a:t>trong</a:t>
            </a:r>
            <a:r>
              <a:rPr lang="en-US" dirty="0"/>
              <a:t> y </a:t>
            </a:r>
            <a:r>
              <a:rPr lang="en-US" dirty="0" err="1"/>
              <a:t>tế</a:t>
            </a:r>
            <a:r>
              <a:rPr lang="en-US" dirty="0"/>
              <a:t> </a:t>
            </a:r>
            <a:r>
              <a:rPr lang="en-US" dirty="0" err="1"/>
              <a:t>công</a:t>
            </a:r>
            <a:r>
              <a:rPr lang="en-US" dirty="0"/>
              <a:t> </a:t>
            </a:r>
            <a:r>
              <a:rPr lang="en-US" dirty="0" err="1"/>
              <a:t>cộng</a:t>
            </a:r>
            <a:endParaRPr dirty="0"/>
          </a:p>
        </p:txBody>
      </p:sp>
      <p:sp>
        <p:nvSpPr>
          <p:cNvPr id="3" name="Content Placeholder 2"/>
          <p:cNvSpPr>
            <a:spLocks noGrp="1"/>
          </p:cNvSpPr>
          <p:nvPr>
            <p:ph idx="1"/>
          </p:nvPr>
        </p:nvSpPr>
        <p:spPr>
          <a:xfrm>
            <a:off x="453585" y="1706217"/>
            <a:ext cx="8137665" cy="2932045"/>
          </a:xfrm>
        </p:spPr>
        <p:txBody>
          <a:bodyPr/>
          <a:lstStyle/>
          <a:p>
            <a:r>
              <a:rPr lang="en-US" dirty="0" err="1"/>
              <a:t>Truyền</a:t>
            </a:r>
            <a:r>
              <a:rPr lang="en-US" dirty="0"/>
              <a:t> </a:t>
            </a:r>
            <a:r>
              <a:rPr lang="en-US" dirty="0" err="1"/>
              <a:t>đạt</a:t>
            </a:r>
            <a:r>
              <a:rPr lang="en-US" dirty="0"/>
              <a:t> </a:t>
            </a:r>
            <a:r>
              <a:rPr lang="en-US" dirty="0" err="1"/>
              <a:t>rõ</a:t>
            </a:r>
            <a:r>
              <a:rPr lang="en-US" dirty="0"/>
              <a:t> </a:t>
            </a:r>
            <a:r>
              <a:rPr lang="en-US" dirty="0" err="1"/>
              <a:t>ràng</a:t>
            </a:r>
            <a:r>
              <a:rPr lang="en-US" dirty="0"/>
              <a:t> </a:t>
            </a:r>
            <a:r>
              <a:rPr lang="en-US" dirty="0" err="1"/>
              <a:t>các</a:t>
            </a:r>
            <a:r>
              <a:rPr lang="en-US" dirty="0"/>
              <a:t> </a:t>
            </a:r>
            <a:r>
              <a:rPr lang="en-US" dirty="0" err="1"/>
              <a:t>nghiên</a:t>
            </a:r>
            <a:r>
              <a:rPr lang="en-US" dirty="0"/>
              <a:t> </a:t>
            </a:r>
            <a:r>
              <a:rPr lang="en-US" dirty="0" err="1"/>
              <a:t>cứu</a:t>
            </a:r>
            <a:r>
              <a:rPr lang="en-US" dirty="0"/>
              <a:t> </a:t>
            </a:r>
            <a:r>
              <a:rPr lang="en-US" dirty="0" err="1"/>
              <a:t>phức</a:t>
            </a:r>
            <a:r>
              <a:rPr lang="en-US" dirty="0"/>
              <a:t> </a:t>
            </a:r>
            <a:r>
              <a:rPr lang="en-US" dirty="0" err="1"/>
              <a:t>tạp</a:t>
            </a:r>
            <a:endParaRPr dirty="0"/>
          </a:p>
          <a:p>
            <a:r>
              <a:rPr lang="vi-VN" dirty="0"/>
              <a:t>Giúp xác định các xu hướng và sự khác biệt</a:t>
            </a:r>
            <a:endParaRPr dirty="0"/>
          </a:p>
          <a:p>
            <a:r>
              <a:rPr lang="en-US" dirty="0" err="1"/>
              <a:t>Hỗ</a:t>
            </a:r>
            <a:r>
              <a:rPr lang="en-US" dirty="0"/>
              <a:t> </a:t>
            </a:r>
            <a:r>
              <a:rPr lang="en-US" dirty="0" err="1"/>
              <a:t>trợ</a:t>
            </a:r>
            <a:r>
              <a:rPr lang="en-US" dirty="0"/>
              <a:t> </a:t>
            </a:r>
            <a:r>
              <a:rPr lang="en-US" dirty="0" err="1"/>
              <a:t>việc</a:t>
            </a:r>
            <a:r>
              <a:rPr lang="en-US" dirty="0"/>
              <a:t> </a:t>
            </a:r>
            <a:r>
              <a:rPr lang="en-US" dirty="0" err="1"/>
              <a:t>ra</a:t>
            </a:r>
            <a:r>
              <a:rPr lang="en-US" dirty="0"/>
              <a:t> </a:t>
            </a:r>
            <a:r>
              <a:rPr lang="en-US" dirty="0" err="1"/>
              <a:t>quyết</a:t>
            </a:r>
            <a:r>
              <a:rPr lang="en-US" dirty="0"/>
              <a:t> </a:t>
            </a:r>
            <a:r>
              <a:rPr lang="en-US" dirty="0" err="1"/>
              <a:t>định</a:t>
            </a:r>
            <a:r>
              <a:rPr lang="en-US" dirty="0"/>
              <a:t> </a:t>
            </a:r>
            <a:r>
              <a:rPr lang="en-US" dirty="0" err="1"/>
              <a:t>dựa</a:t>
            </a:r>
            <a:r>
              <a:rPr lang="en-US" dirty="0"/>
              <a:t> </a:t>
            </a:r>
            <a:r>
              <a:rPr lang="en-US" dirty="0" err="1"/>
              <a:t>trên</a:t>
            </a:r>
            <a:r>
              <a:rPr lang="en-US" dirty="0"/>
              <a:t> </a:t>
            </a:r>
            <a:r>
              <a:rPr lang="en-US" dirty="0" err="1"/>
              <a:t>bằng</a:t>
            </a:r>
            <a:r>
              <a:rPr lang="en-US" dirty="0"/>
              <a:t> </a:t>
            </a:r>
            <a:r>
              <a:rPr lang="en-US" dirty="0" err="1"/>
              <a:t>chứng</a:t>
            </a:r>
            <a:endParaRPr dirty="0"/>
          </a:p>
          <a:p>
            <a:r>
              <a:rPr lang="en-US" dirty="0" err="1"/>
              <a:t>Cải</a:t>
            </a:r>
            <a:r>
              <a:rPr lang="en-US" dirty="0"/>
              <a:t> </a:t>
            </a:r>
            <a:r>
              <a:rPr lang="en-US" dirty="0" err="1"/>
              <a:t>thiện</a:t>
            </a:r>
            <a:r>
              <a:rPr lang="en-US" dirty="0"/>
              <a:t> </a:t>
            </a:r>
            <a:r>
              <a:rPr lang="en-US" dirty="0" err="1"/>
              <a:t>khả</a:t>
            </a:r>
            <a:r>
              <a:rPr lang="en-US" dirty="0"/>
              <a:t> </a:t>
            </a:r>
            <a:r>
              <a:rPr lang="en-US" dirty="0" err="1"/>
              <a:t>năng</a:t>
            </a:r>
            <a:r>
              <a:rPr lang="en-US" dirty="0"/>
              <a:t> </a:t>
            </a:r>
            <a:r>
              <a:rPr lang="en-US" dirty="0" err="1"/>
              <a:t>tiếp</a:t>
            </a:r>
            <a:r>
              <a:rPr lang="en-US" dirty="0"/>
              <a:t> </a:t>
            </a:r>
            <a:r>
              <a:rPr lang="en-US" dirty="0" err="1"/>
              <a:t>cận</a:t>
            </a:r>
            <a:r>
              <a:rPr lang="en-US" dirty="0"/>
              <a:t> </a:t>
            </a:r>
            <a:r>
              <a:rPr lang="en-US" dirty="0" err="1"/>
              <a:t>các</a:t>
            </a:r>
            <a:r>
              <a:rPr lang="en-US" dirty="0"/>
              <a:t> </a:t>
            </a:r>
            <a:r>
              <a:rPr lang="en-US" dirty="0" err="1"/>
              <a:t>kết</a:t>
            </a:r>
            <a:r>
              <a:rPr lang="en-US" dirty="0"/>
              <a:t> </a:t>
            </a:r>
            <a:r>
              <a:rPr lang="en-US" dirty="0" err="1"/>
              <a:t>quả</a:t>
            </a:r>
            <a:r>
              <a:rPr lang="en-US" dirty="0"/>
              <a:t> </a:t>
            </a:r>
            <a:r>
              <a:rPr lang="en-US" dirty="0" err="1"/>
              <a:t>nghiên</a:t>
            </a:r>
            <a:r>
              <a:rPr lang="en-US" dirty="0"/>
              <a:t> </a:t>
            </a:r>
            <a:r>
              <a:rPr lang="en-US" dirty="0" err="1"/>
              <a:t>cứu</a:t>
            </a:r>
            <a:endParaRP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4320" y="230240"/>
            <a:ext cx="8173580" cy="458587"/>
          </a:xfrm>
        </p:spPr>
        <p:txBody>
          <a:bodyPr/>
          <a:lstStyle/>
          <a:p>
            <a:r>
              <a:rPr lang="en-US" sz="3200" dirty="0"/>
              <a:t>Các </a:t>
            </a:r>
            <a:r>
              <a:rPr lang="en-US" sz="3200" dirty="0" err="1"/>
              <a:t>nguyên</a:t>
            </a:r>
            <a:r>
              <a:rPr lang="en-US" sz="3200" dirty="0"/>
              <a:t> </a:t>
            </a:r>
            <a:r>
              <a:rPr lang="en-US" sz="3200" dirty="0" err="1"/>
              <a:t>tắc</a:t>
            </a:r>
            <a:r>
              <a:rPr lang="en-US" sz="3200" dirty="0"/>
              <a:t> </a:t>
            </a:r>
            <a:r>
              <a:rPr lang="en-US" sz="3200" dirty="0" err="1"/>
              <a:t>của</a:t>
            </a:r>
            <a:r>
              <a:rPr lang="en-US" sz="3200" dirty="0"/>
              <a:t> </a:t>
            </a:r>
            <a:r>
              <a:rPr lang="en-US" sz="3200" dirty="0" err="1"/>
              <a:t>trực</a:t>
            </a:r>
            <a:r>
              <a:rPr lang="en-US" sz="3200" dirty="0"/>
              <a:t> </a:t>
            </a:r>
            <a:r>
              <a:rPr lang="en-US" sz="3200" dirty="0" err="1"/>
              <a:t>quan</a:t>
            </a:r>
            <a:r>
              <a:rPr lang="en-US" sz="3200" dirty="0"/>
              <a:t> </a:t>
            </a:r>
            <a:r>
              <a:rPr lang="en-US" sz="3200" dirty="0" err="1"/>
              <a:t>hóa</a:t>
            </a:r>
            <a:r>
              <a:rPr lang="en-US" sz="3200" dirty="0"/>
              <a:t> </a:t>
            </a:r>
            <a:r>
              <a:rPr lang="en-US" sz="3200" dirty="0" err="1"/>
              <a:t>hiệu</a:t>
            </a:r>
            <a:r>
              <a:rPr lang="en-US" sz="3200" dirty="0"/>
              <a:t> </a:t>
            </a:r>
            <a:r>
              <a:rPr lang="en-US" sz="3200" dirty="0" err="1"/>
              <a:t>quả</a:t>
            </a:r>
            <a:endParaRPr lang="en-US" sz="3200" dirty="0"/>
          </a:p>
        </p:txBody>
      </p:sp>
      <p:sp>
        <p:nvSpPr>
          <p:cNvPr id="3" name="Content Placeholder 2"/>
          <p:cNvSpPr>
            <a:spLocks noGrp="1"/>
          </p:cNvSpPr>
          <p:nvPr>
            <p:ph idx="1"/>
          </p:nvPr>
        </p:nvSpPr>
        <p:spPr>
          <a:xfrm>
            <a:off x="424320" y="949791"/>
            <a:ext cx="8399114" cy="3921753"/>
          </a:xfrm>
        </p:spPr>
        <p:txBody>
          <a:bodyPr/>
          <a:lstStyle/>
          <a:p>
            <a:r>
              <a:rPr lang="vi-VN" sz="1600" b="1" dirty="0"/>
              <a:t>Sự đơn giản (Simplicity):</a:t>
            </a:r>
            <a:endParaRPr lang="vi-VN" sz="1600" dirty="0"/>
          </a:p>
          <a:p>
            <a:pPr lvl="1"/>
            <a:r>
              <a:rPr lang="vi-VN" sz="1400" dirty="0"/>
              <a:t>Giữ trực quan hóa dữ liệu đơn giản bằng cách tránh các yếu tố không cần thiết (đường kẻ, màu sắc, v.v.) để thông điệp chính dễ được hiểu.</a:t>
            </a:r>
          </a:p>
          <a:p>
            <a:r>
              <a:rPr lang="vi-VN" sz="1600" b="1" dirty="0"/>
              <a:t>Tính rõ ràng (Clarity):</a:t>
            </a:r>
            <a:endParaRPr lang="vi-VN" sz="1600" dirty="0"/>
          </a:p>
          <a:p>
            <a:pPr lvl="1"/>
            <a:r>
              <a:rPr lang="vi-VN" sz="1400" dirty="0"/>
              <a:t>Sử dụng nhãn, tiêu đề và chú giải rõ ràng để người xem có thể nhanh chóng diễn giải thông tin.</a:t>
            </a:r>
          </a:p>
          <a:p>
            <a:r>
              <a:rPr lang="vi-VN" sz="1600" b="1" dirty="0"/>
              <a:t>Tính chính xác (Accuracy):</a:t>
            </a:r>
            <a:endParaRPr lang="en-US" sz="1600" b="1" dirty="0"/>
          </a:p>
          <a:p>
            <a:pPr lvl="1"/>
            <a:r>
              <a:rPr lang="vi-VN" sz="1400" dirty="0"/>
              <a:t>Bảo đảm dữ liệu được trình bày một cách trung thực, không sử dụng thang đo hoặc cách thể hiện gây hiểu sai lệch.</a:t>
            </a:r>
            <a:endParaRPr lang="vi-VN" sz="1200" dirty="0"/>
          </a:p>
          <a:p>
            <a:r>
              <a:rPr lang="en-US" sz="1600" b="1" dirty="0" err="1"/>
              <a:t>Tính</a:t>
            </a:r>
            <a:r>
              <a:rPr lang="en-US" sz="1600" b="1" dirty="0"/>
              <a:t> </a:t>
            </a:r>
            <a:r>
              <a:rPr lang="en-US" sz="1600" b="1" dirty="0" err="1"/>
              <a:t>phù</a:t>
            </a:r>
            <a:r>
              <a:rPr lang="en-US" sz="1600" b="1" dirty="0"/>
              <a:t> </a:t>
            </a:r>
            <a:r>
              <a:rPr lang="en-US" sz="1600" b="1" dirty="0" err="1"/>
              <a:t>hợp</a:t>
            </a:r>
            <a:r>
              <a:rPr lang="en-US" sz="1600" b="1" dirty="0"/>
              <a:t> (Appropriate):</a:t>
            </a:r>
            <a:endParaRPr lang="en-US" sz="1600" dirty="0"/>
          </a:p>
          <a:p>
            <a:pPr lvl="1"/>
            <a:r>
              <a:rPr lang="en-US" sz="1400" dirty="0" err="1"/>
              <a:t>Lựa</a:t>
            </a:r>
            <a:r>
              <a:rPr lang="en-US" sz="1400" dirty="0"/>
              <a:t> </a:t>
            </a:r>
            <a:r>
              <a:rPr lang="en-US" sz="1400" dirty="0" err="1"/>
              <a:t>chọn</a:t>
            </a:r>
            <a:r>
              <a:rPr lang="en-US" sz="1400" dirty="0"/>
              <a:t> </a:t>
            </a:r>
            <a:r>
              <a:rPr lang="en-US" sz="1400" dirty="0" err="1"/>
              <a:t>loại</a:t>
            </a:r>
            <a:r>
              <a:rPr lang="en-US" sz="1400" dirty="0"/>
              <a:t> </a:t>
            </a:r>
            <a:r>
              <a:rPr lang="en-US" sz="1400" dirty="0" err="1"/>
              <a:t>biểu</a:t>
            </a:r>
            <a:r>
              <a:rPr lang="en-US" sz="1400" dirty="0"/>
              <a:t> </a:t>
            </a:r>
            <a:r>
              <a:rPr lang="en-US" sz="1400" dirty="0" err="1"/>
              <a:t>đồ</a:t>
            </a:r>
            <a:r>
              <a:rPr lang="en-US" sz="1400" dirty="0"/>
              <a:t> </a:t>
            </a:r>
            <a:r>
              <a:rPr lang="en-US" sz="1400" dirty="0" err="1"/>
              <a:t>phù</a:t>
            </a:r>
            <a:r>
              <a:rPr lang="en-US" sz="1400" dirty="0"/>
              <a:t> </a:t>
            </a:r>
            <a:r>
              <a:rPr lang="en-US" sz="1400" dirty="0" err="1"/>
              <a:t>hợp</a:t>
            </a:r>
            <a:r>
              <a:rPr lang="en-US" sz="1400" dirty="0"/>
              <a:t> </a:t>
            </a:r>
            <a:r>
              <a:rPr lang="en-US" sz="1400" dirty="0" err="1"/>
              <a:t>nhất</a:t>
            </a:r>
            <a:r>
              <a:rPr lang="en-US" sz="1400" dirty="0"/>
              <a:t> </a:t>
            </a:r>
            <a:r>
              <a:rPr lang="en-US" sz="1400" dirty="0" err="1"/>
              <a:t>với</a:t>
            </a:r>
            <a:r>
              <a:rPr lang="en-US" sz="1400" dirty="0"/>
              <a:t> </a:t>
            </a:r>
            <a:r>
              <a:rPr lang="en-US" sz="1400" dirty="0" err="1"/>
              <a:t>dữ</a:t>
            </a:r>
            <a:r>
              <a:rPr lang="en-US" sz="1400" dirty="0"/>
              <a:t> </a:t>
            </a:r>
            <a:r>
              <a:rPr lang="en-US" sz="1400" dirty="0" err="1"/>
              <a:t>liệu</a:t>
            </a:r>
            <a:r>
              <a:rPr lang="en-US" sz="1400" dirty="0"/>
              <a:t> </a:t>
            </a:r>
            <a:r>
              <a:rPr lang="en-US" sz="1400" dirty="0" err="1"/>
              <a:t>và</a:t>
            </a:r>
            <a:r>
              <a:rPr lang="en-US" sz="1400" dirty="0"/>
              <a:t> </a:t>
            </a:r>
            <a:r>
              <a:rPr lang="en-US" sz="1400" dirty="0" err="1"/>
              <a:t>câu</a:t>
            </a:r>
            <a:r>
              <a:rPr lang="en-US" sz="1400" dirty="0"/>
              <a:t> </a:t>
            </a:r>
            <a:r>
              <a:rPr lang="en-US" sz="1400" dirty="0" err="1"/>
              <a:t>hỏi</a:t>
            </a:r>
            <a:r>
              <a:rPr lang="en-US" sz="1400" dirty="0"/>
              <a:t> </a:t>
            </a:r>
            <a:r>
              <a:rPr lang="en-US" sz="1400" dirty="0" err="1"/>
              <a:t>cần</a:t>
            </a:r>
            <a:r>
              <a:rPr lang="en-US" sz="1400" dirty="0"/>
              <a:t> </a:t>
            </a:r>
            <a:r>
              <a:rPr lang="en-US" sz="1400" dirty="0" err="1"/>
              <a:t>trả</a:t>
            </a:r>
            <a:r>
              <a:rPr lang="en-US" sz="1400" dirty="0"/>
              <a:t> </a:t>
            </a:r>
            <a:r>
              <a:rPr lang="en-US" sz="1400" dirty="0" err="1"/>
              <a:t>lời</a:t>
            </a:r>
            <a:r>
              <a:rPr lang="en-US" sz="1400" dirty="0"/>
              <a:t>.</a:t>
            </a:r>
          </a:p>
          <a:p>
            <a:r>
              <a:rPr lang="en-US" sz="1600" b="1" dirty="0"/>
              <a:t>Định </a:t>
            </a:r>
            <a:r>
              <a:rPr lang="en-US" sz="1600" b="1" dirty="0" err="1"/>
              <a:t>dạng</a:t>
            </a:r>
            <a:r>
              <a:rPr lang="en-US" sz="1600" b="1" dirty="0"/>
              <a:t> </a:t>
            </a:r>
            <a:r>
              <a:rPr lang="en-US" sz="1600" b="1" dirty="0" err="1"/>
              <a:t>nhất</a:t>
            </a:r>
            <a:r>
              <a:rPr lang="en-US" sz="1600" b="1" dirty="0"/>
              <a:t> </a:t>
            </a:r>
            <a:r>
              <a:rPr lang="en-US" sz="1600" b="1" dirty="0" err="1"/>
              <a:t>quán</a:t>
            </a:r>
            <a:r>
              <a:rPr lang="en-US" sz="1600" b="1" dirty="0"/>
              <a:t> (Consistent formatting):</a:t>
            </a:r>
            <a:endParaRPr lang="en-US" sz="1600" dirty="0"/>
          </a:p>
          <a:p>
            <a:pPr lvl="1"/>
            <a:r>
              <a:rPr lang="en-US" sz="1400" dirty="0" err="1"/>
              <a:t>Sử</a:t>
            </a:r>
            <a:r>
              <a:rPr lang="en-US" sz="1400" dirty="0"/>
              <a:t> </a:t>
            </a:r>
            <a:r>
              <a:rPr lang="en-US" sz="1400" dirty="0" err="1"/>
              <a:t>dụng</a:t>
            </a:r>
            <a:r>
              <a:rPr lang="en-US" sz="1400" dirty="0"/>
              <a:t> </a:t>
            </a:r>
            <a:r>
              <a:rPr lang="en-US" sz="1400" dirty="0" err="1"/>
              <a:t>màu</a:t>
            </a:r>
            <a:r>
              <a:rPr lang="en-US" sz="1400" dirty="0"/>
              <a:t> </a:t>
            </a:r>
            <a:r>
              <a:rPr lang="en-US" sz="1400" dirty="0" err="1"/>
              <a:t>sắc</a:t>
            </a:r>
            <a:r>
              <a:rPr lang="en-US" sz="1400" dirty="0"/>
              <a:t>, </a:t>
            </a:r>
            <a:r>
              <a:rPr lang="en-US" sz="1400" dirty="0" err="1"/>
              <a:t>phông</a:t>
            </a:r>
            <a:r>
              <a:rPr lang="en-US" sz="1400" dirty="0"/>
              <a:t> </a:t>
            </a:r>
            <a:r>
              <a:rPr lang="en-US" sz="1400" dirty="0" err="1"/>
              <a:t>chữ</a:t>
            </a:r>
            <a:r>
              <a:rPr lang="en-US" sz="1400" dirty="0"/>
              <a:t> </a:t>
            </a:r>
            <a:r>
              <a:rPr lang="en-US" sz="1400" dirty="0" err="1"/>
              <a:t>và</a:t>
            </a:r>
            <a:r>
              <a:rPr lang="en-US" sz="1400" dirty="0"/>
              <a:t> </a:t>
            </a:r>
            <a:r>
              <a:rPr lang="en-US" sz="1400" dirty="0" err="1"/>
              <a:t>kiểu</a:t>
            </a:r>
            <a:r>
              <a:rPr lang="en-US" sz="1400" dirty="0"/>
              <a:t> </a:t>
            </a:r>
            <a:r>
              <a:rPr lang="en-US" sz="1400" dirty="0" err="1"/>
              <a:t>trình</a:t>
            </a:r>
            <a:r>
              <a:rPr lang="en-US" sz="1400" dirty="0"/>
              <a:t> </a:t>
            </a:r>
            <a:r>
              <a:rPr lang="en-US" sz="1400" dirty="0" err="1"/>
              <a:t>bày</a:t>
            </a:r>
            <a:r>
              <a:rPr lang="en-US" sz="1400" dirty="0"/>
              <a:t> </a:t>
            </a:r>
            <a:r>
              <a:rPr lang="en-US" sz="1400" dirty="0" err="1"/>
              <a:t>thống</a:t>
            </a:r>
            <a:r>
              <a:rPr lang="en-US" sz="1400" dirty="0"/>
              <a:t> </a:t>
            </a:r>
            <a:r>
              <a:rPr lang="en-US" sz="1400" dirty="0" err="1"/>
              <a:t>nhất</a:t>
            </a:r>
            <a:r>
              <a:rPr lang="en-US" sz="1400" dirty="0"/>
              <a:t> </a:t>
            </a:r>
            <a:r>
              <a:rPr lang="en-US" sz="1400" dirty="0" err="1"/>
              <a:t>giữa</a:t>
            </a:r>
            <a:r>
              <a:rPr lang="en-US" sz="1400" dirty="0"/>
              <a:t> </a:t>
            </a:r>
            <a:r>
              <a:rPr lang="en-US" sz="1400" dirty="0" err="1"/>
              <a:t>các</a:t>
            </a:r>
            <a:r>
              <a:rPr lang="en-US" sz="1400" dirty="0"/>
              <a:t> </a:t>
            </a:r>
            <a:r>
              <a:rPr lang="en-US" sz="1400" dirty="0" err="1"/>
              <a:t>biểu</a:t>
            </a:r>
            <a:r>
              <a:rPr lang="en-US" sz="1400" dirty="0"/>
              <a:t> </a:t>
            </a:r>
            <a:r>
              <a:rPr lang="en-US" sz="1400" dirty="0" err="1"/>
              <a:t>đồ</a:t>
            </a:r>
            <a:r>
              <a:rPr lang="en-US" sz="1400" dirty="0"/>
              <a:t> </a:t>
            </a:r>
            <a:r>
              <a:rPr lang="en-US" sz="1400" dirty="0" err="1"/>
              <a:t>để</a:t>
            </a:r>
            <a:r>
              <a:rPr lang="en-US" sz="1400" dirty="0"/>
              <a:t> </a:t>
            </a:r>
            <a:r>
              <a:rPr lang="en-US" sz="1400" dirty="0" err="1"/>
              <a:t>tăng</a:t>
            </a:r>
            <a:r>
              <a:rPr lang="en-US" sz="1400" dirty="0"/>
              <a:t> </a:t>
            </a:r>
            <a:r>
              <a:rPr lang="en-US" sz="1400" dirty="0" err="1"/>
              <a:t>khả</a:t>
            </a:r>
            <a:r>
              <a:rPr lang="en-US" sz="1400" dirty="0"/>
              <a:t> </a:t>
            </a:r>
            <a:r>
              <a:rPr lang="en-US" sz="1400" dirty="0" err="1"/>
              <a:t>năng</a:t>
            </a:r>
            <a:r>
              <a:rPr lang="en-US" sz="1400" dirty="0"/>
              <a:t> </a:t>
            </a:r>
            <a:r>
              <a:rPr lang="en-US" sz="1400" dirty="0" err="1"/>
              <a:t>đọc</a:t>
            </a:r>
            <a:r>
              <a:rPr lang="en-US" sz="1400" dirty="0"/>
              <a:t> </a:t>
            </a:r>
            <a:r>
              <a:rPr lang="en-US" sz="1400" dirty="0" err="1"/>
              <a:t>và</a:t>
            </a:r>
            <a:r>
              <a:rPr lang="en-US" sz="1400" dirty="0"/>
              <a:t> so </a:t>
            </a:r>
            <a:r>
              <a:rPr lang="en-US" sz="1400" dirty="0" err="1"/>
              <a:t>sánh</a:t>
            </a:r>
            <a:r>
              <a:rPr lang="en-US" sz="1400" dirty="0"/>
              <a:t>.</a:t>
            </a:r>
          </a:p>
          <a:p>
            <a:pPr marL="295268" lvl="1" indent="0">
              <a:buNone/>
            </a:pP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19FCF0-EC24-3C01-0966-D1D2BDC11D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3616C9-25AA-5E54-5F9D-7ADE5F6336B0}"/>
              </a:ext>
            </a:extLst>
          </p:cNvPr>
          <p:cNvSpPr>
            <a:spLocks noGrp="1"/>
          </p:cNvSpPr>
          <p:nvPr>
            <p:ph type="title"/>
          </p:nvPr>
        </p:nvSpPr>
        <p:spPr>
          <a:xfrm>
            <a:off x="453585" y="318751"/>
            <a:ext cx="8173580" cy="458587"/>
          </a:xfrm>
        </p:spPr>
        <p:txBody>
          <a:bodyPr/>
          <a:lstStyle/>
          <a:p>
            <a:r>
              <a:rPr lang="en-US" dirty="0" err="1"/>
              <a:t>Ví</a:t>
            </a:r>
            <a:r>
              <a:rPr lang="en-US" dirty="0"/>
              <a:t> </a:t>
            </a:r>
            <a:r>
              <a:rPr lang="en-US" dirty="0" err="1"/>
              <a:t>dụ</a:t>
            </a:r>
            <a:r>
              <a:rPr lang="en-US" dirty="0"/>
              <a:t> </a:t>
            </a:r>
            <a:r>
              <a:rPr lang="en-US" dirty="0" err="1"/>
              <a:t>về</a:t>
            </a:r>
            <a:r>
              <a:rPr lang="en-US" dirty="0"/>
              <a:t> </a:t>
            </a:r>
            <a:r>
              <a:rPr lang="en-US" dirty="0" err="1"/>
              <a:t>trực</a:t>
            </a:r>
            <a:r>
              <a:rPr lang="en-US" dirty="0"/>
              <a:t> </a:t>
            </a:r>
            <a:r>
              <a:rPr lang="en-US" dirty="0" err="1"/>
              <a:t>quan</a:t>
            </a:r>
            <a:r>
              <a:rPr lang="en-US" dirty="0"/>
              <a:t> </a:t>
            </a:r>
            <a:r>
              <a:rPr lang="en-US" dirty="0" err="1"/>
              <a:t>hóa</a:t>
            </a:r>
            <a:r>
              <a:rPr lang="en-US" dirty="0"/>
              <a:t> </a:t>
            </a:r>
            <a:r>
              <a:rPr lang="en-US" dirty="0" err="1"/>
              <a:t>hiệu</a:t>
            </a:r>
            <a:r>
              <a:rPr lang="en-US" dirty="0"/>
              <a:t> </a:t>
            </a:r>
            <a:r>
              <a:rPr lang="en-US" dirty="0" err="1"/>
              <a:t>quả</a:t>
            </a:r>
            <a:endParaRPr lang="en-US" dirty="0"/>
          </a:p>
        </p:txBody>
      </p:sp>
      <p:sp>
        <p:nvSpPr>
          <p:cNvPr id="3" name="Content Placeholder 2">
            <a:extLst>
              <a:ext uri="{FF2B5EF4-FFF2-40B4-BE49-F238E27FC236}">
                <a16:creationId xmlns:a16="http://schemas.microsoft.com/office/drawing/2014/main" id="{79BC645E-DE12-D4AB-1B2F-034FD9CC9290}"/>
              </a:ext>
            </a:extLst>
          </p:cNvPr>
          <p:cNvSpPr>
            <a:spLocks noGrp="1"/>
          </p:cNvSpPr>
          <p:nvPr>
            <p:ph idx="1"/>
          </p:nvPr>
        </p:nvSpPr>
        <p:spPr>
          <a:xfrm>
            <a:off x="170435" y="969314"/>
            <a:ext cx="4700145" cy="3855435"/>
          </a:xfrm>
        </p:spPr>
        <p:txBody>
          <a:bodyPr/>
          <a:lstStyle/>
          <a:p>
            <a:r>
              <a:rPr lang="en-US" sz="1600" b="1" dirty="0" err="1"/>
              <a:t>Sáp</a:t>
            </a:r>
            <a:r>
              <a:rPr lang="en-US" sz="1600" b="1" dirty="0"/>
              <a:t> </a:t>
            </a:r>
            <a:r>
              <a:rPr lang="en-US" sz="1600" b="1" dirty="0" err="1"/>
              <a:t>nhập</a:t>
            </a:r>
            <a:r>
              <a:rPr lang="en-US" sz="1600" b="1" dirty="0"/>
              <a:t> </a:t>
            </a:r>
            <a:r>
              <a:rPr lang="en-US" sz="1600" b="1" dirty="0" err="1"/>
              <a:t>các</a:t>
            </a:r>
            <a:r>
              <a:rPr lang="en-US" sz="1600" b="1" dirty="0"/>
              <a:t> </a:t>
            </a:r>
            <a:r>
              <a:rPr lang="en-US" sz="1600" b="1" dirty="0" err="1"/>
              <a:t>tỉnh</a:t>
            </a:r>
            <a:r>
              <a:rPr lang="en-US" sz="1600" b="1" dirty="0"/>
              <a:t> </a:t>
            </a:r>
            <a:r>
              <a:rPr lang="en-US" sz="1600" b="1" dirty="0" err="1"/>
              <a:t>của</a:t>
            </a:r>
            <a:r>
              <a:rPr lang="en-US" sz="1600" b="1" dirty="0"/>
              <a:t> Việt Nam: </a:t>
            </a:r>
            <a:r>
              <a:rPr lang="en-US" sz="1600" b="1" dirty="0" err="1"/>
              <a:t>Hợp</a:t>
            </a:r>
            <a:r>
              <a:rPr lang="en-US" sz="1600" b="1" dirty="0"/>
              <a:t> </a:t>
            </a:r>
            <a:r>
              <a:rPr lang="en-US" sz="1600" b="1" dirty="0" err="1"/>
              <a:t>nhất</a:t>
            </a:r>
            <a:r>
              <a:rPr lang="en-US" sz="1600" b="1" dirty="0"/>
              <a:t> </a:t>
            </a:r>
            <a:r>
              <a:rPr lang="en-US" sz="1600" b="1" dirty="0" err="1"/>
              <a:t>từ</a:t>
            </a:r>
            <a:r>
              <a:rPr lang="en-US" sz="1600" b="1" dirty="0"/>
              <a:t> 63 </a:t>
            </a:r>
            <a:r>
              <a:rPr lang="en-US" sz="1600" b="1" dirty="0" err="1"/>
              <a:t>xuống</a:t>
            </a:r>
            <a:r>
              <a:rPr lang="en-US" sz="1600" b="1" dirty="0"/>
              <a:t> </a:t>
            </a:r>
            <a:r>
              <a:rPr lang="en-US" sz="1600" b="1" dirty="0" err="1"/>
              <a:t>còn</a:t>
            </a:r>
            <a:r>
              <a:rPr lang="en-US" sz="1600" b="1" dirty="0"/>
              <a:t> 34 </a:t>
            </a:r>
            <a:r>
              <a:rPr lang="en-US" sz="1600" b="1" dirty="0" err="1"/>
              <a:t>tỉnh</a:t>
            </a:r>
            <a:r>
              <a:rPr lang="en-US" sz="1600" b="1" dirty="0"/>
              <a:t>, </a:t>
            </a:r>
            <a:r>
              <a:rPr lang="en-US" sz="1600" b="1" dirty="0" err="1"/>
              <a:t>thành</a:t>
            </a:r>
            <a:r>
              <a:rPr lang="en-US" sz="1600" b="1" dirty="0"/>
              <a:t> </a:t>
            </a:r>
            <a:r>
              <a:rPr lang="en-US" sz="1600" b="1" dirty="0" err="1"/>
              <a:t>phố</a:t>
            </a:r>
            <a:r>
              <a:rPr lang="en-US" sz="1600" b="1" dirty="0"/>
              <a:t>.</a:t>
            </a:r>
          </a:p>
          <a:p>
            <a:r>
              <a:rPr lang="en-US" sz="1600" b="1" dirty="0"/>
              <a:t>28 </a:t>
            </a:r>
            <a:r>
              <a:rPr lang="en-US" sz="1600" b="1" dirty="0" err="1"/>
              <a:t>tỉnh</a:t>
            </a:r>
            <a:r>
              <a:rPr lang="en-US" sz="1600" dirty="0"/>
              <a:t>: Cao Bang, Dien Bien, Ha Tinh, Lai Chau, Lang Son, Nghe An, Quang Ninh, Thanh Hoa, Son La, Tuyen Quang, Lao Cai, Thai Nguyen, Phu Tho, Bac Ninh, Hung Yen, Ninh Binh, Quang Tri, Quang Ngai, Gia Lai, Khanh Hoa, Lam Dong, Dak Lak, Dong Nai, Tay Ninh, Vinh Long, Dong Thap, Ca Mau, and An Giang; and</a:t>
            </a:r>
          </a:p>
          <a:p>
            <a:r>
              <a:rPr lang="vi-VN" sz="1600" dirty="0"/>
              <a:t>6 thành phố trực thuộc trung ương </a:t>
            </a:r>
            <a:r>
              <a:rPr lang="en-US" sz="1600" dirty="0"/>
              <a:t>: Hanoi, Ho Chi Minh City (HCMC), Hue, Da Nang, Can Tho, and Hai Phong.</a:t>
            </a:r>
          </a:p>
        </p:txBody>
      </p:sp>
      <p:pic>
        <p:nvPicPr>
          <p:cNvPr id="4" name="Picture 3">
            <a:extLst>
              <a:ext uri="{FF2B5EF4-FFF2-40B4-BE49-F238E27FC236}">
                <a16:creationId xmlns:a16="http://schemas.microsoft.com/office/drawing/2014/main" id="{065CBA7D-2BD2-46A3-7A0D-CA924467C2E5}"/>
              </a:ext>
            </a:extLst>
          </p:cNvPr>
          <p:cNvPicPr>
            <a:picLocks noChangeAspect="1"/>
          </p:cNvPicPr>
          <p:nvPr/>
        </p:nvPicPr>
        <p:blipFill>
          <a:blip r:embed="rId3"/>
          <a:stretch>
            <a:fillRect/>
          </a:stretch>
        </p:blipFill>
        <p:spPr>
          <a:xfrm>
            <a:off x="4755274" y="969314"/>
            <a:ext cx="4218291" cy="3430734"/>
          </a:xfrm>
          <a:prstGeom prst="rect">
            <a:avLst/>
          </a:prstGeom>
        </p:spPr>
      </p:pic>
    </p:spTree>
    <p:extLst>
      <p:ext uri="{BB962C8B-B14F-4D97-AF65-F5344CB8AC3E}">
        <p14:creationId xmlns:p14="http://schemas.microsoft.com/office/powerpoint/2010/main" val="34343569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4626BB-D22B-F702-36B8-48D004F7B2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3DA4B7-5BF9-C937-DEE6-4567E374ECF5}"/>
              </a:ext>
            </a:extLst>
          </p:cNvPr>
          <p:cNvSpPr>
            <a:spLocks noGrp="1"/>
          </p:cNvSpPr>
          <p:nvPr>
            <p:ph type="title"/>
          </p:nvPr>
        </p:nvSpPr>
        <p:spPr/>
        <p:txBody>
          <a:bodyPr/>
          <a:lstStyle/>
          <a:p>
            <a:r>
              <a:rPr lang="en-US" sz="2400" dirty="0"/>
              <a:t>Các </a:t>
            </a:r>
            <a:r>
              <a:rPr lang="en-US" sz="2400" dirty="0" err="1"/>
              <a:t>loại</a:t>
            </a:r>
            <a:r>
              <a:rPr lang="en-US" sz="2400" dirty="0"/>
              <a:t> </a:t>
            </a:r>
            <a:r>
              <a:rPr lang="en-US" sz="2400" dirty="0" err="1"/>
              <a:t>hình</a:t>
            </a:r>
            <a:r>
              <a:rPr lang="en-US" sz="2400" dirty="0"/>
              <a:t> </a:t>
            </a:r>
            <a:r>
              <a:rPr lang="en-US" sz="2400" dirty="0" err="1"/>
              <a:t>trực</a:t>
            </a:r>
            <a:r>
              <a:rPr lang="en-US" sz="2400" dirty="0"/>
              <a:t> </a:t>
            </a:r>
            <a:r>
              <a:rPr lang="en-US" sz="2400" dirty="0" err="1"/>
              <a:t>quan</a:t>
            </a:r>
            <a:r>
              <a:rPr lang="en-US" sz="2400" dirty="0"/>
              <a:t> </a:t>
            </a:r>
            <a:r>
              <a:rPr lang="en-US" sz="2400" dirty="0" err="1"/>
              <a:t>hóa</a:t>
            </a:r>
            <a:r>
              <a:rPr lang="en-US" sz="2400" dirty="0"/>
              <a:t> </a:t>
            </a:r>
            <a:r>
              <a:rPr lang="en-US" sz="2400" dirty="0" err="1"/>
              <a:t>dữ</a:t>
            </a:r>
            <a:r>
              <a:rPr lang="en-US" sz="2400" dirty="0"/>
              <a:t> </a:t>
            </a:r>
            <a:r>
              <a:rPr lang="en-US" sz="2400" dirty="0" err="1"/>
              <a:t>liệu</a:t>
            </a:r>
            <a:r>
              <a:rPr lang="en-US" sz="2400" dirty="0"/>
              <a:t> </a:t>
            </a:r>
            <a:r>
              <a:rPr lang="en-US" sz="2400" dirty="0" err="1"/>
              <a:t>phổ</a:t>
            </a:r>
            <a:r>
              <a:rPr lang="en-US" sz="2400" dirty="0"/>
              <a:t> </a:t>
            </a:r>
            <a:r>
              <a:rPr lang="en-US" sz="2400" dirty="0" err="1"/>
              <a:t>biến</a:t>
            </a:r>
            <a:r>
              <a:rPr lang="en-US" sz="2400" dirty="0"/>
              <a:t> </a:t>
            </a:r>
            <a:r>
              <a:rPr lang="en-US" sz="2400" dirty="0" err="1"/>
              <a:t>trong</a:t>
            </a:r>
            <a:r>
              <a:rPr lang="en-US" sz="2400" dirty="0"/>
              <a:t> y </a:t>
            </a:r>
            <a:r>
              <a:rPr lang="en-US" sz="2400" dirty="0" err="1"/>
              <a:t>tế</a:t>
            </a:r>
            <a:r>
              <a:rPr lang="en-US" sz="2400" dirty="0"/>
              <a:t> </a:t>
            </a:r>
            <a:r>
              <a:rPr lang="en-US" sz="2400" dirty="0" err="1"/>
              <a:t>công</a:t>
            </a:r>
            <a:r>
              <a:rPr lang="en-US" sz="2400" dirty="0"/>
              <a:t> </a:t>
            </a:r>
            <a:r>
              <a:rPr lang="en-US" sz="2400" dirty="0" err="1"/>
              <a:t>cộng</a:t>
            </a:r>
            <a:endParaRPr lang="en-US" sz="2400" b="1" dirty="0"/>
          </a:p>
        </p:txBody>
      </p:sp>
    </p:spTree>
    <p:extLst>
      <p:ext uri="{BB962C8B-B14F-4D97-AF65-F5344CB8AC3E}">
        <p14:creationId xmlns:p14="http://schemas.microsoft.com/office/powerpoint/2010/main" val="690968180"/>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Các </a:t>
            </a:r>
            <a:r>
              <a:rPr lang="en-US" dirty="0" err="1"/>
              <a:t>loại</a:t>
            </a:r>
            <a:r>
              <a:rPr lang="en-US" dirty="0"/>
              <a:t> </a:t>
            </a:r>
            <a:r>
              <a:rPr lang="en-US" dirty="0" err="1"/>
              <a:t>hình</a:t>
            </a:r>
            <a:r>
              <a:rPr lang="en-US" dirty="0"/>
              <a:t> </a:t>
            </a:r>
            <a:r>
              <a:rPr lang="en-US" dirty="0" err="1"/>
              <a:t>trực</a:t>
            </a:r>
            <a:r>
              <a:rPr lang="en-US" dirty="0"/>
              <a:t> </a:t>
            </a:r>
            <a:r>
              <a:rPr lang="en-US" dirty="0" err="1"/>
              <a:t>quan</a:t>
            </a:r>
            <a:r>
              <a:rPr lang="en-US" dirty="0"/>
              <a:t> </a:t>
            </a:r>
            <a:r>
              <a:rPr lang="en-US" dirty="0" err="1"/>
              <a:t>hóa</a:t>
            </a:r>
            <a:r>
              <a:rPr lang="en-US" dirty="0"/>
              <a:t> </a:t>
            </a:r>
            <a:r>
              <a:rPr lang="en-US" dirty="0" err="1"/>
              <a:t>dữ</a:t>
            </a:r>
            <a:r>
              <a:rPr lang="en-US" dirty="0"/>
              <a:t> </a:t>
            </a:r>
            <a:r>
              <a:rPr lang="en-US" dirty="0" err="1"/>
              <a:t>liệu</a:t>
            </a:r>
            <a:r>
              <a:rPr lang="en-US" dirty="0"/>
              <a:t> </a:t>
            </a:r>
            <a:r>
              <a:rPr lang="en-US" dirty="0" err="1"/>
              <a:t>phổ</a:t>
            </a:r>
            <a:r>
              <a:rPr lang="en-US" dirty="0"/>
              <a:t> </a:t>
            </a:r>
            <a:r>
              <a:rPr lang="en-US" dirty="0" err="1"/>
              <a:t>biến</a:t>
            </a:r>
            <a:r>
              <a:rPr lang="en-US" dirty="0"/>
              <a:t> </a:t>
            </a:r>
            <a:r>
              <a:rPr lang="en-US" dirty="0" err="1"/>
              <a:t>trong</a:t>
            </a:r>
            <a:r>
              <a:rPr lang="en-US" dirty="0"/>
              <a:t> y </a:t>
            </a:r>
            <a:r>
              <a:rPr lang="en-US" dirty="0" err="1"/>
              <a:t>tế</a:t>
            </a:r>
            <a:r>
              <a:rPr lang="en-US" dirty="0"/>
              <a:t> </a:t>
            </a:r>
            <a:r>
              <a:rPr lang="en-US" dirty="0" err="1"/>
              <a:t>công</a:t>
            </a:r>
            <a:r>
              <a:rPr lang="en-US" dirty="0"/>
              <a:t> </a:t>
            </a:r>
            <a:r>
              <a:rPr lang="en-US" dirty="0" err="1"/>
              <a:t>cộng</a:t>
            </a:r>
            <a:r>
              <a:rPr lang="en-US" dirty="0"/>
              <a:t> </a:t>
            </a:r>
            <a:endParaRPr dirty="0"/>
          </a:p>
        </p:txBody>
      </p:sp>
      <p:sp>
        <p:nvSpPr>
          <p:cNvPr id="3" name="Content Placeholder 2"/>
          <p:cNvSpPr>
            <a:spLocks noGrp="1"/>
          </p:cNvSpPr>
          <p:nvPr>
            <p:ph idx="1"/>
          </p:nvPr>
        </p:nvSpPr>
        <p:spPr/>
        <p:txBody>
          <a:bodyPr/>
          <a:lstStyle/>
          <a:p>
            <a:r>
              <a:rPr dirty="0" err="1"/>
              <a:t>Biểu</a:t>
            </a:r>
            <a:r>
              <a:rPr dirty="0"/>
              <a:t> </a:t>
            </a:r>
            <a:r>
              <a:rPr dirty="0" err="1"/>
              <a:t>đồ</a:t>
            </a:r>
            <a:r>
              <a:rPr dirty="0"/>
              <a:t> </a:t>
            </a:r>
            <a:r>
              <a:rPr dirty="0" err="1"/>
              <a:t>cột</a:t>
            </a:r>
            <a:endParaRPr dirty="0"/>
          </a:p>
          <a:p>
            <a:r>
              <a:rPr dirty="0" err="1"/>
              <a:t>Biểu</a:t>
            </a:r>
            <a:r>
              <a:rPr dirty="0"/>
              <a:t> </a:t>
            </a:r>
            <a:r>
              <a:rPr dirty="0" err="1"/>
              <a:t>đồ</a:t>
            </a:r>
            <a:r>
              <a:rPr dirty="0"/>
              <a:t> </a:t>
            </a:r>
            <a:r>
              <a:rPr dirty="0" err="1"/>
              <a:t>dây</a:t>
            </a:r>
            <a:r>
              <a:rPr dirty="0"/>
              <a:t> (</a:t>
            </a:r>
            <a:r>
              <a:rPr lang="en-US" dirty="0"/>
              <a:t>Line charts)</a:t>
            </a:r>
            <a:r>
              <a:rPr dirty="0"/>
              <a:t> </a:t>
            </a:r>
            <a:endParaRPr lang="en-US" dirty="0"/>
          </a:p>
          <a:p>
            <a:r>
              <a:rPr lang="en-US" dirty="0" err="1"/>
              <a:t>Biểu</a:t>
            </a:r>
            <a:r>
              <a:rPr lang="en-US" dirty="0"/>
              <a:t> </a:t>
            </a:r>
            <a:r>
              <a:rPr lang="en-US" dirty="0" err="1"/>
              <a:t>đồ</a:t>
            </a:r>
            <a:r>
              <a:rPr lang="en-US" dirty="0"/>
              <a:t> </a:t>
            </a:r>
            <a:r>
              <a:rPr lang="en-US" dirty="0" err="1"/>
              <a:t>khảm</a:t>
            </a:r>
            <a:r>
              <a:rPr lang="en-US" dirty="0"/>
              <a:t> (</a:t>
            </a:r>
            <a:r>
              <a:rPr lang="en-US" dirty="0" err="1"/>
              <a:t>Mozaic</a:t>
            </a:r>
            <a:r>
              <a:rPr lang="en-US" dirty="0"/>
              <a:t> charts)</a:t>
            </a:r>
            <a:endParaRPr dirty="0"/>
          </a:p>
          <a:p>
            <a:r>
              <a:rPr dirty="0" err="1"/>
              <a:t>Biểu</a:t>
            </a:r>
            <a:r>
              <a:rPr dirty="0"/>
              <a:t> </a:t>
            </a:r>
            <a:r>
              <a:rPr dirty="0" err="1"/>
              <a:t>đồ</a:t>
            </a:r>
            <a:r>
              <a:rPr dirty="0"/>
              <a:t> </a:t>
            </a:r>
            <a:r>
              <a:rPr dirty="0" err="1"/>
              <a:t>tần</a:t>
            </a:r>
            <a:r>
              <a:rPr dirty="0"/>
              <a:t> </a:t>
            </a:r>
            <a:r>
              <a:rPr dirty="0" err="1"/>
              <a:t>xuất</a:t>
            </a:r>
            <a:r>
              <a:rPr dirty="0"/>
              <a:t> (Histograms)</a:t>
            </a:r>
          </a:p>
          <a:p>
            <a:r>
              <a:rPr dirty="0" err="1"/>
              <a:t>Biểu</a:t>
            </a:r>
            <a:r>
              <a:rPr dirty="0"/>
              <a:t> </a:t>
            </a:r>
            <a:r>
              <a:rPr dirty="0" err="1"/>
              <a:t>đồ</a:t>
            </a:r>
            <a:r>
              <a:rPr dirty="0"/>
              <a:t> </a:t>
            </a:r>
            <a:r>
              <a:rPr dirty="0" err="1"/>
              <a:t>hộp</a:t>
            </a:r>
            <a:r>
              <a:rPr dirty="0"/>
              <a:t> (Boxplots)</a:t>
            </a:r>
          </a:p>
          <a:p>
            <a:r>
              <a:rPr lang="en-US" dirty="0" err="1"/>
              <a:t>Biểu</a:t>
            </a:r>
            <a:r>
              <a:rPr lang="en-US" dirty="0"/>
              <a:t> </a:t>
            </a:r>
            <a:r>
              <a:rPr lang="en-US" dirty="0" err="1"/>
              <a:t>đồ</a:t>
            </a:r>
            <a:r>
              <a:rPr lang="en-US" dirty="0"/>
              <a:t> </a:t>
            </a:r>
            <a:r>
              <a:rPr lang="en-US" dirty="0" err="1"/>
              <a:t>phân</a:t>
            </a:r>
            <a:r>
              <a:rPr lang="en-US" dirty="0"/>
              <a:t> </a:t>
            </a:r>
            <a:r>
              <a:rPr lang="en-US" dirty="0" err="1"/>
              <a:t>tán</a:t>
            </a:r>
            <a:r>
              <a:rPr lang="en-US" dirty="0"/>
              <a:t> (Scatterplots)</a:t>
            </a:r>
          </a:p>
          <a:p>
            <a:r>
              <a:rPr dirty="0" err="1"/>
              <a:t>Bản</a:t>
            </a:r>
            <a:r>
              <a:rPr dirty="0"/>
              <a:t> </a:t>
            </a:r>
            <a:r>
              <a:rPr dirty="0" err="1"/>
              <a:t>đồ</a:t>
            </a:r>
            <a:r>
              <a:rPr dirty="0"/>
              <a:t> (Maps)</a:t>
            </a:r>
            <a:endParaRPr lang="en-US" dirty="0"/>
          </a:p>
          <a:p>
            <a:endParaRPr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B17F0E-80F0-2B21-2E03-424C97AC8B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2991A8-639E-1550-A745-95CF9F3B20BC}"/>
              </a:ext>
            </a:extLst>
          </p:cNvPr>
          <p:cNvSpPr>
            <a:spLocks noGrp="1"/>
          </p:cNvSpPr>
          <p:nvPr>
            <p:ph type="title"/>
          </p:nvPr>
        </p:nvSpPr>
        <p:spPr>
          <a:xfrm>
            <a:off x="224683" y="231464"/>
            <a:ext cx="8178338" cy="458587"/>
          </a:xfrm>
        </p:spPr>
        <p:txBody>
          <a:bodyPr/>
          <a:lstStyle/>
          <a:p>
            <a:r>
              <a:rPr lang="en-US" sz="3200" dirty="0" err="1"/>
              <a:t>Biểu</a:t>
            </a:r>
            <a:r>
              <a:rPr lang="en-US" sz="3200" dirty="0"/>
              <a:t> </a:t>
            </a:r>
            <a:r>
              <a:rPr lang="en-US" sz="3200" dirty="0" err="1"/>
              <a:t>đồ</a:t>
            </a:r>
            <a:r>
              <a:rPr lang="en-US" sz="3200" dirty="0"/>
              <a:t> </a:t>
            </a:r>
            <a:r>
              <a:rPr lang="en-US" sz="3200" dirty="0" err="1"/>
              <a:t>cột</a:t>
            </a:r>
            <a:r>
              <a:rPr lang="en-US" sz="3200" dirty="0"/>
              <a:t> (Bar charts)</a:t>
            </a:r>
          </a:p>
        </p:txBody>
      </p:sp>
      <p:sp>
        <p:nvSpPr>
          <p:cNvPr id="3" name="Content Placeholder 2">
            <a:extLst>
              <a:ext uri="{FF2B5EF4-FFF2-40B4-BE49-F238E27FC236}">
                <a16:creationId xmlns:a16="http://schemas.microsoft.com/office/drawing/2014/main" id="{20049F93-8170-138B-E80B-34BBEFF7F567}"/>
              </a:ext>
            </a:extLst>
          </p:cNvPr>
          <p:cNvSpPr>
            <a:spLocks noGrp="1"/>
          </p:cNvSpPr>
          <p:nvPr>
            <p:ph idx="1"/>
          </p:nvPr>
        </p:nvSpPr>
        <p:spPr>
          <a:xfrm>
            <a:off x="224683" y="1105694"/>
            <a:ext cx="4080000" cy="2932112"/>
          </a:xfrm>
        </p:spPr>
        <p:txBody>
          <a:bodyPr/>
          <a:lstStyle/>
          <a:p>
            <a:r>
              <a:rPr lang="vi-VN" sz="1600" dirty="0"/>
              <a:t>Một loại biểu đồ được sử dụng để so sánh các giá trị giữa các nhóm (categories)</a:t>
            </a:r>
            <a:r>
              <a:rPr lang="en-US" sz="1600" dirty="0"/>
              <a:t>.</a:t>
            </a:r>
          </a:p>
          <a:p>
            <a:r>
              <a:rPr lang="vi-VN" sz="1600" dirty="0"/>
              <a:t>Chiều cao (hoặc độ dài) của mỗi cột biểu thị số lượng hoặc giá trị của một nhóm</a:t>
            </a:r>
            <a:r>
              <a:rPr lang="en-US" sz="1600" dirty="0"/>
              <a:t>.</a:t>
            </a:r>
          </a:p>
          <a:p>
            <a:r>
              <a:rPr lang="en-US" sz="1600" dirty="0" err="1"/>
              <a:t>Giúp</a:t>
            </a:r>
            <a:r>
              <a:rPr lang="en-US" sz="1600" dirty="0"/>
              <a:t> </a:t>
            </a:r>
            <a:r>
              <a:rPr lang="en-US" sz="1600" dirty="0" err="1"/>
              <a:t>dễ</a:t>
            </a:r>
            <a:r>
              <a:rPr lang="en-US" sz="1600" dirty="0"/>
              <a:t> </a:t>
            </a:r>
            <a:r>
              <a:rPr lang="en-US" sz="1600" dirty="0" err="1"/>
              <a:t>dàng</a:t>
            </a:r>
            <a:r>
              <a:rPr lang="en-US" sz="1600" dirty="0"/>
              <a:t> so </a:t>
            </a:r>
            <a:r>
              <a:rPr lang="en-US" sz="1600" dirty="0" err="1"/>
              <a:t>sánh</a:t>
            </a:r>
            <a:r>
              <a:rPr lang="en-US" sz="1600" dirty="0"/>
              <a:t> </a:t>
            </a:r>
            <a:r>
              <a:rPr lang="en-US" sz="1600" dirty="0" err="1"/>
              <a:t>giữa</a:t>
            </a:r>
            <a:r>
              <a:rPr lang="en-US" sz="1600" dirty="0"/>
              <a:t> </a:t>
            </a:r>
            <a:r>
              <a:rPr lang="en-US" sz="1600" dirty="0" err="1"/>
              <a:t>các</a:t>
            </a:r>
            <a:r>
              <a:rPr lang="en-US" sz="1600" dirty="0"/>
              <a:t> </a:t>
            </a:r>
            <a:r>
              <a:rPr lang="en-US" sz="1600" dirty="0" err="1"/>
              <a:t>nhóm</a:t>
            </a:r>
            <a:r>
              <a:rPr lang="en-US" sz="1600" dirty="0"/>
              <a:t> </a:t>
            </a:r>
            <a:r>
              <a:rPr lang="en-US" sz="1600" dirty="0" err="1"/>
              <a:t>và</a:t>
            </a:r>
            <a:r>
              <a:rPr lang="en-US" sz="1600" dirty="0"/>
              <a:t> </a:t>
            </a:r>
            <a:r>
              <a:rPr lang="en-US" sz="1600" dirty="0" err="1"/>
              <a:t>nhanh</a:t>
            </a:r>
            <a:r>
              <a:rPr lang="en-US" sz="1600" dirty="0"/>
              <a:t> </a:t>
            </a:r>
            <a:r>
              <a:rPr lang="en-US" sz="1600" dirty="0" err="1"/>
              <a:t>chóng</a:t>
            </a:r>
            <a:r>
              <a:rPr lang="en-US" sz="1600" dirty="0"/>
              <a:t> </a:t>
            </a:r>
            <a:r>
              <a:rPr lang="en-US" sz="1600" dirty="0" err="1"/>
              <a:t>nhận</a:t>
            </a:r>
            <a:r>
              <a:rPr lang="en-US" sz="1600" dirty="0"/>
              <a:t> </a:t>
            </a:r>
            <a:r>
              <a:rPr lang="en-US" sz="1600" dirty="0" err="1"/>
              <a:t>thấy</a:t>
            </a:r>
            <a:r>
              <a:rPr lang="en-US" sz="1600" dirty="0"/>
              <a:t> </a:t>
            </a:r>
            <a:r>
              <a:rPr lang="en-US" sz="1600" dirty="0" err="1"/>
              <a:t>sự</a:t>
            </a:r>
            <a:r>
              <a:rPr lang="en-US" sz="1600" dirty="0"/>
              <a:t> </a:t>
            </a:r>
            <a:r>
              <a:rPr lang="en-US" sz="1600" dirty="0" err="1"/>
              <a:t>khác</a:t>
            </a:r>
            <a:r>
              <a:rPr lang="en-US" sz="1600" dirty="0"/>
              <a:t> </a:t>
            </a:r>
            <a:r>
              <a:rPr lang="en-US" sz="1600" dirty="0" err="1"/>
              <a:t>biệt</a:t>
            </a:r>
            <a:endParaRPr lang="en-US" sz="1600" dirty="0"/>
          </a:p>
          <a:p>
            <a:r>
              <a:rPr lang="vi-VN" sz="1600" b="1" dirty="0"/>
              <a:t>Ví dụ:</a:t>
            </a:r>
            <a:r>
              <a:rPr lang="vi-VN" sz="1600" dirty="0"/>
              <a:t> So sánh số lượng các trường đại học và cao đẳng giữa các tỉnh ở Việt Nam.</a:t>
            </a:r>
          </a:p>
          <a:p>
            <a:endParaRPr lang="en-US" sz="1600" dirty="0"/>
          </a:p>
        </p:txBody>
      </p:sp>
      <p:pic>
        <p:nvPicPr>
          <p:cNvPr id="9" name="Picture 8">
            <a:extLst>
              <a:ext uri="{FF2B5EF4-FFF2-40B4-BE49-F238E27FC236}">
                <a16:creationId xmlns:a16="http://schemas.microsoft.com/office/drawing/2014/main" id="{93042708-DCA8-1D39-129F-6EE125AA29AB}"/>
              </a:ext>
            </a:extLst>
          </p:cNvPr>
          <p:cNvPicPr>
            <a:picLocks noChangeAspect="1"/>
          </p:cNvPicPr>
          <p:nvPr/>
        </p:nvPicPr>
        <p:blipFill>
          <a:blip r:embed="rId3"/>
          <a:stretch>
            <a:fillRect/>
          </a:stretch>
        </p:blipFill>
        <p:spPr>
          <a:xfrm>
            <a:off x="4540377" y="355078"/>
            <a:ext cx="4378940" cy="4327664"/>
          </a:xfrm>
          <a:prstGeom prst="rect">
            <a:avLst/>
          </a:prstGeom>
        </p:spPr>
      </p:pic>
    </p:spTree>
    <p:extLst>
      <p:ext uri="{BB962C8B-B14F-4D97-AF65-F5344CB8AC3E}">
        <p14:creationId xmlns:p14="http://schemas.microsoft.com/office/powerpoint/2010/main" val="41943362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D2CC59-AD74-B938-18E8-906F60DD3E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126F7A-0472-8DD5-944B-D8E37EAB45FA}"/>
              </a:ext>
            </a:extLst>
          </p:cNvPr>
          <p:cNvSpPr>
            <a:spLocks noGrp="1"/>
          </p:cNvSpPr>
          <p:nvPr>
            <p:ph type="title"/>
          </p:nvPr>
        </p:nvSpPr>
        <p:spPr>
          <a:xfrm>
            <a:off x="453585" y="318751"/>
            <a:ext cx="8173580" cy="458587"/>
          </a:xfrm>
        </p:spPr>
        <p:txBody>
          <a:bodyPr/>
          <a:lstStyle/>
          <a:p>
            <a:r>
              <a:rPr lang="en-US" dirty="0" err="1"/>
              <a:t>Biểu</a:t>
            </a:r>
            <a:r>
              <a:rPr lang="en-US" dirty="0"/>
              <a:t> </a:t>
            </a:r>
            <a:r>
              <a:rPr lang="en-US" dirty="0" err="1"/>
              <a:t>đồ</a:t>
            </a:r>
            <a:r>
              <a:rPr lang="en-US" dirty="0"/>
              <a:t> </a:t>
            </a:r>
            <a:r>
              <a:rPr lang="en-US" dirty="0" err="1"/>
              <a:t>dây</a:t>
            </a:r>
            <a:r>
              <a:rPr lang="en-US" dirty="0"/>
              <a:t> (Line charts)</a:t>
            </a:r>
          </a:p>
        </p:txBody>
      </p:sp>
      <p:sp>
        <p:nvSpPr>
          <p:cNvPr id="3" name="Content Placeholder 2">
            <a:extLst>
              <a:ext uri="{FF2B5EF4-FFF2-40B4-BE49-F238E27FC236}">
                <a16:creationId xmlns:a16="http://schemas.microsoft.com/office/drawing/2014/main" id="{25AAE836-747E-B4E1-0F07-336FF877DAA0}"/>
              </a:ext>
            </a:extLst>
          </p:cNvPr>
          <p:cNvSpPr>
            <a:spLocks noGrp="1"/>
          </p:cNvSpPr>
          <p:nvPr>
            <p:ph idx="1"/>
          </p:nvPr>
        </p:nvSpPr>
        <p:spPr>
          <a:xfrm>
            <a:off x="460376" y="1114096"/>
            <a:ext cx="4080000" cy="3316013"/>
          </a:xfrm>
        </p:spPr>
        <p:txBody>
          <a:bodyPr/>
          <a:lstStyle/>
          <a:p>
            <a:pPr>
              <a:spcAft>
                <a:spcPts val="1200"/>
              </a:spcAft>
            </a:pPr>
            <a:r>
              <a:rPr lang="en-US" sz="1600" dirty="0" err="1"/>
              <a:t>Một</a:t>
            </a:r>
            <a:r>
              <a:rPr lang="en-US" sz="1600" dirty="0"/>
              <a:t> </a:t>
            </a:r>
            <a:r>
              <a:rPr lang="en-US" sz="1600" dirty="0" err="1"/>
              <a:t>loại</a:t>
            </a:r>
            <a:r>
              <a:rPr lang="en-US" sz="1600" dirty="0"/>
              <a:t> </a:t>
            </a:r>
            <a:r>
              <a:rPr lang="en-US" sz="1600" dirty="0" err="1"/>
              <a:t>biểu</a:t>
            </a:r>
            <a:r>
              <a:rPr lang="en-US" sz="1600" dirty="0"/>
              <a:t> </a:t>
            </a:r>
            <a:r>
              <a:rPr lang="en-US" sz="1600" dirty="0" err="1"/>
              <a:t>đồ</a:t>
            </a:r>
            <a:r>
              <a:rPr lang="en-US" sz="1600" dirty="0"/>
              <a:t> </a:t>
            </a:r>
            <a:r>
              <a:rPr lang="en-US" sz="1600" dirty="0" err="1"/>
              <a:t>dùng</a:t>
            </a:r>
            <a:r>
              <a:rPr lang="en-US" sz="1600" dirty="0"/>
              <a:t> </a:t>
            </a:r>
            <a:r>
              <a:rPr lang="en-US" sz="1600" dirty="0" err="1"/>
              <a:t>để</a:t>
            </a:r>
            <a:r>
              <a:rPr lang="en-US" sz="1600" dirty="0"/>
              <a:t> </a:t>
            </a:r>
            <a:r>
              <a:rPr lang="en-US" sz="1600" dirty="0" err="1"/>
              <a:t>thể</a:t>
            </a:r>
            <a:r>
              <a:rPr lang="en-US" sz="1600" dirty="0"/>
              <a:t> </a:t>
            </a:r>
            <a:r>
              <a:rPr lang="en-US" sz="1600" dirty="0" err="1"/>
              <a:t>hiện</a:t>
            </a:r>
            <a:r>
              <a:rPr lang="en-US" sz="1600" dirty="0"/>
              <a:t> </a:t>
            </a:r>
            <a:r>
              <a:rPr lang="en-US" sz="1600" dirty="0" err="1"/>
              <a:t>sự</a:t>
            </a:r>
            <a:r>
              <a:rPr lang="en-US" sz="1600" dirty="0"/>
              <a:t> </a:t>
            </a:r>
            <a:r>
              <a:rPr lang="en-US" sz="1600" dirty="0" err="1"/>
              <a:t>thay</a:t>
            </a:r>
            <a:r>
              <a:rPr lang="en-US" sz="1600" dirty="0"/>
              <a:t> </a:t>
            </a:r>
            <a:r>
              <a:rPr lang="en-US" sz="1600" dirty="0" err="1"/>
              <a:t>đổi</a:t>
            </a:r>
            <a:r>
              <a:rPr lang="en-US" sz="1600" dirty="0"/>
              <a:t> </a:t>
            </a:r>
            <a:r>
              <a:rPr lang="en-US" sz="1600" dirty="0" err="1"/>
              <a:t>của</a:t>
            </a:r>
            <a:r>
              <a:rPr lang="en-US" sz="1600" dirty="0"/>
              <a:t> </a:t>
            </a:r>
            <a:r>
              <a:rPr lang="en-US" sz="1600" dirty="0" err="1"/>
              <a:t>một</a:t>
            </a:r>
            <a:r>
              <a:rPr lang="en-US" sz="1600" dirty="0"/>
              <a:t> </a:t>
            </a:r>
            <a:r>
              <a:rPr lang="en-US" sz="1600" dirty="0" err="1"/>
              <a:t>biến</a:t>
            </a:r>
            <a:r>
              <a:rPr lang="en-US" sz="1600" dirty="0"/>
              <a:t> </a:t>
            </a:r>
            <a:r>
              <a:rPr lang="en-US" sz="1600" dirty="0" err="1"/>
              <a:t>theo</a:t>
            </a:r>
            <a:r>
              <a:rPr lang="en-US" sz="1600" dirty="0"/>
              <a:t> </a:t>
            </a:r>
            <a:r>
              <a:rPr lang="en-US" sz="1600" dirty="0" err="1"/>
              <a:t>thời</a:t>
            </a:r>
            <a:r>
              <a:rPr lang="en-US" sz="1600" dirty="0"/>
              <a:t> </a:t>
            </a:r>
            <a:r>
              <a:rPr lang="en-US" sz="1600" dirty="0" err="1"/>
              <a:t>gian</a:t>
            </a:r>
            <a:r>
              <a:rPr lang="en-US" sz="1600" dirty="0"/>
              <a:t> </a:t>
            </a:r>
            <a:r>
              <a:rPr lang="en-US" sz="1600" dirty="0" err="1"/>
              <a:t>hoặc</a:t>
            </a:r>
            <a:r>
              <a:rPr lang="en-US" sz="1600" dirty="0"/>
              <a:t> </a:t>
            </a:r>
            <a:r>
              <a:rPr lang="en-US" sz="1600" dirty="0" err="1"/>
              <a:t>theo</a:t>
            </a:r>
            <a:r>
              <a:rPr lang="en-US" sz="1600" dirty="0"/>
              <a:t> </a:t>
            </a:r>
            <a:r>
              <a:rPr lang="en-US" sz="1600" dirty="0" err="1"/>
              <a:t>các</a:t>
            </a:r>
            <a:r>
              <a:rPr lang="en-US" sz="1600" dirty="0"/>
              <a:t> </a:t>
            </a:r>
            <a:r>
              <a:rPr lang="en-US" sz="1600" dirty="0" err="1"/>
              <a:t>nhóm</a:t>
            </a:r>
            <a:r>
              <a:rPr lang="en-US" sz="1600" dirty="0"/>
              <a:t> </a:t>
            </a:r>
            <a:r>
              <a:rPr lang="en-US" sz="1600" dirty="0" err="1"/>
              <a:t>có</a:t>
            </a:r>
            <a:r>
              <a:rPr lang="en-US" sz="1600" dirty="0"/>
              <a:t> </a:t>
            </a:r>
            <a:r>
              <a:rPr lang="en-US" sz="1600" dirty="0" err="1"/>
              <a:t>thứ</a:t>
            </a:r>
            <a:r>
              <a:rPr lang="en-US" sz="1600" dirty="0"/>
              <a:t> </a:t>
            </a:r>
            <a:r>
              <a:rPr lang="en-US" sz="1600" dirty="0" err="1"/>
              <a:t>tự</a:t>
            </a:r>
            <a:r>
              <a:rPr lang="en-US" sz="1600" dirty="0"/>
              <a:t>..</a:t>
            </a:r>
          </a:p>
          <a:p>
            <a:pPr>
              <a:spcAft>
                <a:spcPts val="1200"/>
              </a:spcAft>
            </a:pPr>
            <a:r>
              <a:rPr lang="vi-VN" sz="1600" dirty="0"/>
              <a:t>Các điểm dữ liệu được nối với nhau bằng đường thẳng để thể hiện xu hướng hoặc mẫu hình.</a:t>
            </a:r>
            <a:r>
              <a:rPr lang="en-US" sz="1600" dirty="0"/>
              <a:t>.</a:t>
            </a:r>
          </a:p>
          <a:p>
            <a:pPr>
              <a:spcAft>
                <a:spcPts val="1200"/>
              </a:spcAft>
            </a:pPr>
            <a:r>
              <a:rPr lang="vi-VN" sz="1600" dirty="0"/>
              <a:t>Giúp nhận diện xu hướng, sự tăng lên, giảm đi hoặc dao động.</a:t>
            </a:r>
            <a:endParaRPr lang="en-US" sz="1600" dirty="0"/>
          </a:p>
          <a:p>
            <a:pPr>
              <a:spcAft>
                <a:spcPts val="1200"/>
              </a:spcAft>
            </a:pPr>
            <a:r>
              <a:rPr lang="vi-VN" sz="1600" b="1" dirty="0"/>
              <a:t>Ví dụ:</a:t>
            </a:r>
            <a:r>
              <a:rPr lang="vi-VN" sz="1600" dirty="0"/>
              <a:t> Thể hiện số ca nhiễm HIV mới trên toàn cầu theo từng năm (ước tính của UNAIDS).</a:t>
            </a:r>
            <a:endParaRPr lang="en-US" sz="1600" dirty="0"/>
          </a:p>
        </p:txBody>
      </p:sp>
      <p:pic>
        <p:nvPicPr>
          <p:cNvPr id="4" name="Picture 3">
            <a:extLst>
              <a:ext uri="{FF2B5EF4-FFF2-40B4-BE49-F238E27FC236}">
                <a16:creationId xmlns:a16="http://schemas.microsoft.com/office/drawing/2014/main" id="{7A4DC1DA-8D91-3D6A-BC54-451CBDB1DB27}"/>
              </a:ext>
            </a:extLst>
          </p:cNvPr>
          <p:cNvPicPr>
            <a:picLocks noChangeAspect="1"/>
          </p:cNvPicPr>
          <p:nvPr/>
        </p:nvPicPr>
        <p:blipFill>
          <a:blip r:embed="rId3"/>
          <a:stretch>
            <a:fillRect/>
          </a:stretch>
        </p:blipFill>
        <p:spPr>
          <a:xfrm>
            <a:off x="4603626" y="1024038"/>
            <a:ext cx="4080001" cy="2848189"/>
          </a:xfrm>
          <a:prstGeom prst="rect">
            <a:avLst/>
          </a:prstGeom>
        </p:spPr>
      </p:pic>
      <p:sp>
        <p:nvSpPr>
          <p:cNvPr id="5" name="TextBox 4">
            <a:extLst>
              <a:ext uri="{FF2B5EF4-FFF2-40B4-BE49-F238E27FC236}">
                <a16:creationId xmlns:a16="http://schemas.microsoft.com/office/drawing/2014/main" id="{F5B59866-0431-E56C-86DB-ED2F739A47FC}"/>
              </a:ext>
            </a:extLst>
          </p:cNvPr>
          <p:cNvSpPr txBox="1"/>
          <p:nvPr/>
        </p:nvSpPr>
        <p:spPr bwMode="auto">
          <a:xfrm>
            <a:off x="5154694" y="4170395"/>
            <a:ext cx="3471781" cy="553998"/>
          </a:xfrm>
          <a:prstGeom prst="rect">
            <a:avLst/>
          </a:prstGeom>
          <a:noFill/>
          <a:ln w="19050" algn="ctr">
            <a:noFill/>
            <a:miter lim="800000"/>
            <a:headEnd/>
            <a:tailEnd/>
          </a:ln>
        </p:spPr>
        <p:txBody>
          <a:bodyPr wrap="square" lIns="0" tIns="0" rIns="0" bIns="0" rtlCol="0">
            <a:spAutoFit/>
          </a:bodyPr>
          <a:lstStyle/>
          <a:p>
            <a:pPr algn="ctr"/>
            <a:r>
              <a:rPr lang="en-US" sz="1200" b="1" dirty="0">
                <a:solidFill>
                  <a:srgbClr val="000000"/>
                </a:solidFill>
                <a:latin typeface="Calibri" panose="020F0502020204030204" pitchFamily="34" charset="0"/>
              </a:rPr>
              <a:t>Number of new HIV infections, global, 1990-2024, 2025 and 2030 targets</a:t>
            </a:r>
          </a:p>
          <a:p>
            <a:pPr algn="ctr"/>
            <a:endParaRPr lang="en-US" sz="1200" dirty="0" err="1"/>
          </a:p>
        </p:txBody>
      </p:sp>
      <p:pic>
        <p:nvPicPr>
          <p:cNvPr id="6" name="Picture 5">
            <a:extLst>
              <a:ext uri="{FF2B5EF4-FFF2-40B4-BE49-F238E27FC236}">
                <a16:creationId xmlns:a16="http://schemas.microsoft.com/office/drawing/2014/main" id="{DD45EB1A-ADA9-98FF-3572-3E83F15902BB}"/>
              </a:ext>
            </a:extLst>
          </p:cNvPr>
          <p:cNvPicPr>
            <a:picLocks noChangeAspect="1"/>
          </p:cNvPicPr>
          <p:nvPr/>
        </p:nvPicPr>
        <p:blipFill>
          <a:blip r:embed="rId4"/>
          <a:stretch>
            <a:fillRect/>
          </a:stretch>
        </p:blipFill>
        <p:spPr>
          <a:xfrm>
            <a:off x="7135483" y="816457"/>
            <a:ext cx="1611394" cy="415163"/>
          </a:xfrm>
          <a:prstGeom prst="rect">
            <a:avLst/>
          </a:prstGeom>
        </p:spPr>
      </p:pic>
    </p:spTree>
    <p:extLst>
      <p:ext uri="{BB962C8B-B14F-4D97-AF65-F5344CB8AC3E}">
        <p14:creationId xmlns:p14="http://schemas.microsoft.com/office/powerpoint/2010/main" val="14197338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6AA0FA-D29E-CE41-712F-026DBA5A3B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26A094-6B0F-1E72-4D3A-5303A04699A1}"/>
              </a:ext>
            </a:extLst>
          </p:cNvPr>
          <p:cNvSpPr>
            <a:spLocks noGrp="1"/>
          </p:cNvSpPr>
          <p:nvPr>
            <p:ph type="title"/>
          </p:nvPr>
        </p:nvSpPr>
        <p:spPr>
          <a:xfrm>
            <a:off x="411544" y="145780"/>
            <a:ext cx="3897697" cy="458587"/>
          </a:xfrm>
        </p:spPr>
        <p:txBody>
          <a:bodyPr/>
          <a:lstStyle/>
          <a:p>
            <a:r>
              <a:rPr lang="en-US" dirty="0" err="1"/>
              <a:t>Biểu</a:t>
            </a:r>
            <a:r>
              <a:rPr lang="en-US" dirty="0"/>
              <a:t> </a:t>
            </a:r>
            <a:r>
              <a:rPr lang="en-US" dirty="0" err="1"/>
              <a:t>đồ</a:t>
            </a:r>
            <a:r>
              <a:rPr lang="en-US" dirty="0"/>
              <a:t> </a:t>
            </a:r>
            <a:r>
              <a:rPr lang="en-US" dirty="0" err="1"/>
              <a:t>khảm</a:t>
            </a:r>
            <a:br>
              <a:rPr lang="en-US" dirty="0"/>
            </a:br>
            <a:r>
              <a:rPr lang="en-US" sz="2800" dirty="0"/>
              <a:t>(</a:t>
            </a:r>
            <a:r>
              <a:rPr lang="en-US" sz="2800" dirty="0" err="1"/>
              <a:t>Mozaic</a:t>
            </a:r>
            <a:r>
              <a:rPr lang="en-US" sz="2800" dirty="0"/>
              <a:t> charts)</a:t>
            </a:r>
            <a:endParaRPr lang="en-US" dirty="0"/>
          </a:p>
        </p:txBody>
      </p:sp>
      <p:sp>
        <p:nvSpPr>
          <p:cNvPr id="3" name="Content Placeholder 2">
            <a:extLst>
              <a:ext uri="{FF2B5EF4-FFF2-40B4-BE49-F238E27FC236}">
                <a16:creationId xmlns:a16="http://schemas.microsoft.com/office/drawing/2014/main" id="{D385408C-6F6D-2A11-DA46-FC0AFFFDD45F}"/>
              </a:ext>
            </a:extLst>
          </p:cNvPr>
          <p:cNvSpPr>
            <a:spLocks noGrp="1"/>
          </p:cNvSpPr>
          <p:nvPr>
            <p:ph idx="1"/>
          </p:nvPr>
        </p:nvSpPr>
        <p:spPr>
          <a:xfrm>
            <a:off x="369737" y="1322935"/>
            <a:ext cx="4080000" cy="3267169"/>
          </a:xfrm>
        </p:spPr>
        <p:txBody>
          <a:bodyPr/>
          <a:lstStyle/>
          <a:p>
            <a:r>
              <a:rPr lang="en-US" sz="1600" dirty="0" err="1"/>
              <a:t>Thể</a:t>
            </a:r>
            <a:r>
              <a:rPr lang="en-US" sz="1600" dirty="0"/>
              <a:t> </a:t>
            </a:r>
            <a:r>
              <a:rPr lang="en-US" sz="1600" dirty="0" err="1"/>
              <a:t>hiện</a:t>
            </a:r>
            <a:r>
              <a:rPr lang="en-US" sz="1600" dirty="0"/>
              <a:t> </a:t>
            </a:r>
            <a:r>
              <a:rPr lang="en-US" sz="1600" dirty="0" err="1"/>
              <a:t>mối</a:t>
            </a:r>
            <a:r>
              <a:rPr lang="en-US" sz="1600" dirty="0"/>
              <a:t> </a:t>
            </a:r>
            <a:r>
              <a:rPr lang="en-US" sz="1600" dirty="0" err="1"/>
              <a:t>quan</a:t>
            </a:r>
            <a:r>
              <a:rPr lang="en-US" sz="1600" dirty="0"/>
              <a:t> </a:t>
            </a:r>
            <a:r>
              <a:rPr lang="en-US" sz="1600" dirty="0" err="1"/>
              <a:t>hệ</a:t>
            </a:r>
            <a:r>
              <a:rPr lang="en-US" sz="1600" dirty="0"/>
              <a:t> </a:t>
            </a:r>
            <a:r>
              <a:rPr lang="en-US" sz="1600" dirty="0" err="1"/>
              <a:t>giữa</a:t>
            </a:r>
            <a:r>
              <a:rPr lang="en-US" sz="1600" dirty="0"/>
              <a:t> </a:t>
            </a:r>
            <a:r>
              <a:rPr lang="en-US" sz="1600" dirty="0" err="1"/>
              <a:t>hai</a:t>
            </a:r>
            <a:r>
              <a:rPr lang="en-US" sz="1600" dirty="0"/>
              <a:t> </a:t>
            </a:r>
            <a:r>
              <a:rPr lang="en-US" sz="1600" dirty="0" err="1"/>
              <a:t>hoặc</a:t>
            </a:r>
            <a:r>
              <a:rPr lang="en-US" sz="1600" dirty="0"/>
              <a:t> </a:t>
            </a:r>
            <a:r>
              <a:rPr lang="en-US" sz="1600" dirty="0" err="1"/>
              <a:t>nhiều</a:t>
            </a:r>
            <a:r>
              <a:rPr lang="en-US" sz="1600" dirty="0"/>
              <a:t> </a:t>
            </a:r>
            <a:r>
              <a:rPr lang="en-US" sz="1600" dirty="0" err="1"/>
              <a:t>biến</a:t>
            </a:r>
            <a:r>
              <a:rPr lang="en-US" sz="1600" dirty="0"/>
              <a:t>.</a:t>
            </a:r>
          </a:p>
          <a:p>
            <a:r>
              <a:rPr lang="vi-VN" sz="1600" dirty="0"/>
              <a:t>Diện tích của mỗi hình chữ nhật biểu thị tỷ lệ hoặc số lượng quan sát trong một tổ hợp nhóm phân loại</a:t>
            </a:r>
            <a:r>
              <a:rPr lang="en-US" sz="1600" dirty="0"/>
              <a:t>.</a:t>
            </a:r>
          </a:p>
          <a:p>
            <a:r>
              <a:rPr lang="en-US" sz="1600" dirty="0" err="1"/>
              <a:t>Giúp</a:t>
            </a:r>
            <a:r>
              <a:rPr lang="en-US" sz="1600" dirty="0"/>
              <a:t> so </a:t>
            </a:r>
            <a:r>
              <a:rPr lang="en-US" sz="1600" dirty="0" err="1"/>
              <a:t>sánh</a:t>
            </a:r>
            <a:r>
              <a:rPr lang="en-US" sz="1600" dirty="0"/>
              <a:t> </a:t>
            </a:r>
            <a:r>
              <a:rPr lang="en-US" sz="1600" dirty="0" err="1"/>
              <a:t>tỷ</a:t>
            </a:r>
            <a:r>
              <a:rPr lang="en-US" sz="1600" dirty="0"/>
              <a:t> </a:t>
            </a:r>
            <a:r>
              <a:rPr lang="en-US" sz="1600" dirty="0" err="1"/>
              <a:t>lệ</a:t>
            </a:r>
            <a:r>
              <a:rPr lang="en-US" sz="1600" dirty="0"/>
              <a:t> </a:t>
            </a:r>
            <a:r>
              <a:rPr lang="en-US" sz="1600" dirty="0" err="1"/>
              <a:t>giữa</a:t>
            </a:r>
            <a:r>
              <a:rPr lang="en-US" sz="1600" dirty="0"/>
              <a:t> </a:t>
            </a:r>
            <a:r>
              <a:rPr lang="en-US" sz="1600" dirty="0" err="1"/>
              <a:t>các</a:t>
            </a:r>
            <a:r>
              <a:rPr lang="en-US" sz="1600" dirty="0"/>
              <a:t> </a:t>
            </a:r>
            <a:r>
              <a:rPr lang="en-US" sz="1600" dirty="0" err="1"/>
              <a:t>nhóm</a:t>
            </a:r>
            <a:r>
              <a:rPr lang="en-US" sz="1600" dirty="0"/>
              <a:t> </a:t>
            </a:r>
            <a:r>
              <a:rPr lang="en-US" sz="1600" dirty="0" err="1"/>
              <a:t>và</a:t>
            </a:r>
            <a:r>
              <a:rPr lang="en-US" sz="1600" dirty="0"/>
              <a:t> </a:t>
            </a:r>
            <a:r>
              <a:rPr lang="en-US" sz="1600" dirty="0" err="1"/>
              <a:t>nhận</a:t>
            </a:r>
            <a:r>
              <a:rPr lang="en-US" sz="1600" dirty="0"/>
              <a:t> </a:t>
            </a:r>
            <a:r>
              <a:rPr lang="en-US" sz="1600" dirty="0" err="1"/>
              <a:t>diện</a:t>
            </a:r>
            <a:r>
              <a:rPr lang="en-US" sz="1600" dirty="0"/>
              <a:t> </a:t>
            </a:r>
            <a:r>
              <a:rPr lang="en-US" sz="1600" dirty="0" err="1"/>
              <a:t>các</a:t>
            </a:r>
            <a:r>
              <a:rPr lang="en-US" sz="1600" dirty="0"/>
              <a:t> </a:t>
            </a:r>
            <a:r>
              <a:rPr lang="en-US" sz="1600" dirty="0" err="1"/>
              <a:t>mẫu</a:t>
            </a:r>
            <a:r>
              <a:rPr lang="en-US" sz="1600" dirty="0"/>
              <a:t> </a:t>
            </a:r>
            <a:r>
              <a:rPr lang="en-US" sz="1600" dirty="0" err="1"/>
              <a:t>hình</a:t>
            </a:r>
            <a:r>
              <a:rPr lang="en-US" sz="1600" dirty="0"/>
              <a:t> </a:t>
            </a:r>
            <a:r>
              <a:rPr lang="en-US" sz="1600" dirty="0" err="1"/>
              <a:t>hoặc</a:t>
            </a:r>
            <a:r>
              <a:rPr lang="en-US" sz="1600" dirty="0"/>
              <a:t> </a:t>
            </a:r>
            <a:r>
              <a:rPr lang="en-US" sz="1600" dirty="0" err="1"/>
              <a:t>mối</a:t>
            </a:r>
            <a:r>
              <a:rPr lang="en-US" sz="1600" dirty="0"/>
              <a:t> </a:t>
            </a:r>
            <a:r>
              <a:rPr lang="en-US" sz="1600" dirty="0" err="1"/>
              <a:t>liên</a:t>
            </a:r>
            <a:r>
              <a:rPr lang="en-US" sz="1600" dirty="0"/>
              <a:t> </a:t>
            </a:r>
            <a:r>
              <a:rPr lang="en-US" sz="1600" dirty="0" err="1"/>
              <a:t>quan</a:t>
            </a:r>
            <a:r>
              <a:rPr lang="en-US" sz="1600" dirty="0"/>
              <a:t>.</a:t>
            </a:r>
          </a:p>
          <a:p>
            <a:endParaRPr lang="en-US" sz="1600" dirty="0"/>
          </a:p>
          <a:p>
            <a:r>
              <a:rPr lang="en-US" sz="1600" b="1" dirty="0" err="1"/>
              <a:t>Ví</a:t>
            </a:r>
            <a:r>
              <a:rPr lang="en-US" sz="1600" b="1" dirty="0"/>
              <a:t> </a:t>
            </a:r>
            <a:r>
              <a:rPr lang="en-US" sz="1600" b="1" dirty="0" err="1"/>
              <a:t>dụ</a:t>
            </a:r>
            <a:r>
              <a:rPr lang="en-US" sz="1600" b="1" dirty="0"/>
              <a:t>:</a:t>
            </a:r>
            <a:r>
              <a:rPr lang="en-US" sz="1600" dirty="0"/>
              <a:t> Minh </a:t>
            </a:r>
            <a:r>
              <a:rPr lang="en-US" sz="1600" dirty="0" err="1"/>
              <a:t>họa</a:t>
            </a:r>
            <a:r>
              <a:rPr lang="en-US" sz="1600" dirty="0"/>
              <a:t> </a:t>
            </a:r>
            <a:r>
              <a:rPr lang="en-US" sz="1600" dirty="0" err="1"/>
              <a:t>sự</a:t>
            </a:r>
            <a:r>
              <a:rPr lang="en-US" sz="1600" dirty="0"/>
              <a:t> </a:t>
            </a:r>
            <a:r>
              <a:rPr lang="en-US" sz="1600" dirty="0" err="1"/>
              <a:t>khác</a:t>
            </a:r>
            <a:r>
              <a:rPr lang="en-US" sz="1600" dirty="0"/>
              <a:t> </a:t>
            </a:r>
            <a:r>
              <a:rPr lang="en-US" sz="1600" dirty="0" err="1"/>
              <a:t>biệt</a:t>
            </a:r>
            <a:r>
              <a:rPr lang="en-US" sz="1600" dirty="0"/>
              <a:t> </a:t>
            </a:r>
            <a:r>
              <a:rPr lang="en-US" sz="1600" dirty="0" err="1"/>
              <a:t>về</a:t>
            </a:r>
            <a:r>
              <a:rPr lang="en-US" sz="1600" dirty="0"/>
              <a:t> </a:t>
            </a:r>
            <a:r>
              <a:rPr lang="en-US" sz="1600" dirty="0" err="1"/>
              <a:t>mức</a:t>
            </a:r>
            <a:r>
              <a:rPr lang="en-US" sz="1600" dirty="0"/>
              <a:t> </a:t>
            </a:r>
            <a:r>
              <a:rPr lang="en-US" sz="1600" dirty="0" err="1"/>
              <a:t>độ</a:t>
            </a:r>
            <a:r>
              <a:rPr lang="en-US" sz="1600" dirty="0"/>
              <a:t> </a:t>
            </a:r>
            <a:r>
              <a:rPr lang="en-US" sz="1600" dirty="0" err="1"/>
              <a:t>nghèo</a:t>
            </a:r>
            <a:r>
              <a:rPr lang="en-US" sz="1600" dirty="0"/>
              <a:t> </a:t>
            </a:r>
            <a:r>
              <a:rPr lang="en-US" sz="1600" dirty="0" err="1"/>
              <a:t>của</a:t>
            </a:r>
            <a:r>
              <a:rPr lang="en-US" sz="1600" dirty="0"/>
              <a:t> </a:t>
            </a:r>
            <a:r>
              <a:rPr lang="en-US" sz="1600" dirty="0" err="1"/>
              <a:t>các</a:t>
            </a:r>
            <a:r>
              <a:rPr lang="en-US" sz="1600" dirty="0"/>
              <a:t> </a:t>
            </a:r>
            <a:r>
              <a:rPr lang="en-US" sz="1600" dirty="0" err="1"/>
              <a:t>tỉnh</a:t>
            </a:r>
            <a:r>
              <a:rPr lang="en-US" sz="1600" dirty="0"/>
              <a:t> </a:t>
            </a:r>
            <a:r>
              <a:rPr lang="en-US" sz="1600" dirty="0" err="1"/>
              <a:t>giữa</a:t>
            </a:r>
            <a:r>
              <a:rPr lang="en-US" sz="1600" dirty="0"/>
              <a:t> </a:t>
            </a:r>
            <a:r>
              <a:rPr lang="en-US" sz="1600" dirty="0" err="1"/>
              <a:t>các</a:t>
            </a:r>
            <a:r>
              <a:rPr lang="en-US" sz="1600" dirty="0"/>
              <a:t> </a:t>
            </a:r>
            <a:r>
              <a:rPr lang="en-US" sz="1600" dirty="0" err="1"/>
              <a:t>vùng</a:t>
            </a:r>
            <a:r>
              <a:rPr lang="en-US" sz="1600" dirty="0"/>
              <a:t> ở Việt Nam.</a:t>
            </a:r>
          </a:p>
        </p:txBody>
      </p:sp>
      <p:pic>
        <p:nvPicPr>
          <p:cNvPr id="4" name="Picture 3">
            <a:extLst>
              <a:ext uri="{FF2B5EF4-FFF2-40B4-BE49-F238E27FC236}">
                <a16:creationId xmlns:a16="http://schemas.microsoft.com/office/drawing/2014/main" id="{FB429C3D-E01C-B36B-1A3D-D21FE92B5D03}"/>
              </a:ext>
            </a:extLst>
          </p:cNvPr>
          <p:cNvPicPr>
            <a:picLocks noChangeAspect="1"/>
          </p:cNvPicPr>
          <p:nvPr/>
        </p:nvPicPr>
        <p:blipFill>
          <a:blip r:embed="rId3"/>
          <a:stretch>
            <a:fillRect/>
          </a:stretch>
        </p:blipFill>
        <p:spPr>
          <a:xfrm>
            <a:off x="4603626" y="402354"/>
            <a:ext cx="4310569" cy="3931521"/>
          </a:xfrm>
          <a:prstGeom prst="rect">
            <a:avLst/>
          </a:prstGeom>
        </p:spPr>
      </p:pic>
      <p:sp>
        <p:nvSpPr>
          <p:cNvPr id="7" name="TextBox 6">
            <a:extLst>
              <a:ext uri="{FF2B5EF4-FFF2-40B4-BE49-F238E27FC236}">
                <a16:creationId xmlns:a16="http://schemas.microsoft.com/office/drawing/2014/main" id="{17A488D0-A73B-B0D1-46C8-7612504208A8}"/>
              </a:ext>
            </a:extLst>
          </p:cNvPr>
          <p:cNvSpPr txBox="1"/>
          <p:nvPr/>
        </p:nvSpPr>
        <p:spPr bwMode="auto">
          <a:xfrm>
            <a:off x="6372809" y="4361155"/>
            <a:ext cx="1418658" cy="307777"/>
          </a:xfrm>
          <a:prstGeom prst="rect">
            <a:avLst/>
          </a:prstGeom>
          <a:noFill/>
          <a:ln w="19050" algn="ctr">
            <a:noFill/>
            <a:miter lim="800000"/>
            <a:headEnd/>
            <a:tailEnd/>
          </a:ln>
        </p:spPr>
        <p:txBody>
          <a:bodyPr wrap="none" lIns="0" tIns="0" rIns="0" bIns="0" rtlCol="0">
            <a:spAutoFit/>
          </a:bodyPr>
          <a:lstStyle/>
          <a:p>
            <a:r>
              <a:rPr lang="en-US" sz="2000" dirty="0"/>
              <a:t>0% </a:t>
            </a:r>
            <a:r>
              <a:rPr lang="en-US" sz="2000" dirty="0">
                <a:sym typeface="Wingdings" pitchFamily="2" charset="2"/>
              </a:rPr>
              <a:t> 100%</a:t>
            </a:r>
            <a:endParaRPr lang="en-US" sz="2000" dirty="0"/>
          </a:p>
        </p:txBody>
      </p:sp>
      <p:sp>
        <p:nvSpPr>
          <p:cNvPr id="8" name="TextBox 7">
            <a:extLst>
              <a:ext uri="{FF2B5EF4-FFF2-40B4-BE49-F238E27FC236}">
                <a16:creationId xmlns:a16="http://schemas.microsoft.com/office/drawing/2014/main" id="{74CF46AA-E031-93BD-5D27-1D161E295D1D}"/>
              </a:ext>
            </a:extLst>
          </p:cNvPr>
          <p:cNvSpPr txBox="1"/>
          <p:nvPr/>
        </p:nvSpPr>
        <p:spPr bwMode="auto">
          <a:xfrm rot="5400000">
            <a:off x="8204866" y="2339525"/>
            <a:ext cx="1418658" cy="307777"/>
          </a:xfrm>
          <a:prstGeom prst="rect">
            <a:avLst/>
          </a:prstGeom>
          <a:noFill/>
          <a:ln w="19050" algn="ctr">
            <a:noFill/>
            <a:miter lim="800000"/>
            <a:headEnd/>
            <a:tailEnd/>
          </a:ln>
        </p:spPr>
        <p:txBody>
          <a:bodyPr wrap="none" lIns="0" tIns="0" rIns="0" bIns="0" rtlCol="0">
            <a:spAutoFit/>
          </a:bodyPr>
          <a:lstStyle/>
          <a:p>
            <a:r>
              <a:rPr lang="en-US" sz="2000" dirty="0"/>
              <a:t>0% </a:t>
            </a:r>
            <a:r>
              <a:rPr lang="en-US" sz="2000" dirty="0">
                <a:sym typeface="Wingdings" pitchFamily="2" charset="2"/>
              </a:rPr>
              <a:t> 100%</a:t>
            </a:r>
            <a:endParaRPr lang="en-US" sz="2000" dirty="0"/>
          </a:p>
        </p:txBody>
      </p:sp>
    </p:spTree>
    <p:extLst>
      <p:ext uri="{BB962C8B-B14F-4D97-AF65-F5344CB8AC3E}">
        <p14:creationId xmlns:p14="http://schemas.microsoft.com/office/powerpoint/2010/main" val="33659358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9B5455-E481-54E8-61D6-F921365D49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D2CE01-0F5F-B868-686F-155DB7025D0B}"/>
              </a:ext>
            </a:extLst>
          </p:cNvPr>
          <p:cNvSpPr>
            <a:spLocks noGrp="1"/>
          </p:cNvSpPr>
          <p:nvPr>
            <p:ph type="title"/>
          </p:nvPr>
        </p:nvSpPr>
        <p:spPr>
          <a:xfrm>
            <a:off x="369502" y="119055"/>
            <a:ext cx="8173580" cy="458587"/>
          </a:xfrm>
        </p:spPr>
        <p:txBody>
          <a:bodyPr/>
          <a:lstStyle/>
          <a:p>
            <a:r>
              <a:rPr lang="en-US" dirty="0" err="1"/>
              <a:t>Biểu</a:t>
            </a:r>
            <a:r>
              <a:rPr lang="en-US" dirty="0"/>
              <a:t> </a:t>
            </a:r>
            <a:r>
              <a:rPr lang="en-US" dirty="0" err="1"/>
              <a:t>đồ</a:t>
            </a:r>
            <a:r>
              <a:rPr lang="en-US" dirty="0"/>
              <a:t> </a:t>
            </a:r>
            <a:r>
              <a:rPr lang="en-US" dirty="0" err="1"/>
              <a:t>tần</a:t>
            </a:r>
            <a:r>
              <a:rPr lang="en-US" dirty="0"/>
              <a:t> </a:t>
            </a:r>
            <a:r>
              <a:rPr lang="en-US" dirty="0" err="1"/>
              <a:t>xuất</a:t>
            </a:r>
            <a:r>
              <a:rPr lang="en-US" dirty="0"/>
              <a:t> </a:t>
            </a:r>
            <a:br>
              <a:rPr lang="en-US" dirty="0"/>
            </a:br>
            <a:r>
              <a:rPr lang="en-US" dirty="0"/>
              <a:t>(Histograms)</a:t>
            </a:r>
          </a:p>
        </p:txBody>
      </p:sp>
      <p:sp>
        <p:nvSpPr>
          <p:cNvPr id="3" name="Content Placeholder 2">
            <a:extLst>
              <a:ext uri="{FF2B5EF4-FFF2-40B4-BE49-F238E27FC236}">
                <a16:creationId xmlns:a16="http://schemas.microsoft.com/office/drawing/2014/main" id="{7AC3E5D8-FD40-AEC7-A8FC-A6807ECAD229}"/>
              </a:ext>
            </a:extLst>
          </p:cNvPr>
          <p:cNvSpPr>
            <a:spLocks noGrp="1"/>
          </p:cNvSpPr>
          <p:nvPr>
            <p:ph idx="1"/>
          </p:nvPr>
        </p:nvSpPr>
        <p:spPr>
          <a:xfrm>
            <a:off x="460376" y="1401763"/>
            <a:ext cx="4080000" cy="2932112"/>
          </a:xfrm>
        </p:spPr>
        <p:txBody>
          <a:bodyPr/>
          <a:lstStyle/>
          <a:p>
            <a:r>
              <a:rPr lang="vi-VN" sz="1600" dirty="0"/>
              <a:t>Biểu đồ dùng để thể hiện phân bố của một biến số liên tục (như tuổi, BMI, v.v.)</a:t>
            </a:r>
            <a:endParaRPr lang="en-US" sz="1600" dirty="0"/>
          </a:p>
          <a:p>
            <a:r>
              <a:rPr lang="vi-VN" sz="1600" dirty="0"/>
              <a:t>Dữ liệu được chia thành các khoảng (bins), và chiều cao của các cột biểu thị tần suất trong từng khoảng.</a:t>
            </a:r>
            <a:endParaRPr lang="en-US" sz="1600" dirty="0"/>
          </a:p>
          <a:p>
            <a:r>
              <a:rPr lang="en-US" sz="1600" dirty="0" err="1"/>
              <a:t>Giúp</a:t>
            </a:r>
            <a:r>
              <a:rPr lang="en-US" sz="1600" dirty="0"/>
              <a:t> </a:t>
            </a:r>
            <a:r>
              <a:rPr lang="en-US" sz="1600" dirty="0" err="1"/>
              <a:t>trực</a:t>
            </a:r>
            <a:r>
              <a:rPr lang="en-US" sz="1600" dirty="0"/>
              <a:t> </a:t>
            </a:r>
            <a:r>
              <a:rPr lang="en-US" sz="1600" dirty="0" err="1"/>
              <a:t>quan</a:t>
            </a:r>
            <a:r>
              <a:rPr lang="en-US" sz="1600" dirty="0"/>
              <a:t> </a:t>
            </a:r>
            <a:r>
              <a:rPr lang="en-US" sz="1600" dirty="0" err="1"/>
              <a:t>hóa</a:t>
            </a:r>
            <a:r>
              <a:rPr lang="en-US" sz="1600" dirty="0"/>
              <a:t> </a:t>
            </a:r>
            <a:r>
              <a:rPr lang="en-US" sz="1600" dirty="0" err="1"/>
              <a:t>hình</a:t>
            </a:r>
            <a:r>
              <a:rPr lang="en-US" sz="1600" dirty="0"/>
              <a:t> </a:t>
            </a:r>
            <a:r>
              <a:rPr lang="en-US" sz="1600" dirty="0" err="1"/>
              <a:t>dạng</a:t>
            </a:r>
            <a:r>
              <a:rPr lang="en-US" sz="1600" dirty="0"/>
              <a:t> </a:t>
            </a:r>
            <a:r>
              <a:rPr lang="en-US" sz="1600" dirty="0" err="1"/>
              <a:t>phân</a:t>
            </a:r>
            <a:r>
              <a:rPr lang="en-US" sz="1600" dirty="0"/>
              <a:t> </a:t>
            </a:r>
            <a:r>
              <a:rPr lang="en-US" sz="1600" dirty="0" err="1"/>
              <a:t>bố</a:t>
            </a:r>
            <a:r>
              <a:rPr lang="en-US" sz="1600" dirty="0"/>
              <a:t>, </a:t>
            </a:r>
            <a:r>
              <a:rPr lang="en-US" sz="1600" dirty="0" err="1"/>
              <a:t>độ</a:t>
            </a:r>
            <a:r>
              <a:rPr lang="en-US" sz="1600" dirty="0"/>
              <a:t> </a:t>
            </a:r>
            <a:r>
              <a:rPr lang="en-US" sz="1600" dirty="0" err="1"/>
              <a:t>phân</a:t>
            </a:r>
            <a:r>
              <a:rPr lang="en-US" sz="1600" dirty="0"/>
              <a:t> </a:t>
            </a:r>
            <a:r>
              <a:rPr lang="en-US" sz="1600" dirty="0" err="1"/>
              <a:t>tán</a:t>
            </a:r>
            <a:r>
              <a:rPr lang="en-US" sz="1600" dirty="0"/>
              <a:t> </a:t>
            </a:r>
            <a:r>
              <a:rPr lang="en-US" sz="1600" dirty="0" err="1"/>
              <a:t>và</a:t>
            </a:r>
            <a:r>
              <a:rPr lang="en-US" sz="1600" dirty="0"/>
              <a:t> </a:t>
            </a:r>
            <a:r>
              <a:rPr lang="en-US" sz="1600" dirty="0" err="1"/>
              <a:t>độ</a:t>
            </a:r>
            <a:r>
              <a:rPr lang="en-US" sz="1600" dirty="0"/>
              <a:t> </a:t>
            </a:r>
            <a:r>
              <a:rPr lang="en-US" sz="1600" dirty="0" err="1"/>
              <a:t>lệch</a:t>
            </a:r>
            <a:r>
              <a:rPr lang="en-US" sz="1600" dirty="0"/>
              <a:t> </a:t>
            </a:r>
            <a:r>
              <a:rPr lang="en-US" sz="1600" dirty="0" err="1"/>
              <a:t>của</a:t>
            </a:r>
            <a:r>
              <a:rPr lang="en-US" sz="1600" dirty="0"/>
              <a:t> </a:t>
            </a:r>
            <a:r>
              <a:rPr lang="en-US" sz="1600" dirty="0" err="1"/>
              <a:t>dữ</a:t>
            </a:r>
            <a:r>
              <a:rPr lang="en-US" sz="1600" dirty="0"/>
              <a:t> </a:t>
            </a:r>
            <a:r>
              <a:rPr lang="en-US" sz="1600" dirty="0" err="1"/>
              <a:t>liệu</a:t>
            </a:r>
            <a:r>
              <a:rPr lang="en-US" sz="1600" dirty="0"/>
              <a:t>.</a:t>
            </a:r>
          </a:p>
          <a:p>
            <a:pPr marL="0" indent="0">
              <a:buNone/>
            </a:pPr>
            <a:endParaRPr lang="en-US" sz="1600" dirty="0"/>
          </a:p>
          <a:p>
            <a:r>
              <a:rPr lang="en-US" sz="1600" b="1" dirty="0" err="1"/>
              <a:t>Ví</a:t>
            </a:r>
            <a:r>
              <a:rPr lang="en-US" sz="1600" b="1" dirty="0"/>
              <a:t> </a:t>
            </a:r>
            <a:r>
              <a:rPr lang="en-US" sz="1600" b="1" dirty="0" err="1"/>
              <a:t>dụ</a:t>
            </a:r>
            <a:r>
              <a:rPr lang="en-US" sz="1600" b="1" dirty="0"/>
              <a:t>:</a:t>
            </a:r>
            <a:r>
              <a:rPr lang="en-US" sz="1600" dirty="0"/>
              <a:t> </a:t>
            </a:r>
            <a:r>
              <a:rPr lang="en-US" sz="1600" dirty="0" err="1"/>
              <a:t>Thể</a:t>
            </a:r>
            <a:r>
              <a:rPr lang="en-US" sz="1600" dirty="0"/>
              <a:t> </a:t>
            </a:r>
            <a:r>
              <a:rPr lang="en-US" sz="1600" dirty="0" err="1"/>
              <a:t>hiện</a:t>
            </a:r>
            <a:r>
              <a:rPr lang="en-US" sz="1600" dirty="0"/>
              <a:t> </a:t>
            </a:r>
            <a:r>
              <a:rPr lang="en-US" sz="1600" dirty="0" err="1"/>
              <a:t>phân</a:t>
            </a:r>
            <a:r>
              <a:rPr lang="en-US" sz="1600" dirty="0"/>
              <a:t> </a:t>
            </a:r>
            <a:r>
              <a:rPr lang="en-US" sz="1600" dirty="0" err="1"/>
              <a:t>bố</a:t>
            </a:r>
            <a:r>
              <a:rPr lang="en-US" sz="1600" dirty="0"/>
              <a:t> </a:t>
            </a:r>
            <a:r>
              <a:rPr lang="en-US" sz="1600" dirty="0" err="1"/>
              <a:t>độ</a:t>
            </a:r>
            <a:r>
              <a:rPr lang="en-US" sz="1600" dirty="0"/>
              <a:t> </a:t>
            </a:r>
            <a:r>
              <a:rPr lang="en-US" sz="1600" dirty="0" err="1"/>
              <a:t>tuổi</a:t>
            </a:r>
            <a:r>
              <a:rPr lang="en-US" sz="1600" dirty="0"/>
              <a:t> </a:t>
            </a:r>
            <a:r>
              <a:rPr lang="en-US" sz="1600" dirty="0" err="1"/>
              <a:t>theo</a:t>
            </a:r>
            <a:r>
              <a:rPr lang="en-US" sz="1600" dirty="0"/>
              <a:t> </a:t>
            </a:r>
            <a:r>
              <a:rPr lang="en-US" sz="1600" dirty="0" err="1"/>
              <a:t>giới</a:t>
            </a:r>
            <a:r>
              <a:rPr lang="en-US" sz="1600" dirty="0"/>
              <a:t> </a:t>
            </a:r>
            <a:r>
              <a:rPr lang="en-US" sz="1600" dirty="0" err="1"/>
              <a:t>tính</a:t>
            </a:r>
            <a:r>
              <a:rPr lang="en-US" sz="1600" dirty="0"/>
              <a:t> ở Việt Nam.</a:t>
            </a:r>
          </a:p>
        </p:txBody>
      </p:sp>
      <p:pic>
        <p:nvPicPr>
          <p:cNvPr id="5" name="Picture 4">
            <a:extLst>
              <a:ext uri="{FF2B5EF4-FFF2-40B4-BE49-F238E27FC236}">
                <a16:creationId xmlns:a16="http://schemas.microsoft.com/office/drawing/2014/main" id="{BFD4E784-D681-4982-9773-DBC421DE0101}"/>
              </a:ext>
            </a:extLst>
          </p:cNvPr>
          <p:cNvPicPr>
            <a:picLocks noChangeAspect="1"/>
          </p:cNvPicPr>
          <p:nvPr/>
        </p:nvPicPr>
        <p:blipFill>
          <a:blip r:embed="rId3"/>
          <a:stretch>
            <a:fillRect/>
          </a:stretch>
        </p:blipFill>
        <p:spPr>
          <a:xfrm>
            <a:off x="4761040" y="628295"/>
            <a:ext cx="4116190" cy="3409831"/>
          </a:xfrm>
          <a:prstGeom prst="rect">
            <a:avLst/>
          </a:prstGeom>
        </p:spPr>
      </p:pic>
    </p:spTree>
    <p:extLst>
      <p:ext uri="{BB962C8B-B14F-4D97-AF65-F5344CB8AC3E}">
        <p14:creationId xmlns:p14="http://schemas.microsoft.com/office/powerpoint/2010/main" val="5877338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1B97CA-60D4-0C34-1C7E-F0D16C03B1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215FE6-190F-02E8-5C85-1B34C897D0C1}"/>
              </a:ext>
            </a:extLst>
          </p:cNvPr>
          <p:cNvSpPr>
            <a:spLocks noGrp="1"/>
          </p:cNvSpPr>
          <p:nvPr>
            <p:ph type="title"/>
          </p:nvPr>
        </p:nvSpPr>
        <p:spPr>
          <a:xfrm>
            <a:off x="453585" y="318751"/>
            <a:ext cx="8173580" cy="458587"/>
          </a:xfrm>
        </p:spPr>
        <p:txBody>
          <a:bodyPr/>
          <a:lstStyle/>
          <a:p>
            <a:r>
              <a:rPr lang="en-US" dirty="0" err="1"/>
              <a:t>Biểu</a:t>
            </a:r>
            <a:r>
              <a:rPr lang="en-US" dirty="0"/>
              <a:t> </a:t>
            </a:r>
            <a:r>
              <a:rPr lang="en-US" dirty="0" err="1"/>
              <a:t>đồ</a:t>
            </a:r>
            <a:r>
              <a:rPr lang="en-US" dirty="0"/>
              <a:t> </a:t>
            </a:r>
            <a:r>
              <a:rPr lang="en-US" dirty="0" err="1"/>
              <a:t>hộp</a:t>
            </a:r>
            <a:r>
              <a:rPr lang="en-US" dirty="0"/>
              <a:t> (Boxplots)</a:t>
            </a:r>
          </a:p>
        </p:txBody>
      </p:sp>
      <p:sp>
        <p:nvSpPr>
          <p:cNvPr id="3" name="Content Placeholder 2">
            <a:extLst>
              <a:ext uri="{FF2B5EF4-FFF2-40B4-BE49-F238E27FC236}">
                <a16:creationId xmlns:a16="http://schemas.microsoft.com/office/drawing/2014/main" id="{1B574FD6-2011-56CA-F9FB-8ABDD24FE305}"/>
              </a:ext>
            </a:extLst>
          </p:cNvPr>
          <p:cNvSpPr>
            <a:spLocks noGrp="1"/>
          </p:cNvSpPr>
          <p:nvPr>
            <p:ph idx="1"/>
          </p:nvPr>
        </p:nvSpPr>
        <p:spPr>
          <a:xfrm>
            <a:off x="460376" y="1401763"/>
            <a:ext cx="4080000" cy="2932112"/>
          </a:xfrm>
        </p:spPr>
        <p:txBody>
          <a:bodyPr/>
          <a:lstStyle/>
          <a:p>
            <a:r>
              <a:rPr lang="en-US" sz="1600" dirty="0" err="1"/>
              <a:t>Biểu</a:t>
            </a:r>
            <a:r>
              <a:rPr lang="en-US" sz="1600" dirty="0"/>
              <a:t> </a:t>
            </a:r>
            <a:r>
              <a:rPr lang="en-US" sz="1600" dirty="0" err="1"/>
              <a:t>đồ</a:t>
            </a:r>
            <a:r>
              <a:rPr lang="en-US" sz="1600" dirty="0"/>
              <a:t> </a:t>
            </a:r>
            <a:r>
              <a:rPr lang="en-US" sz="1600" dirty="0" err="1"/>
              <a:t>dùng</a:t>
            </a:r>
            <a:r>
              <a:rPr lang="en-US" sz="1600" dirty="0"/>
              <a:t> </a:t>
            </a:r>
            <a:r>
              <a:rPr lang="en-US" sz="1600" dirty="0" err="1"/>
              <a:t>để</a:t>
            </a:r>
            <a:r>
              <a:rPr lang="en-US" sz="1600" dirty="0"/>
              <a:t> </a:t>
            </a:r>
            <a:r>
              <a:rPr lang="en-US" sz="1600" dirty="0" err="1"/>
              <a:t>tóm</a:t>
            </a:r>
            <a:r>
              <a:rPr lang="en-US" sz="1600" dirty="0"/>
              <a:t> </a:t>
            </a:r>
            <a:r>
              <a:rPr lang="en-US" sz="1600" dirty="0" err="1"/>
              <a:t>tắt</a:t>
            </a:r>
            <a:r>
              <a:rPr lang="en-US" sz="1600" dirty="0"/>
              <a:t> </a:t>
            </a:r>
            <a:r>
              <a:rPr lang="en-US" sz="1600" dirty="0" err="1"/>
              <a:t>phân</a:t>
            </a:r>
            <a:r>
              <a:rPr lang="en-US" sz="1600" dirty="0"/>
              <a:t> </a:t>
            </a:r>
            <a:r>
              <a:rPr lang="en-US" sz="1600" dirty="0" err="1"/>
              <a:t>bố</a:t>
            </a:r>
            <a:r>
              <a:rPr lang="en-US" sz="1600" dirty="0"/>
              <a:t> </a:t>
            </a:r>
            <a:r>
              <a:rPr lang="en-US" sz="1600" dirty="0" err="1"/>
              <a:t>của</a:t>
            </a:r>
            <a:r>
              <a:rPr lang="en-US" sz="1600" dirty="0"/>
              <a:t> </a:t>
            </a:r>
            <a:r>
              <a:rPr lang="en-US" sz="1600" dirty="0" err="1"/>
              <a:t>một</a:t>
            </a:r>
            <a:r>
              <a:rPr lang="en-US" sz="1600" dirty="0"/>
              <a:t> </a:t>
            </a:r>
            <a:r>
              <a:rPr lang="en-US" sz="1600" dirty="0" err="1"/>
              <a:t>biến</a:t>
            </a:r>
            <a:r>
              <a:rPr lang="en-US" sz="1600" dirty="0"/>
              <a:t> </a:t>
            </a:r>
            <a:r>
              <a:rPr lang="en-US" sz="1600" dirty="0" err="1"/>
              <a:t>số</a:t>
            </a:r>
            <a:r>
              <a:rPr lang="en-US" sz="1600" dirty="0"/>
              <a:t> </a:t>
            </a:r>
            <a:r>
              <a:rPr lang="en-US" sz="1600" dirty="0" err="1"/>
              <a:t>dạng</a:t>
            </a:r>
            <a:r>
              <a:rPr lang="en-US" sz="1600" dirty="0"/>
              <a:t> </a:t>
            </a:r>
            <a:r>
              <a:rPr lang="en-US" sz="1600" dirty="0" err="1"/>
              <a:t>số</a:t>
            </a:r>
            <a:r>
              <a:rPr lang="en-US" sz="1600" dirty="0"/>
              <a:t>.</a:t>
            </a:r>
          </a:p>
          <a:p>
            <a:r>
              <a:rPr lang="en-US" sz="1600" dirty="0" err="1"/>
              <a:t>Hộp</a:t>
            </a:r>
            <a:r>
              <a:rPr lang="en-US" sz="1600" dirty="0"/>
              <a:t> (box) </a:t>
            </a:r>
            <a:r>
              <a:rPr lang="en-US" sz="1600" dirty="0" err="1"/>
              <a:t>thể</a:t>
            </a:r>
            <a:r>
              <a:rPr lang="en-US" sz="1600" dirty="0"/>
              <a:t> </a:t>
            </a:r>
            <a:r>
              <a:rPr lang="en-US" sz="1600" dirty="0" err="1"/>
              <a:t>hiện</a:t>
            </a:r>
            <a:r>
              <a:rPr lang="en-US" sz="1600" dirty="0"/>
              <a:t> </a:t>
            </a:r>
            <a:r>
              <a:rPr lang="en-US" sz="1600" dirty="0" err="1"/>
              <a:t>trung</a:t>
            </a:r>
            <a:r>
              <a:rPr lang="en-US" sz="1600" dirty="0"/>
              <a:t> </a:t>
            </a:r>
            <a:r>
              <a:rPr lang="en-US" sz="1600" dirty="0" err="1"/>
              <a:t>vị</a:t>
            </a:r>
            <a:r>
              <a:rPr lang="en-US" sz="1600" dirty="0"/>
              <a:t> </a:t>
            </a:r>
            <a:r>
              <a:rPr lang="en-US" sz="1600" dirty="0" err="1"/>
              <a:t>và</a:t>
            </a:r>
            <a:r>
              <a:rPr lang="en-US" sz="1600" dirty="0"/>
              <a:t> </a:t>
            </a:r>
            <a:r>
              <a:rPr lang="en-US" sz="1600" dirty="0" err="1"/>
              <a:t>khoảng</a:t>
            </a:r>
            <a:r>
              <a:rPr lang="en-US" sz="1600" dirty="0"/>
              <a:t> </a:t>
            </a:r>
            <a:r>
              <a:rPr lang="en-US" sz="1600" dirty="0" err="1"/>
              <a:t>tứ</a:t>
            </a:r>
            <a:r>
              <a:rPr lang="en-US" sz="1600" dirty="0"/>
              <a:t> </a:t>
            </a:r>
            <a:r>
              <a:rPr lang="en-US" sz="1600" dirty="0" err="1"/>
              <a:t>phân</a:t>
            </a:r>
            <a:r>
              <a:rPr lang="en-US" sz="1600" dirty="0"/>
              <a:t> </a:t>
            </a:r>
            <a:r>
              <a:rPr lang="en-US" sz="1600" dirty="0" err="1"/>
              <a:t>vị</a:t>
            </a:r>
            <a:r>
              <a:rPr lang="en-US" sz="1600" dirty="0"/>
              <a:t> (IQR), </a:t>
            </a:r>
            <a:r>
              <a:rPr lang="en-US" sz="1600" dirty="0" err="1"/>
              <a:t>trong</a:t>
            </a:r>
            <a:r>
              <a:rPr lang="en-US" sz="1600" dirty="0"/>
              <a:t> </a:t>
            </a:r>
            <a:r>
              <a:rPr lang="en-US" sz="1600" dirty="0" err="1"/>
              <a:t>khi</a:t>
            </a:r>
            <a:r>
              <a:rPr lang="en-US" sz="1600" dirty="0"/>
              <a:t> </a:t>
            </a:r>
            <a:r>
              <a:rPr lang="en-US" sz="1600" dirty="0" err="1"/>
              <a:t>các</a:t>
            </a:r>
            <a:r>
              <a:rPr lang="en-US" sz="1600" dirty="0"/>
              <a:t> “</a:t>
            </a:r>
            <a:r>
              <a:rPr lang="en-US" sz="1600" dirty="0" err="1"/>
              <a:t>râu</a:t>
            </a:r>
            <a:r>
              <a:rPr lang="en-US" sz="1600" dirty="0"/>
              <a:t>” </a:t>
            </a:r>
            <a:r>
              <a:rPr lang="en-US" sz="1600" dirty="0" err="1"/>
              <a:t>và</a:t>
            </a:r>
            <a:r>
              <a:rPr lang="en-US" sz="1600" dirty="0"/>
              <a:t> </a:t>
            </a:r>
            <a:r>
              <a:rPr lang="en-US" sz="1600" dirty="0" err="1"/>
              <a:t>các</a:t>
            </a:r>
            <a:r>
              <a:rPr lang="en-US" sz="1600" dirty="0"/>
              <a:t> </a:t>
            </a:r>
            <a:r>
              <a:rPr lang="en-US" sz="1600" dirty="0" err="1"/>
              <a:t>điểm</a:t>
            </a:r>
            <a:r>
              <a:rPr lang="en-US" sz="1600" dirty="0"/>
              <a:t> </a:t>
            </a:r>
            <a:r>
              <a:rPr lang="en-US" sz="1600" dirty="0" err="1"/>
              <a:t>thể</a:t>
            </a:r>
            <a:r>
              <a:rPr lang="en-US" sz="1600" dirty="0"/>
              <a:t> </a:t>
            </a:r>
            <a:r>
              <a:rPr lang="en-US" sz="1600" dirty="0" err="1"/>
              <a:t>hiện</a:t>
            </a:r>
            <a:r>
              <a:rPr lang="en-US" sz="1600" dirty="0"/>
              <a:t> </a:t>
            </a:r>
            <a:r>
              <a:rPr lang="en-US" sz="1600" dirty="0" err="1"/>
              <a:t>độ</a:t>
            </a:r>
            <a:r>
              <a:rPr lang="en-US" sz="1600" dirty="0"/>
              <a:t> </a:t>
            </a:r>
            <a:r>
              <a:rPr lang="en-US" sz="1600" dirty="0" err="1"/>
              <a:t>phân</a:t>
            </a:r>
            <a:r>
              <a:rPr lang="en-US" sz="1600" dirty="0"/>
              <a:t> </a:t>
            </a:r>
            <a:r>
              <a:rPr lang="en-US" sz="1600" dirty="0" err="1"/>
              <a:t>tán</a:t>
            </a:r>
            <a:r>
              <a:rPr lang="en-US" sz="1600" dirty="0"/>
              <a:t> </a:t>
            </a:r>
            <a:r>
              <a:rPr lang="en-US" sz="1600" dirty="0" err="1"/>
              <a:t>và</a:t>
            </a:r>
            <a:r>
              <a:rPr lang="en-US" sz="1600" dirty="0"/>
              <a:t> </a:t>
            </a:r>
            <a:r>
              <a:rPr lang="en-US" sz="1600" dirty="0" err="1"/>
              <a:t>các</a:t>
            </a:r>
            <a:r>
              <a:rPr lang="en-US" sz="1600" dirty="0"/>
              <a:t> </a:t>
            </a:r>
            <a:r>
              <a:rPr lang="en-US" sz="1600" dirty="0" err="1"/>
              <a:t>giá</a:t>
            </a:r>
            <a:r>
              <a:rPr lang="en-US" sz="1600" dirty="0"/>
              <a:t> </a:t>
            </a:r>
            <a:r>
              <a:rPr lang="en-US" sz="1600" dirty="0" err="1"/>
              <a:t>trị</a:t>
            </a:r>
            <a:r>
              <a:rPr lang="en-US" sz="1600" dirty="0"/>
              <a:t> </a:t>
            </a:r>
            <a:r>
              <a:rPr lang="en-US" sz="1600" dirty="0" err="1"/>
              <a:t>ngoại</a:t>
            </a:r>
            <a:r>
              <a:rPr lang="en-US" sz="1600" dirty="0"/>
              <a:t> lai.</a:t>
            </a:r>
          </a:p>
          <a:p>
            <a:r>
              <a:rPr lang="en-US" sz="1600" dirty="0" err="1"/>
              <a:t>Giúp</a:t>
            </a:r>
            <a:r>
              <a:rPr lang="en-US" sz="1600" dirty="0"/>
              <a:t> so </a:t>
            </a:r>
            <a:r>
              <a:rPr lang="en-US" sz="1600" dirty="0" err="1"/>
              <a:t>sánh</a:t>
            </a:r>
            <a:r>
              <a:rPr lang="en-US" sz="1600" dirty="0"/>
              <a:t> </a:t>
            </a:r>
            <a:r>
              <a:rPr lang="en-US" sz="1600" dirty="0" err="1"/>
              <a:t>phân</a:t>
            </a:r>
            <a:r>
              <a:rPr lang="en-US" sz="1600" dirty="0"/>
              <a:t> </a:t>
            </a:r>
            <a:r>
              <a:rPr lang="en-US" sz="1600" dirty="0" err="1"/>
              <a:t>bố</a:t>
            </a:r>
            <a:r>
              <a:rPr lang="en-US" sz="1600" dirty="0"/>
              <a:t> </a:t>
            </a:r>
            <a:r>
              <a:rPr lang="en-US" sz="1600" dirty="0" err="1"/>
              <a:t>giữa</a:t>
            </a:r>
            <a:r>
              <a:rPr lang="en-US" sz="1600" dirty="0"/>
              <a:t> </a:t>
            </a:r>
            <a:r>
              <a:rPr lang="en-US" sz="1600" dirty="0" err="1"/>
              <a:t>các</a:t>
            </a:r>
            <a:r>
              <a:rPr lang="en-US" sz="1600" dirty="0"/>
              <a:t> </a:t>
            </a:r>
            <a:r>
              <a:rPr lang="en-US" sz="1600" dirty="0" err="1"/>
              <a:t>nhóm</a:t>
            </a:r>
            <a:r>
              <a:rPr lang="en-US" sz="1600" dirty="0"/>
              <a:t> </a:t>
            </a:r>
            <a:r>
              <a:rPr lang="en-US" sz="1600" dirty="0" err="1"/>
              <a:t>và</a:t>
            </a:r>
            <a:r>
              <a:rPr lang="en-US" sz="1600" dirty="0"/>
              <a:t> </a:t>
            </a:r>
            <a:r>
              <a:rPr lang="en-US" sz="1600" dirty="0" err="1"/>
              <a:t>phát</a:t>
            </a:r>
            <a:r>
              <a:rPr lang="en-US" sz="1600" dirty="0"/>
              <a:t> </a:t>
            </a:r>
            <a:r>
              <a:rPr lang="en-US" sz="1600" dirty="0" err="1"/>
              <a:t>hiện</a:t>
            </a:r>
            <a:r>
              <a:rPr lang="en-US" sz="1600" dirty="0"/>
              <a:t> </a:t>
            </a:r>
            <a:r>
              <a:rPr lang="en-US" sz="1600" dirty="0" err="1"/>
              <a:t>các</a:t>
            </a:r>
            <a:r>
              <a:rPr lang="en-US" sz="1600" dirty="0"/>
              <a:t> </a:t>
            </a:r>
            <a:r>
              <a:rPr lang="en-US" sz="1600" dirty="0" err="1"/>
              <a:t>giá</a:t>
            </a:r>
            <a:r>
              <a:rPr lang="en-US" sz="1600" dirty="0"/>
              <a:t> </a:t>
            </a:r>
            <a:r>
              <a:rPr lang="en-US" sz="1600" dirty="0" err="1"/>
              <a:t>trị</a:t>
            </a:r>
            <a:r>
              <a:rPr lang="en-US" sz="1600" dirty="0"/>
              <a:t> </a:t>
            </a:r>
            <a:r>
              <a:rPr lang="en-US" sz="1600" dirty="0" err="1"/>
              <a:t>ngoại</a:t>
            </a:r>
            <a:r>
              <a:rPr lang="en-US" sz="1600" dirty="0"/>
              <a:t> lai.</a:t>
            </a:r>
          </a:p>
          <a:p>
            <a:endParaRPr lang="en-US" sz="1600" dirty="0"/>
          </a:p>
          <a:p>
            <a:r>
              <a:rPr lang="en-US" sz="1600" b="1" dirty="0" err="1"/>
              <a:t>Ví</a:t>
            </a:r>
            <a:r>
              <a:rPr lang="en-US" sz="1600" b="1" dirty="0"/>
              <a:t> </a:t>
            </a:r>
            <a:r>
              <a:rPr lang="en-US" sz="1600" b="1" dirty="0" err="1"/>
              <a:t>dụ</a:t>
            </a:r>
            <a:r>
              <a:rPr lang="en-US" sz="1600" b="1" dirty="0"/>
              <a:t>:</a:t>
            </a:r>
            <a:r>
              <a:rPr lang="en-US" sz="1600" dirty="0"/>
              <a:t> </a:t>
            </a:r>
            <a:r>
              <a:rPr lang="en-US" sz="1600" dirty="0" err="1"/>
              <a:t>Tỷ</a:t>
            </a:r>
            <a:r>
              <a:rPr lang="en-US" sz="1600" dirty="0"/>
              <a:t> </a:t>
            </a:r>
            <a:r>
              <a:rPr lang="en-US" sz="1600" dirty="0" err="1"/>
              <a:t>lệ</a:t>
            </a:r>
            <a:r>
              <a:rPr lang="en-US" sz="1600" dirty="0"/>
              <a:t> </a:t>
            </a:r>
            <a:r>
              <a:rPr lang="en-US" sz="1600" dirty="0" err="1"/>
              <a:t>biết</a:t>
            </a:r>
            <a:r>
              <a:rPr lang="en-US" sz="1600" dirty="0"/>
              <a:t> </a:t>
            </a:r>
            <a:r>
              <a:rPr lang="en-US" sz="1600" dirty="0" err="1"/>
              <a:t>chữ</a:t>
            </a:r>
            <a:r>
              <a:rPr lang="en-US" sz="1600" dirty="0"/>
              <a:t> ở </a:t>
            </a:r>
            <a:r>
              <a:rPr lang="en-US" sz="1600" dirty="0" err="1"/>
              <a:t>cấp</a:t>
            </a:r>
            <a:r>
              <a:rPr lang="en-US" sz="1600" dirty="0"/>
              <a:t> </a:t>
            </a:r>
            <a:r>
              <a:rPr lang="en-US" sz="1600" dirty="0" err="1"/>
              <a:t>tỉnh</a:t>
            </a:r>
            <a:r>
              <a:rPr lang="en-US" sz="1600" dirty="0"/>
              <a:t> </a:t>
            </a:r>
            <a:r>
              <a:rPr lang="en-US" sz="1600" dirty="0" err="1"/>
              <a:t>giữa</a:t>
            </a:r>
            <a:r>
              <a:rPr lang="en-US" sz="1600" dirty="0"/>
              <a:t> </a:t>
            </a:r>
            <a:r>
              <a:rPr lang="en-US" sz="1600" dirty="0" err="1"/>
              <a:t>các</a:t>
            </a:r>
            <a:r>
              <a:rPr lang="en-US" sz="1600" dirty="0"/>
              <a:t> </a:t>
            </a:r>
            <a:r>
              <a:rPr lang="en-US" sz="1600" dirty="0" err="1"/>
              <a:t>vùng</a:t>
            </a:r>
            <a:r>
              <a:rPr lang="en-US" sz="1600" dirty="0"/>
              <a:t>.</a:t>
            </a:r>
          </a:p>
        </p:txBody>
      </p:sp>
      <p:pic>
        <p:nvPicPr>
          <p:cNvPr id="4" name="Picture 3">
            <a:extLst>
              <a:ext uri="{FF2B5EF4-FFF2-40B4-BE49-F238E27FC236}">
                <a16:creationId xmlns:a16="http://schemas.microsoft.com/office/drawing/2014/main" id="{A76B58BE-4D61-7DEC-A4AD-985C22D544A2}"/>
              </a:ext>
            </a:extLst>
          </p:cNvPr>
          <p:cNvPicPr>
            <a:picLocks noChangeAspect="1"/>
          </p:cNvPicPr>
          <p:nvPr/>
        </p:nvPicPr>
        <p:blipFill>
          <a:blip r:embed="rId3"/>
          <a:stretch>
            <a:fillRect/>
          </a:stretch>
        </p:blipFill>
        <p:spPr>
          <a:xfrm>
            <a:off x="4748187" y="1105694"/>
            <a:ext cx="4093892" cy="2932112"/>
          </a:xfrm>
          <a:prstGeom prst="rect">
            <a:avLst/>
          </a:prstGeom>
        </p:spPr>
      </p:pic>
    </p:spTree>
    <p:extLst>
      <p:ext uri="{BB962C8B-B14F-4D97-AF65-F5344CB8AC3E}">
        <p14:creationId xmlns:p14="http://schemas.microsoft.com/office/powerpoint/2010/main" val="9123065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DB2FE4-7EA8-6CCA-C34B-F704F4AF22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4733CA-9814-8C52-0A39-5A6347CFD976}"/>
              </a:ext>
            </a:extLst>
          </p:cNvPr>
          <p:cNvSpPr>
            <a:spLocks noGrp="1"/>
          </p:cNvSpPr>
          <p:nvPr>
            <p:ph type="title"/>
          </p:nvPr>
        </p:nvSpPr>
        <p:spPr>
          <a:xfrm>
            <a:off x="453585" y="318751"/>
            <a:ext cx="8173580" cy="458587"/>
          </a:xfrm>
        </p:spPr>
        <p:txBody>
          <a:bodyPr/>
          <a:lstStyle/>
          <a:p>
            <a:r>
              <a:rPr lang="en-US" dirty="0" err="1"/>
              <a:t>Biểu</a:t>
            </a:r>
            <a:r>
              <a:rPr lang="en-US" dirty="0"/>
              <a:t> </a:t>
            </a:r>
            <a:r>
              <a:rPr lang="en-US" dirty="0" err="1"/>
              <a:t>đồ</a:t>
            </a:r>
            <a:r>
              <a:rPr lang="en-US" dirty="0"/>
              <a:t> </a:t>
            </a:r>
            <a:r>
              <a:rPr lang="en-US" dirty="0" err="1"/>
              <a:t>phân</a:t>
            </a:r>
            <a:r>
              <a:rPr lang="en-US" dirty="0"/>
              <a:t> </a:t>
            </a:r>
            <a:r>
              <a:rPr lang="en-US" dirty="0" err="1"/>
              <a:t>tán</a:t>
            </a:r>
            <a:r>
              <a:rPr lang="en-US" dirty="0"/>
              <a:t> (Scatterplots)</a:t>
            </a:r>
          </a:p>
        </p:txBody>
      </p:sp>
      <p:sp>
        <p:nvSpPr>
          <p:cNvPr id="3" name="Content Placeholder 2">
            <a:extLst>
              <a:ext uri="{FF2B5EF4-FFF2-40B4-BE49-F238E27FC236}">
                <a16:creationId xmlns:a16="http://schemas.microsoft.com/office/drawing/2014/main" id="{1364BB8A-95B9-3282-3120-1E55637430AE}"/>
              </a:ext>
            </a:extLst>
          </p:cNvPr>
          <p:cNvSpPr>
            <a:spLocks noGrp="1"/>
          </p:cNvSpPr>
          <p:nvPr>
            <p:ph idx="1"/>
          </p:nvPr>
        </p:nvSpPr>
        <p:spPr>
          <a:xfrm>
            <a:off x="460376" y="1401763"/>
            <a:ext cx="4080000" cy="2932112"/>
          </a:xfrm>
        </p:spPr>
        <p:txBody>
          <a:bodyPr/>
          <a:lstStyle/>
          <a:p>
            <a:r>
              <a:rPr lang="en-US" sz="1600" dirty="0" err="1"/>
              <a:t>Biểu</a:t>
            </a:r>
            <a:r>
              <a:rPr lang="en-US" sz="1600" dirty="0"/>
              <a:t> </a:t>
            </a:r>
            <a:r>
              <a:rPr lang="en-US" sz="1600" dirty="0" err="1"/>
              <a:t>đồ</a:t>
            </a:r>
            <a:r>
              <a:rPr lang="en-US" sz="1600" dirty="0"/>
              <a:t> </a:t>
            </a:r>
            <a:r>
              <a:rPr lang="en-US" sz="1600" dirty="0" err="1"/>
              <a:t>dùng</a:t>
            </a:r>
            <a:r>
              <a:rPr lang="en-US" sz="1600" dirty="0"/>
              <a:t> </a:t>
            </a:r>
            <a:r>
              <a:rPr lang="en-US" sz="1600" dirty="0" err="1"/>
              <a:t>để</a:t>
            </a:r>
            <a:r>
              <a:rPr lang="en-US" sz="1600" dirty="0"/>
              <a:t> </a:t>
            </a:r>
            <a:r>
              <a:rPr lang="en-US" sz="1600" dirty="0" err="1"/>
              <a:t>thể</a:t>
            </a:r>
            <a:r>
              <a:rPr lang="en-US" sz="1600" dirty="0"/>
              <a:t> </a:t>
            </a:r>
            <a:r>
              <a:rPr lang="en-US" sz="1600" dirty="0" err="1"/>
              <a:t>hiện</a:t>
            </a:r>
            <a:r>
              <a:rPr lang="en-US" sz="1600" dirty="0"/>
              <a:t> </a:t>
            </a:r>
            <a:r>
              <a:rPr lang="en-US" sz="1600" dirty="0" err="1"/>
              <a:t>mối</a:t>
            </a:r>
            <a:r>
              <a:rPr lang="en-US" sz="1600" dirty="0"/>
              <a:t> </a:t>
            </a:r>
            <a:r>
              <a:rPr lang="en-US" sz="1600" dirty="0" err="1"/>
              <a:t>quan</a:t>
            </a:r>
            <a:r>
              <a:rPr lang="en-US" sz="1600" dirty="0"/>
              <a:t> </a:t>
            </a:r>
            <a:r>
              <a:rPr lang="en-US" sz="1600" dirty="0" err="1"/>
              <a:t>hệ</a:t>
            </a:r>
            <a:r>
              <a:rPr lang="en-US" sz="1600" dirty="0"/>
              <a:t> </a:t>
            </a:r>
            <a:r>
              <a:rPr lang="en-US" sz="1600" dirty="0" err="1"/>
              <a:t>giữa</a:t>
            </a:r>
            <a:r>
              <a:rPr lang="en-US" sz="1600" dirty="0"/>
              <a:t> </a:t>
            </a:r>
            <a:r>
              <a:rPr lang="en-US" sz="1600" dirty="0" err="1"/>
              <a:t>hai</a:t>
            </a:r>
            <a:r>
              <a:rPr lang="en-US" sz="1600" dirty="0"/>
              <a:t> </a:t>
            </a:r>
            <a:r>
              <a:rPr lang="en-US" sz="1600" dirty="0" err="1"/>
              <a:t>biến</a:t>
            </a:r>
            <a:r>
              <a:rPr lang="en-US" sz="1600" dirty="0"/>
              <a:t> </a:t>
            </a:r>
            <a:r>
              <a:rPr lang="en-US" sz="1600" dirty="0" err="1"/>
              <a:t>số</a:t>
            </a:r>
            <a:r>
              <a:rPr lang="en-US" sz="1600" dirty="0"/>
              <a:t> </a:t>
            </a:r>
            <a:r>
              <a:rPr lang="en-US" sz="1600" dirty="0" err="1"/>
              <a:t>dạng</a:t>
            </a:r>
            <a:r>
              <a:rPr lang="en-US" sz="1600" dirty="0"/>
              <a:t> </a:t>
            </a:r>
            <a:r>
              <a:rPr lang="en-US" sz="1600" dirty="0" err="1"/>
              <a:t>số</a:t>
            </a:r>
            <a:r>
              <a:rPr lang="en-US" sz="1600" dirty="0"/>
              <a:t>.</a:t>
            </a:r>
          </a:p>
          <a:p>
            <a:r>
              <a:rPr lang="vi-VN" sz="1600" dirty="0"/>
              <a:t>Mỗi điểm đại diện cho một quan sát, với vị trí được xác định bởi giá trị của hai biến.</a:t>
            </a:r>
            <a:endParaRPr lang="en-US" sz="1600" dirty="0"/>
          </a:p>
          <a:p>
            <a:r>
              <a:rPr lang="vi-VN" sz="1600" dirty="0"/>
              <a:t>Giúp nhận diện mối tương quan, các mẫu hình và các giá trị ngoại lai.</a:t>
            </a:r>
            <a:endParaRPr lang="en-US" sz="1600" dirty="0"/>
          </a:p>
          <a:p>
            <a:pPr marL="0" indent="0">
              <a:buNone/>
            </a:pPr>
            <a:endParaRPr lang="en-US" sz="1600" dirty="0"/>
          </a:p>
          <a:p>
            <a:r>
              <a:rPr lang="en-US" sz="1600" b="1" dirty="0" err="1"/>
              <a:t>Ví</a:t>
            </a:r>
            <a:r>
              <a:rPr lang="en-US" sz="1600" b="1" dirty="0"/>
              <a:t> </a:t>
            </a:r>
            <a:r>
              <a:rPr lang="en-US" sz="1600" b="1" dirty="0" err="1"/>
              <a:t>dụ</a:t>
            </a:r>
            <a:r>
              <a:rPr lang="en-US" sz="1600" b="1" dirty="0"/>
              <a:t>:</a:t>
            </a:r>
            <a:r>
              <a:rPr lang="en-US" sz="1600" dirty="0"/>
              <a:t> Xem </a:t>
            </a:r>
            <a:r>
              <a:rPr lang="en-US" sz="1600" dirty="0" err="1"/>
              <a:t>xét</a:t>
            </a:r>
            <a:r>
              <a:rPr lang="en-US" sz="1600" dirty="0"/>
              <a:t> </a:t>
            </a:r>
            <a:r>
              <a:rPr lang="en-US" sz="1600" dirty="0" err="1"/>
              <a:t>mối</a:t>
            </a:r>
            <a:r>
              <a:rPr lang="en-US" sz="1600" dirty="0"/>
              <a:t> </a:t>
            </a:r>
            <a:r>
              <a:rPr lang="en-US" sz="1600" dirty="0" err="1"/>
              <a:t>quan</a:t>
            </a:r>
            <a:r>
              <a:rPr lang="en-US" sz="1600" dirty="0"/>
              <a:t> </a:t>
            </a:r>
            <a:r>
              <a:rPr lang="en-US" sz="1600" dirty="0" err="1"/>
              <a:t>hệ</a:t>
            </a:r>
            <a:r>
              <a:rPr lang="en-US" sz="1600" dirty="0"/>
              <a:t> </a:t>
            </a:r>
            <a:r>
              <a:rPr lang="en-US" sz="1600" dirty="0" err="1"/>
              <a:t>giữa</a:t>
            </a:r>
            <a:r>
              <a:rPr lang="en-US" sz="1600" dirty="0"/>
              <a:t> </a:t>
            </a:r>
            <a:r>
              <a:rPr lang="en-US" sz="1600" dirty="0" err="1"/>
              <a:t>tỷ</a:t>
            </a:r>
            <a:r>
              <a:rPr lang="en-US" sz="1600" dirty="0"/>
              <a:t> </a:t>
            </a:r>
            <a:r>
              <a:rPr lang="en-US" sz="1600" dirty="0" err="1"/>
              <a:t>lệ</a:t>
            </a:r>
            <a:r>
              <a:rPr lang="en-US" sz="1600" dirty="0"/>
              <a:t> </a:t>
            </a:r>
            <a:r>
              <a:rPr lang="en-US" sz="1600" dirty="0" err="1"/>
              <a:t>nghèo</a:t>
            </a:r>
            <a:r>
              <a:rPr lang="en-US" sz="1600" dirty="0"/>
              <a:t> </a:t>
            </a:r>
            <a:r>
              <a:rPr lang="en-US" sz="1600" dirty="0" err="1"/>
              <a:t>và</a:t>
            </a:r>
            <a:r>
              <a:rPr lang="en-US" sz="1600" dirty="0"/>
              <a:t> </a:t>
            </a:r>
            <a:r>
              <a:rPr lang="en-US" sz="1600" dirty="0" err="1"/>
              <a:t>doanh</a:t>
            </a:r>
            <a:r>
              <a:rPr lang="en-US" sz="1600" dirty="0"/>
              <a:t> </a:t>
            </a:r>
            <a:r>
              <a:rPr lang="en-US" sz="1600" dirty="0" err="1"/>
              <a:t>thu</a:t>
            </a:r>
            <a:r>
              <a:rPr lang="en-US" sz="1600" dirty="0"/>
              <a:t> du </a:t>
            </a:r>
            <a:r>
              <a:rPr lang="en-US" sz="1600" dirty="0" err="1"/>
              <a:t>lịch</a:t>
            </a:r>
            <a:r>
              <a:rPr lang="en-US" sz="1600" dirty="0"/>
              <a:t> </a:t>
            </a:r>
            <a:r>
              <a:rPr lang="en-US" sz="1600" dirty="0" err="1"/>
              <a:t>giữa</a:t>
            </a:r>
            <a:r>
              <a:rPr lang="en-US" sz="1600" dirty="0"/>
              <a:t> </a:t>
            </a:r>
            <a:r>
              <a:rPr lang="en-US" sz="1600" dirty="0" err="1"/>
              <a:t>các</a:t>
            </a:r>
            <a:r>
              <a:rPr lang="en-US" sz="1600" dirty="0"/>
              <a:t> </a:t>
            </a:r>
            <a:r>
              <a:rPr lang="en-US" sz="1600" dirty="0" err="1"/>
              <a:t>tỉnh</a:t>
            </a:r>
            <a:r>
              <a:rPr lang="en-US" sz="1600" dirty="0"/>
              <a:t> ở Việt Nam.</a:t>
            </a:r>
          </a:p>
        </p:txBody>
      </p:sp>
      <p:pic>
        <p:nvPicPr>
          <p:cNvPr id="5" name="Picture 4">
            <a:extLst>
              <a:ext uri="{FF2B5EF4-FFF2-40B4-BE49-F238E27FC236}">
                <a16:creationId xmlns:a16="http://schemas.microsoft.com/office/drawing/2014/main" id="{627DB134-C06B-34D0-ED70-1E4675ADCD36}"/>
              </a:ext>
            </a:extLst>
          </p:cNvPr>
          <p:cNvPicPr>
            <a:picLocks noChangeAspect="1"/>
          </p:cNvPicPr>
          <p:nvPr/>
        </p:nvPicPr>
        <p:blipFill>
          <a:blip r:embed="rId3"/>
          <a:stretch>
            <a:fillRect/>
          </a:stretch>
        </p:blipFill>
        <p:spPr>
          <a:xfrm>
            <a:off x="4540250" y="1025149"/>
            <a:ext cx="4257026" cy="2932112"/>
          </a:xfrm>
          <a:prstGeom prst="rect">
            <a:avLst/>
          </a:prstGeom>
        </p:spPr>
      </p:pic>
    </p:spTree>
    <p:extLst>
      <p:ext uri="{BB962C8B-B14F-4D97-AF65-F5344CB8AC3E}">
        <p14:creationId xmlns:p14="http://schemas.microsoft.com/office/powerpoint/2010/main" val="18559666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CDD7F0-A613-8D28-3FD2-0B5BB6BBF9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725239-C2F3-D39D-4196-EE2C277C4194}"/>
              </a:ext>
            </a:extLst>
          </p:cNvPr>
          <p:cNvSpPr>
            <a:spLocks noGrp="1"/>
          </p:cNvSpPr>
          <p:nvPr>
            <p:ph type="title"/>
          </p:nvPr>
        </p:nvSpPr>
        <p:spPr>
          <a:xfrm>
            <a:off x="453585" y="318751"/>
            <a:ext cx="8173580" cy="458587"/>
          </a:xfrm>
        </p:spPr>
        <p:txBody>
          <a:bodyPr/>
          <a:lstStyle/>
          <a:p>
            <a:r>
              <a:rPr lang="en-US" dirty="0" err="1"/>
              <a:t>Bản</a:t>
            </a:r>
            <a:r>
              <a:rPr lang="en-US" dirty="0"/>
              <a:t> </a:t>
            </a:r>
            <a:r>
              <a:rPr lang="en-US" dirty="0" err="1"/>
              <a:t>đồ</a:t>
            </a:r>
            <a:r>
              <a:rPr lang="en-US" dirty="0"/>
              <a:t> (Maps)</a:t>
            </a:r>
          </a:p>
        </p:txBody>
      </p:sp>
      <p:sp>
        <p:nvSpPr>
          <p:cNvPr id="3" name="Content Placeholder 2">
            <a:extLst>
              <a:ext uri="{FF2B5EF4-FFF2-40B4-BE49-F238E27FC236}">
                <a16:creationId xmlns:a16="http://schemas.microsoft.com/office/drawing/2014/main" id="{1E18E99E-45C0-48A0-21E0-C435AF169BC6}"/>
              </a:ext>
            </a:extLst>
          </p:cNvPr>
          <p:cNvSpPr>
            <a:spLocks noGrp="1"/>
          </p:cNvSpPr>
          <p:nvPr>
            <p:ph idx="1"/>
          </p:nvPr>
        </p:nvSpPr>
        <p:spPr>
          <a:xfrm>
            <a:off x="275713" y="1228342"/>
            <a:ext cx="4080000" cy="2932112"/>
          </a:xfrm>
        </p:spPr>
        <p:txBody>
          <a:bodyPr/>
          <a:lstStyle/>
          <a:p>
            <a:r>
              <a:rPr lang="en-US" sz="1600" dirty="0" err="1"/>
              <a:t>Một</a:t>
            </a:r>
            <a:r>
              <a:rPr lang="en-US" sz="1600" dirty="0"/>
              <a:t> </a:t>
            </a:r>
            <a:r>
              <a:rPr lang="en-US" sz="1600" dirty="0" err="1"/>
              <a:t>dạng</a:t>
            </a:r>
            <a:r>
              <a:rPr lang="en-US" sz="1600" dirty="0"/>
              <a:t> </a:t>
            </a:r>
            <a:r>
              <a:rPr lang="en-US" sz="1600" dirty="0" err="1"/>
              <a:t>trực</a:t>
            </a:r>
            <a:r>
              <a:rPr lang="en-US" sz="1600" dirty="0"/>
              <a:t> </a:t>
            </a:r>
            <a:r>
              <a:rPr lang="en-US" sz="1600" dirty="0" err="1"/>
              <a:t>quan</a:t>
            </a:r>
            <a:r>
              <a:rPr lang="en-US" sz="1600" dirty="0"/>
              <a:t> </a:t>
            </a:r>
            <a:r>
              <a:rPr lang="en-US" sz="1600" dirty="0" err="1"/>
              <a:t>hóa</a:t>
            </a:r>
            <a:r>
              <a:rPr lang="en-US" sz="1600" dirty="0"/>
              <a:t> </a:t>
            </a:r>
            <a:r>
              <a:rPr lang="en-US" sz="1600" dirty="0" err="1"/>
              <a:t>dùng</a:t>
            </a:r>
            <a:r>
              <a:rPr lang="en-US" sz="1600" dirty="0"/>
              <a:t> </a:t>
            </a:r>
            <a:r>
              <a:rPr lang="en-US" sz="1600" dirty="0" err="1"/>
              <a:t>để</a:t>
            </a:r>
            <a:r>
              <a:rPr lang="en-US" sz="1600" dirty="0"/>
              <a:t> </a:t>
            </a:r>
            <a:r>
              <a:rPr lang="en-US" sz="1600" dirty="0" err="1"/>
              <a:t>thể</a:t>
            </a:r>
            <a:r>
              <a:rPr lang="en-US" sz="1600" dirty="0"/>
              <a:t> </a:t>
            </a:r>
            <a:r>
              <a:rPr lang="en-US" sz="1600" dirty="0" err="1"/>
              <a:t>hiện</a:t>
            </a:r>
            <a:r>
              <a:rPr lang="en-US" sz="1600" dirty="0"/>
              <a:t> </a:t>
            </a:r>
            <a:r>
              <a:rPr lang="en-US" sz="1600" dirty="0" err="1"/>
              <a:t>các</a:t>
            </a:r>
            <a:r>
              <a:rPr lang="en-US" sz="1600" dirty="0"/>
              <a:t> </a:t>
            </a:r>
            <a:r>
              <a:rPr lang="en-US" sz="1600" dirty="0" err="1"/>
              <a:t>mẫu</a:t>
            </a:r>
            <a:r>
              <a:rPr lang="en-US" sz="1600" dirty="0"/>
              <a:t> </a:t>
            </a:r>
            <a:r>
              <a:rPr lang="en-US" sz="1600" dirty="0" err="1"/>
              <a:t>hình</a:t>
            </a:r>
            <a:r>
              <a:rPr lang="en-US" sz="1600" dirty="0"/>
              <a:t> </a:t>
            </a:r>
            <a:r>
              <a:rPr lang="en-US" sz="1600" dirty="0" err="1"/>
              <a:t>địa</a:t>
            </a:r>
            <a:r>
              <a:rPr lang="en-US" sz="1600" dirty="0"/>
              <a:t> </a:t>
            </a:r>
            <a:r>
              <a:rPr lang="en-US" sz="1600" dirty="0" err="1"/>
              <a:t>lý</a:t>
            </a:r>
            <a:r>
              <a:rPr lang="en-US" sz="1600" dirty="0"/>
              <a:t> </a:t>
            </a:r>
            <a:r>
              <a:rPr lang="en-US" sz="1600" dirty="0" err="1"/>
              <a:t>hoặc</a:t>
            </a:r>
            <a:r>
              <a:rPr lang="en-US" sz="1600" dirty="0"/>
              <a:t> </a:t>
            </a:r>
            <a:r>
              <a:rPr lang="en-US" sz="1600" dirty="0" err="1"/>
              <a:t>sự</a:t>
            </a:r>
            <a:r>
              <a:rPr lang="en-US" sz="1600" dirty="0"/>
              <a:t> </a:t>
            </a:r>
            <a:r>
              <a:rPr lang="en-US" sz="1600" dirty="0" err="1"/>
              <a:t>phân</a:t>
            </a:r>
            <a:r>
              <a:rPr lang="en-US" sz="1600" dirty="0"/>
              <a:t> </a:t>
            </a:r>
            <a:r>
              <a:rPr lang="en-US" sz="1600" dirty="0" err="1"/>
              <a:t>bố</a:t>
            </a:r>
            <a:r>
              <a:rPr lang="en-US" sz="1600" dirty="0"/>
              <a:t> </a:t>
            </a:r>
            <a:r>
              <a:rPr lang="en-US" sz="1600" dirty="0" err="1"/>
              <a:t>không</a:t>
            </a:r>
            <a:r>
              <a:rPr lang="en-US" sz="1600" dirty="0"/>
              <a:t> </a:t>
            </a:r>
            <a:r>
              <a:rPr lang="en-US" sz="1600" dirty="0" err="1"/>
              <a:t>gian</a:t>
            </a:r>
            <a:r>
              <a:rPr lang="en-US" sz="1600" dirty="0"/>
              <a:t> </a:t>
            </a:r>
            <a:r>
              <a:rPr lang="en-US" sz="1600" dirty="0" err="1"/>
              <a:t>của</a:t>
            </a:r>
            <a:r>
              <a:rPr lang="en-US" sz="1600" dirty="0"/>
              <a:t> </a:t>
            </a:r>
            <a:r>
              <a:rPr lang="en-US" sz="1600" dirty="0" err="1"/>
              <a:t>dữ</a:t>
            </a:r>
            <a:r>
              <a:rPr lang="en-US" sz="1600" dirty="0"/>
              <a:t> </a:t>
            </a:r>
            <a:r>
              <a:rPr lang="en-US" sz="1600" dirty="0" err="1"/>
              <a:t>liệu</a:t>
            </a:r>
            <a:r>
              <a:rPr lang="en-US" sz="1600" dirty="0"/>
              <a:t>.</a:t>
            </a:r>
          </a:p>
          <a:p>
            <a:r>
              <a:rPr lang="vi-VN" sz="1600" dirty="0"/>
              <a:t>Các giá trị dữ liệu được gắn với các khu vực địa lý (ví dụ: vùng hoặc tỉnh) và được hiển thị bằng màu sắc, ký hiệu hoặc độ đậm nhạt.</a:t>
            </a:r>
            <a:endParaRPr lang="en-US" sz="1600" dirty="0"/>
          </a:p>
          <a:p>
            <a:r>
              <a:rPr lang="en-US" sz="1600" dirty="0" err="1"/>
              <a:t>Giúp</a:t>
            </a:r>
            <a:r>
              <a:rPr lang="en-US" sz="1600" dirty="0"/>
              <a:t> </a:t>
            </a:r>
            <a:r>
              <a:rPr lang="en-US" sz="1600" dirty="0" err="1"/>
              <a:t>nhận</a:t>
            </a:r>
            <a:r>
              <a:rPr lang="en-US" sz="1600" dirty="0"/>
              <a:t> </a:t>
            </a:r>
            <a:r>
              <a:rPr lang="en-US" sz="1600" dirty="0" err="1"/>
              <a:t>diện</a:t>
            </a:r>
            <a:r>
              <a:rPr lang="en-US" sz="1600" dirty="0"/>
              <a:t> </a:t>
            </a:r>
            <a:r>
              <a:rPr lang="en-US" sz="1600" dirty="0" err="1"/>
              <a:t>các</a:t>
            </a:r>
            <a:r>
              <a:rPr lang="en-US" sz="1600" dirty="0"/>
              <a:t> </a:t>
            </a:r>
            <a:r>
              <a:rPr lang="en-US" sz="1600" dirty="0" err="1"/>
              <a:t>mẫu</a:t>
            </a:r>
            <a:r>
              <a:rPr lang="en-US" sz="1600" dirty="0"/>
              <a:t> </a:t>
            </a:r>
            <a:r>
              <a:rPr lang="en-US" sz="1600" dirty="0" err="1"/>
              <a:t>hình</a:t>
            </a:r>
            <a:r>
              <a:rPr lang="en-US" sz="1600" dirty="0"/>
              <a:t> </a:t>
            </a:r>
            <a:r>
              <a:rPr lang="en-US" sz="1600" dirty="0" err="1"/>
              <a:t>theo</a:t>
            </a:r>
            <a:r>
              <a:rPr lang="en-US" sz="1600" dirty="0"/>
              <a:t> </a:t>
            </a:r>
            <a:r>
              <a:rPr lang="en-US" sz="1600" dirty="0" err="1"/>
              <a:t>không</a:t>
            </a:r>
            <a:r>
              <a:rPr lang="en-US" sz="1600" dirty="0"/>
              <a:t> </a:t>
            </a:r>
            <a:r>
              <a:rPr lang="en-US" sz="1600" dirty="0" err="1"/>
              <a:t>gian</a:t>
            </a:r>
            <a:r>
              <a:rPr lang="en-US" sz="1600" dirty="0"/>
              <a:t>, </a:t>
            </a:r>
            <a:r>
              <a:rPr lang="en-US" sz="1600" dirty="0" err="1"/>
              <a:t>sự</a:t>
            </a:r>
            <a:r>
              <a:rPr lang="en-US" sz="1600" dirty="0"/>
              <a:t> </a:t>
            </a:r>
            <a:r>
              <a:rPr lang="en-US" sz="1600" dirty="0" err="1"/>
              <a:t>khác</a:t>
            </a:r>
            <a:r>
              <a:rPr lang="en-US" sz="1600" dirty="0"/>
              <a:t> </a:t>
            </a:r>
            <a:r>
              <a:rPr lang="en-US" sz="1600" dirty="0" err="1"/>
              <a:t>biệt</a:t>
            </a:r>
            <a:r>
              <a:rPr lang="en-US" sz="1600" dirty="0"/>
              <a:t> </a:t>
            </a:r>
            <a:r>
              <a:rPr lang="en-US" sz="1600" dirty="0" err="1"/>
              <a:t>giữa</a:t>
            </a:r>
            <a:r>
              <a:rPr lang="en-US" sz="1600" dirty="0"/>
              <a:t> </a:t>
            </a:r>
            <a:r>
              <a:rPr lang="en-US" sz="1600" dirty="0" err="1"/>
              <a:t>các</a:t>
            </a:r>
            <a:r>
              <a:rPr lang="en-US" sz="1600" dirty="0"/>
              <a:t> </a:t>
            </a:r>
            <a:r>
              <a:rPr lang="en-US" sz="1600" dirty="0" err="1"/>
              <a:t>vùng</a:t>
            </a:r>
            <a:r>
              <a:rPr lang="en-US" sz="1600" dirty="0"/>
              <a:t> </a:t>
            </a:r>
            <a:r>
              <a:rPr lang="en-US" sz="1600" dirty="0" err="1"/>
              <a:t>và</a:t>
            </a:r>
            <a:r>
              <a:rPr lang="en-US" sz="1600" dirty="0"/>
              <a:t> </a:t>
            </a:r>
            <a:r>
              <a:rPr lang="en-US" sz="1600" dirty="0" err="1"/>
              <a:t>các</a:t>
            </a:r>
            <a:r>
              <a:rPr lang="en-US" sz="1600" dirty="0"/>
              <a:t> </a:t>
            </a:r>
            <a:r>
              <a:rPr lang="en-US" sz="1600" dirty="0" err="1"/>
              <a:t>cụm</a:t>
            </a:r>
            <a:r>
              <a:rPr lang="en-US" sz="1600" dirty="0"/>
              <a:t> </a:t>
            </a:r>
            <a:r>
              <a:rPr lang="en-US" sz="1600" dirty="0" err="1"/>
              <a:t>địa</a:t>
            </a:r>
            <a:r>
              <a:rPr lang="en-US" sz="1600" dirty="0"/>
              <a:t> </a:t>
            </a:r>
            <a:r>
              <a:rPr lang="en-US" sz="1600" dirty="0" err="1"/>
              <a:t>lý</a:t>
            </a:r>
            <a:r>
              <a:rPr lang="en-US" sz="1600" dirty="0"/>
              <a:t>.</a:t>
            </a:r>
          </a:p>
          <a:p>
            <a:r>
              <a:rPr lang="vi-VN" sz="1600" b="1" dirty="0"/>
              <a:t>Ví dụ:</a:t>
            </a:r>
            <a:r>
              <a:rPr lang="vi-VN" sz="1600" dirty="0"/>
              <a:t> Thể hiện quy mô dân số của người tiêm chích ma túy tại các huyện của Nepal.</a:t>
            </a:r>
            <a:endParaRPr lang="en-US" sz="1600" dirty="0"/>
          </a:p>
        </p:txBody>
      </p:sp>
      <p:pic>
        <p:nvPicPr>
          <p:cNvPr id="6" name="Picture 5">
            <a:extLst>
              <a:ext uri="{FF2B5EF4-FFF2-40B4-BE49-F238E27FC236}">
                <a16:creationId xmlns:a16="http://schemas.microsoft.com/office/drawing/2014/main" id="{D59BD965-423D-E1CF-C0AD-96F36AD54442}"/>
              </a:ext>
            </a:extLst>
          </p:cNvPr>
          <p:cNvPicPr>
            <a:picLocks noChangeAspect="1"/>
          </p:cNvPicPr>
          <p:nvPr/>
        </p:nvPicPr>
        <p:blipFill>
          <a:blip r:embed="rId3"/>
          <a:stretch>
            <a:fillRect/>
          </a:stretch>
        </p:blipFill>
        <p:spPr>
          <a:xfrm>
            <a:off x="4788288" y="1148767"/>
            <a:ext cx="4080000" cy="2403182"/>
          </a:xfrm>
          <a:prstGeom prst="rect">
            <a:avLst/>
          </a:prstGeom>
        </p:spPr>
      </p:pic>
    </p:spTree>
    <p:extLst>
      <p:ext uri="{BB962C8B-B14F-4D97-AF65-F5344CB8AC3E}">
        <p14:creationId xmlns:p14="http://schemas.microsoft.com/office/powerpoint/2010/main" val="39729496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2FC418-1C66-CC0C-FA76-6560152E44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00668B-55DB-09DC-5A67-21EAB290827B}"/>
              </a:ext>
            </a:extLst>
          </p:cNvPr>
          <p:cNvSpPr>
            <a:spLocks noGrp="1"/>
          </p:cNvSpPr>
          <p:nvPr>
            <p:ph type="title"/>
          </p:nvPr>
        </p:nvSpPr>
        <p:spPr/>
        <p:txBody>
          <a:bodyPr/>
          <a:lstStyle/>
          <a:p>
            <a:r>
              <a:rPr lang="en-US" sz="3200" b="1" dirty="0" err="1"/>
              <a:t>Tạo</a:t>
            </a:r>
            <a:r>
              <a:rPr lang="en-US" sz="3200" b="1" dirty="0"/>
              <a:t> </a:t>
            </a:r>
            <a:r>
              <a:rPr lang="en-US" sz="3200" b="1" dirty="0" err="1"/>
              <a:t>biểu</a:t>
            </a:r>
            <a:r>
              <a:rPr lang="en-US" sz="3200" b="1" dirty="0"/>
              <a:t> </a:t>
            </a:r>
            <a:r>
              <a:rPr lang="en-US" sz="3200" b="1" dirty="0" err="1"/>
              <a:t>đồ</a:t>
            </a:r>
            <a:r>
              <a:rPr lang="en-US" sz="3200" b="1" dirty="0"/>
              <a:t> </a:t>
            </a:r>
            <a:r>
              <a:rPr lang="en-US" sz="3200" b="1" dirty="0" err="1"/>
              <a:t>bằng</a:t>
            </a:r>
            <a:r>
              <a:rPr lang="en-US" sz="3200" b="1" dirty="0"/>
              <a:t> R (ggplot2).</a:t>
            </a:r>
          </a:p>
        </p:txBody>
      </p:sp>
    </p:spTree>
    <p:extLst>
      <p:ext uri="{BB962C8B-B14F-4D97-AF65-F5344CB8AC3E}">
        <p14:creationId xmlns:p14="http://schemas.microsoft.com/office/powerpoint/2010/main" val="2235036428"/>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Giới</a:t>
            </a:r>
            <a:r>
              <a:rPr lang="en-US" dirty="0"/>
              <a:t> </a:t>
            </a:r>
            <a:r>
              <a:rPr lang="en-US" dirty="0" err="1"/>
              <a:t>thiệu</a:t>
            </a:r>
            <a:r>
              <a:rPr lang="en-US" dirty="0"/>
              <a:t> </a:t>
            </a:r>
            <a:r>
              <a:rPr lang="en-US" dirty="0" err="1"/>
              <a:t>về</a:t>
            </a:r>
            <a:r>
              <a:rPr lang="en-US" dirty="0"/>
              <a:t> ggplot2.</a:t>
            </a:r>
            <a:br>
              <a:rPr lang="en-US" dirty="0"/>
            </a:br>
            <a:endParaRPr dirty="0"/>
          </a:p>
        </p:txBody>
      </p:sp>
      <p:sp>
        <p:nvSpPr>
          <p:cNvPr id="3" name="Content Placeholder 2"/>
          <p:cNvSpPr>
            <a:spLocks noGrp="1"/>
          </p:cNvSpPr>
          <p:nvPr>
            <p:ph idx="1"/>
          </p:nvPr>
        </p:nvSpPr>
        <p:spPr>
          <a:xfrm>
            <a:off x="471542" y="1177483"/>
            <a:ext cx="8137665" cy="3830696"/>
          </a:xfrm>
        </p:spPr>
        <p:txBody>
          <a:bodyPr/>
          <a:lstStyle/>
          <a:p>
            <a:pPr marL="0" indent="0">
              <a:buNone/>
            </a:pPr>
            <a:r>
              <a:rPr lang="vi-VN" sz="2000" b="1" dirty="0"/>
              <a:t>ggplot2</a:t>
            </a:r>
            <a:r>
              <a:rPr lang="vi-VN" sz="2000" dirty="0"/>
              <a:t> là gói trực quan hóa dữ liệu trong </a:t>
            </a:r>
            <a:r>
              <a:rPr lang="vi-VN" sz="2000" b="1" dirty="0"/>
              <a:t>R</a:t>
            </a:r>
            <a:r>
              <a:rPr lang="vi-VN" sz="2000" dirty="0"/>
              <a:t> được sử dụng phổ biến nhất.</a:t>
            </a:r>
            <a:endParaRPr lang="en-US" sz="2000" dirty="0"/>
          </a:p>
          <a:p>
            <a:pPr marL="0" indent="0">
              <a:buNone/>
            </a:pPr>
            <a:endParaRPr lang="en-US" sz="2000" dirty="0"/>
          </a:p>
          <a:p>
            <a:pPr marL="0" indent="0">
              <a:buNone/>
            </a:pPr>
            <a:r>
              <a:rPr lang="vi-VN" sz="2000" b="1" dirty="0"/>
              <a:t>Ưu điểm:</a:t>
            </a:r>
            <a:endParaRPr lang="vi-VN" sz="2000" dirty="0"/>
          </a:p>
          <a:p>
            <a:r>
              <a:rPr lang="vi-VN" sz="2000" dirty="0"/>
              <a:t>Dựa trên khung Grammar of Graphics</a:t>
            </a:r>
          </a:p>
          <a:p>
            <a:r>
              <a:rPr lang="vi-VN" sz="2000" dirty="0"/>
              <a:t>Hệ thống lớp (layer) linh hoạt</a:t>
            </a:r>
          </a:p>
          <a:p>
            <a:r>
              <a:rPr lang="vi-VN" sz="2000" dirty="0"/>
              <a:t>Tạo biểu đồ chất lượng dùng cho công bố khoa học</a:t>
            </a:r>
          </a:p>
          <a:p>
            <a:r>
              <a:rPr lang="vi-VN" sz="2000" dirty="0"/>
              <a:t>Có cộng đồng người dùng lớn và hỗ trợ mạnh</a:t>
            </a:r>
          </a:p>
          <a:p>
            <a:r>
              <a:rPr lang="vi-VN" sz="2000" b="1" dirty="0"/>
              <a:t>Miễn phí</a:t>
            </a:r>
            <a:endParaRPr lang="vi-VN" sz="2000" dirty="0"/>
          </a:p>
          <a:p>
            <a:endParaRPr sz="2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Cấu trúc cơ bản của ggplot2.</a:t>
            </a:r>
            <a:endParaRPr dirty="0"/>
          </a:p>
        </p:txBody>
      </p:sp>
      <p:sp>
        <p:nvSpPr>
          <p:cNvPr id="3" name="Content Placeholder 2"/>
          <p:cNvSpPr>
            <a:spLocks noGrp="1"/>
          </p:cNvSpPr>
          <p:nvPr>
            <p:ph idx="1"/>
          </p:nvPr>
        </p:nvSpPr>
        <p:spPr>
          <a:xfrm>
            <a:off x="291520" y="1417182"/>
            <a:ext cx="3396698" cy="3280942"/>
          </a:xfrm>
        </p:spPr>
        <p:txBody>
          <a:bodyPr/>
          <a:lstStyle/>
          <a:p>
            <a:pPr marL="0" indent="0">
              <a:buNone/>
            </a:pPr>
            <a:r>
              <a:rPr lang="vi-VN" dirty="0"/>
              <a:t>Một biểu đồ </a:t>
            </a:r>
            <a:r>
              <a:rPr lang="vi-VN" b="1" dirty="0"/>
              <a:t>ggplot</a:t>
            </a:r>
            <a:r>
              <a:rPr lang="vi-VN" dirty="0"/>
              <a:t> được xây dựng bằng các lớp (layers)</a:t>
            </a:r>
            <a:r>
              <a:rPr dirty="0"/>
              <a:t>:</a:t>
            </a:r>
          </a:p>
          <a:p>
            <a:pPr marL="0" indent="0">
              <a:buNone/>
            </a:pPr>
            <a:endParaRPr lang="en-US" dirty="0"/>
          </a:p>
          <a:p>
            <a:pPr marL="0" indent="0">
              <a:buNone/>
            </a:pPr>
            <a:r>
              <a:rPr dirty="0" err="1">
                <a:solidFill>
                  <a:srgbClr val="00B0F0"/>
                </a:solidFill>
              </a:rPr>
              <a:t>ggplot</a:t>
            </a:r>
            <a:r>
              <a:rPr dirty="0">
                <a:solidFill>
                  <a:srgbClr val="00B0F0"/>
                </a:solidFill>
              </a:rPr>
              <a:t>(data, </a:t>
            </a:r>
            <a:r>
              <a:rPr dirty="0" err="1">
                <a:solidFill>
                  <a:srgbClr val="00B0F0"/>
                </a:solidFill>
              </a:rPr>
              <a:t>aes</a:t>
            </a:r>
            <a:r>
              <a:rPr dirty="0">
                <a:solidFill>
                  <a:srgbClr val="00B0F0"/>
                </a:solidFill>
              </a:rPr>
              <a:t>(x, y)) +</a:t>
            </a:r>
          </a:p>
          <a:p>
            <a:pPr marL="0" indent="0">
              <a:buNone/>
            </a:pPr>
            <a:r>
              <a:rPr dirty="0">
                <a:solidFill>
                  <a:srgbClr val="00B0F0"/>
                </a:solidFill>
              </a:rPr>
              <a:t>  </a:t>
            </a:r>
            <a:r>
              <a:rPr dirty="0" err="1">
                <a:solidFill>
                  <a:srgbClr val="00B0F0"/>
                </a:solidFill>
              </a:rPr>
              <a:t>geom</a:t>
            </a:r>
            <a:r>
              <a:rPr dirty="0">
                <a:solidFill>
                  <a:srgbClr val="00B0F0"/>
                </a:solidFill>
              </a:rPr>
              <a:t>_</a:t>
            </a:r>
            <a:r>
              <a:rPr dirty="0">
                <a:solidFill>
                  <a:srgbClr val="FF0000"/>
                </a:solidFill>
              </a:rPr>
              <a:t>*</a:t>
            </a:r>
            <a:r>
              <a:rPr dirty="0">
                <a:solidFill>
                  <a:srgbClr val="00B0F0"/>
                </a:solidFill>
              </a:rPr>
              <a:t>() +</a:t>
            </a:r>
          </a:p>
          <a:p>
            <a:pPr marL="0" indent="0">
              <a:buNone/>
            </a:pPr>
            <a:r>
              <a:rPr lang="en-US" dirty="0">
                <a:solidFill>
                  <a:srgbClr val="00B0F0"/>
                </a:solidFill>
              </a:rPr>
              <a:t> </a:t>
            </a:r>
            <a:r>
              <a:rPr dirty="0">
                <a:solidFill>
                  <a:srgbClr val="00B0F0"/>
                </a:solidFill>
              </a:rPr>
              <a:t>labs() +</a:t>
            </a:r>
          </a:p>
          <a:p>
            <a:pPr marL="0" indent="0">
              <a:buNone/>
            </a:pPr>
            <a:r>
              <a:rPr lang="en-US" dirty="0">
                <a:solidFill>
                  <a:srgbClr val="00B0F0"/>
                </a:solidFill>
              </a:rPr>
              <a:t> </a:t>
            </a:r>
            <a:r>
              <a:rPr dirty="0">
                <a:solidFill>
                  <a:srgbClr val="00B0F0"/>
                </a:solidFill>
              </a:rPr>
              <a:t>theme()</a:t>
            </a:r>
          </a:p>
        </p:txBody>
      </p:sp>
      <p:sp>
        <p:nvSpPr>
          <p:cNvPr id="4" name="TextBox 3">
            <a:extLst>
              <a:ext uri="{FF2B5EF4-FFF2-40B4-BE49-F238E27FC236}">
                <a16:creationId xmlns:a16="http://schemas.microsoft.com/office/drawing/2014/main" id="{5194A68D-99BA-300F-479A-945CD3ADCFA5}"/>
              </a:ext>
            </a:extLst>
          </p:cNvPr>
          <p:cNvSpPr txBox="1"/>
          <p:nvPr/>
        </p:nvSpPr>
        <p:spPr bwMode="auto">
          <a:xfrm>
            <a:off x="3762703" y="2621019"/>
            <a:ext cx="5381297" cy="1969770"/>
          </a:xfrm>
          <a:prstGeom prst="rect">
            <a:avLst/>
          </a:prstGeom>
          <a:noFill/>
          <a:ln w="19050" algn="ctr">
            <a:noFill/>
            <a:miter lim="800000"/>
            <a:headEnd/>
            <a:tailEnd/>
          </a:ln>
        </p:spPr>
        <p:txBody>
          <a:bodyPr wrap="square" lIns="0" tIns="0" rIns="0" bIns="0" rtlCol="0">
            <a:spAutoFit/>
          </a:bodyPr>
          <a:lstStyle/>
          <a:p>
            <a:pPr>
              <a:spcAft>
                <a:spcPts val="600"/>
              </a:spcAft>
            </a:pPr>
            <a:r>
              <a:rPr lang="en-US" b="1" dirty="0"/>
              <a:t>Các </a:t>
            </a:r>
            <a:r>
              <a:rPr lang="en-US" b="1" dirty="0" err="1"/>
              <a:t>thành</a:t>
            </a:r>
            <a:r>
              <a:rPr lang="en-US" b="1" dirty="0"/>
              <a:t> </a:t>
            </a:r>
            <a:r>
              <a:rPr lang="en-US" b="1" dirty="0" err="1"/>
              <a:t>phần</a:t>
            </a:r>
            <a:r>
              <a:rPr lang="en-US" b="1" dirty="0"/>
              <a:t> </a:t>
            </a:r>
            <a:r>
              <a:rPr lang="en-US" b="1" dirty="0" err="1"/>
              <a:t>chính</a:t>
            </a:r>
            <a:r>
              <a:rPr lang="en-US" b="1" dirty="0"/>
              <a:t>:</a:t>
            </a:r>
          </a:p>
          <a:p>
            <a:pPr>
              <a:spcAft>
                <a:spcPts val="600"/>
              </a:spcAft>
            </a:pPr>
            <a:r>
              <a:rPr lang="en-US" dirty="0"/>
              <a:t>data → </a:t>
            </a:r>
            <a:r>
              <a:rPr lang="vi-VN" dirty="0"/>
              <a:t>bộ dữ liệu được sử dụng để tạo biểu đồ.</a:t>
            </a:r>
            <a:endParaRPr lang="en-US" dirty="0"/>
          </a:p>
          <a:p>
            <a:pPr>
              <a:spcAft>
                <a:spcPts val="600"/>
              </a:spcAft>
            </a:pPr>
            <a:r>
              <a:rPr lang="en-US" dirty="0" err="1"/>
              <a:t>aes</a:t>
            </a:r>
            <a:r>
              <a:rPr lang="en-US" dirty="0"/>
              <a:t>() → </a:t>
            </a:r>
            <a:r>
              <a:rPr lang="en-US" dirty="0" err="1"/>
              <a:t>ánh</a:t>
            </a:r>
            <a:r>
              <a:rPr lang="en-US" dirty="0"/>
              <a:t> </a:t>
            </a:r>
            <a:r>
              <a:rPr lang="en-US" dirty="0" err="1"/>
              <a:t>xạ</a:t>
            </a:r>
            <a:r>
              <a:rPr lang="en-US" dirty="0"/>
              <a:t> </a:t>
            </a:r>
            <a:r>
              <a:rPr lang="en-US" dirty="0" err="1"/>
              <a:t>thẩm</a:t>
            </a:r>
            <a:r>
              <a:rPr lang="en-US" dirty="0"/>
              <a:t> </a:t>
            </a:r>
            <a:r>
              <a:rPr lang="en-US" dirty="0" err="1"/>
              <a:t>mỹ</a:t>
            </a:r>
            <a:r>
              <a:rPr lang="en-US" dirty="0"/>
              <a:t> (aesthetic mappings) (x, y, color, size)</a:t>
            </a:r>
          </a:p>
          <a:p>
            <a:pPr>
              <a:spcAft>
                <a:spcPts val="600"/>
              </a:spcAft>
            </a:pPr>
            <a:r>
              <a:rPr lang="en-US" dirty="0" err="1"/>
              <a:t>geom</a:t>
            </a:r>
            <a:r>
              <a:rPr lang="en-US" dirty="0">
                <a:solidFill>
                  <a:srgbClr val="FF0000"/>
                </a:solidFill>
              </a:rPr>
              <a:t>*</a:t>
            </a:r>
            <a:r>
              <a:rPr lang="en-US" dirty="0"/>
              <a:t> → </a:t>
            </a:r>
            <a:r>
              <a:rPr lang="en-US" dirty="0" err="1"/>
              <a:t>loại</a:t>
            </a:r>
            <a:r>
              <a:rPr lang="en-US" dirty="0"/>
              <a:t> </a:t>
            </a:r>
            <a:r>
              <a:rPr lang="en-US" dirty="0" err="1"/>
              <a:t>biểu</a:t>
            </a:r>
            <a:r>
              <a:rPr lang="en-US" dirty="0"/>
              <a:t> </a:t>
            </a:r>
            <a:r>
              <a:rPr lang="en-US" dirty="0" err="1"/>
              <a:t>đồ</a:t>
            </a:r>
            <a:r>
              <a:rPr lang="en-US" dirty="0"/>
              <a:t> (points, lines, bars)</a:t>
            </a:r>
          </a:p>
          <a:p>
            <a:pPr>
              <a:spcAft>
                <a:spcPts val="600"/>
              </a:spcAft>
            </a:pPr>
            <a:r>
              <a:rPr lang="en-US" dirty="0"/>
              <a:t>theme → </a:t>
            </a:r>
            <a:r>
              <a:rPr lang="en-US" dirty="0" err="1"/>
              <a:t>điều</a:t>
            </a:r>
            <a:r>
              <a:rPr lang="en-US" dirty="0"/>
              <a:t> </a:t>
            </a:r>
            <a:r>
              <a:rPr lang="en-US" dirty="0" err="1"/>
              <a:t>khiển</a:t>
            </a:r>
            <a:r>
              <a:rPr lang="en-US" dirty="0"/>
              <a:t> </a:t>
            </a:r>
            <a:r>
              <a:rPr lang="en-US" dirty="0" err="1"/>
              <a:t>hình</a:t>
            </a:r>
            <a:r>
              <a:rPr lang="en-US" dirty="0"/>
              <a:t> </a:t>
            </a:r>
            <a:r>
              <a:rPr lang="en-US" dirty="0" err="1"/>
              <a:t>thức</a:t>
            </a:r>
            <a:r>
              <a:rPr lang="en-US" dirty="0"/>
              <a:t> </a:t>
            </a:r>
            <a:r>
              <a:rPr lang="en-US" dirty="0" err="1"/>
              <a:t>hiển</a:t>
            </a:r>
            <a:r>
              <a:rPr lang="en-US" dirty="0"/>
              <a:t> </a:t>
            </a:r>
            <a:r>
              <a:rPr lang="en-US" dirty="0" err="1"/>
              <a:t>thị</a:t>
            </a:r>
            <a:r>
              <a:rPr lang="en-US" dirty="0"/>
              <a:t> </a:t>
            </a:r>
            <a:r>
              <a:rPr lang="en-US" dirty="0" err="1"/>
              <a:t>của</a:t>
            </a:r>
            <a:r>
              <a:rPr lang="en-US" dirty="0"/>
              <a:t> </a:t>
            </a:r>
            <a:r>
              <a:rPr lang="en-US" dirty="0" err="1"/>
              <a:t>biểu</a:t>
            </a:r>
            <a:r>
              <a:rPr lang="en-US" dirty="0"/>
              <a:t> </a:t>
            </a:r>
            <a:r>
              <a:rPr lang="en-US" dirty="0" err="1"/>
              <a:t>đồ</a:t>
            </a:r>
            <a:r>
              <a:rPr lang="en-US" dirty="0"/>
              <a:t>.</a:t>
            </a:r>
          </a:p>
        </p:txBody>
      </p:sp>
    </p:spTree>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Ví</a:t>
            </a:r>
            <a:r>
              <a:rPr lang="en-US" dirty="0"/>
              <a:t> </a:t>
            </a:r>
            <a:r>
              <a:rPr lang="en-US" dirty="0" err="1"/>
              <a:t>dụ</a:t>
            </a:r>
            <a:r>
              <a:rPr lang="en-US" dirty="0"/>
              <a:t>: </a:t>
            </a:r>
            <a:r>
              <a:rPr lang="en-US" dirty="0" err="1"/>
              <a:t>Biểu</a:t>
            </a:r>
            <a:r>
              <a:rPr lang="en-US" dirty="0"/>
              <a:t> </a:t>
            </a:r>
            <a:r>
              <a:rPr lang="en-US" dirty="0" err="1"/>
              <a:t>đồ</a:t>
            </a:r>
            <a:r>
              <a:rPr lang="en-US" dirty="0"/>
              <a:t> </a:t>
            </a:r>
            <a:r>
              <a:rPr lang="en-US" dirty="0" err="1"/>
              <a:t>phân</a:t>
            </a:r>
            <a:r>
              <a:rPr lang="en-US" dirty="0"/>
              <a:t> </a:t>
            </a:r>
            <a:r>
              <a:rPr lang="en-US" dirty="0" err="1"/>
              <a:t>tán</a:t>
            </a:r>
            <a:r>
              <a:rPr lang="en-US" dirty="0"/>
              <a:t> </a:t>
            </a:r>
            <a:r>
              <a:rPr lang="en-US" dirty="0" err="1"/>
              <a:t>trong</a:t>
            </a:r>
            <a:r>
              <a:rPr lang="en-US" dirty="0"/>
              <a:t> ggplot2.</a:t>
            </a:r>
            <a:endParaRPr dirty="0"/>
          </a:p>
        </p:txBody>
      </p:sp>
      <p:sp>
        <p:nvSpPr>
          <p:cNvPr id="3" name="Content Placeholder 2"/>
          <p:cNvSpPr>
            <a:spLocks noGrp="1"/>
          </p:cNvSpPr>
          <p:nvPr>
            <p:ph idx="1"/>
          </p:nvPr>
        </p:nvSpPr>
        <p:spPr>
          <a:xfrm>
            <a:off x="459685" y="1401417"/>
            <a:ext cx="7849428" cy="2932045"/>
          </a:xfrm>
        </p:spPr>
        <p:txBody>
          <a:bodyPr/>
          <a:lstStyle/>
          <a:p>
            <a:pPr marL="0" indent="0">
              <a:buNone/>
            </a:pPr>
            <a:r>
              <a:rPr lang="en-US" dirty="0">
                <a:solidFill>
                  <a:srgbClr val="00B0F0"/>
                </a:solidFill>
              </a:rPr>
              <a:t>install. packages(“ggplot2”)</a:t>
            </a:r>
          </a:p>
          <a:p>
            <a:pPr marL="0" indent="0">
              <a:buNone/>
            </a:pPr>
            <a:r>
              <a:rPr dirty="0">
                <a:solidFill>
                  <a:srgbClr val="00B0F0"/>
                </a:solidFill>
              </a:rPr>
              <a:t>library(ggplot2)</a:t>
            </a:r>
          </a:p>
          <a:p>
            <a:pPr marL="0" indent="0">
              <a:buNone/>
            </a:pPr>
            <a:endParaRPr dirty="0"/>
          </a:p>
          <a:p>
            <a:pPr marL="0" indent="0">
              <a:buNone/>
            </a:pPr>
            <a:r>
              <a:rPr sz="1600" dirty="0" err="1">
                <a:solidFill>
                  <a:srgbClr val="00B0F0"/>
                </a:solidFill>
              </a:rPr>
              <a:t>ggplot</a:t>
            </a:r>
            <a:r>
              <a:rPr sz="1600" dirty="0">
                <a:solidFill>
                  <a:srgbClr val="00B0F0"/>
                </a:solidFill>
              </a:rPr>
              <a:t>(V, </a:t>
            </a:r>
            <a:r>
              <a:rPr sz="1600" dirty="0" err="1">
                <a:solidFill>
                  <a:srgbClr val="00B0F0"/>
                </a:solidFill>
              </a:rPr>
              <a:t>aes</a:t>
            </a:r>
            <a:r>
              <a:rPr sz="1600" dirty="0">
                <a:solidFill>
                  <a:srgbClr val="00B0F0"/>
                </a:solidFill>
              </a:rPr>
              <a:t>(x = </a:t>
            </a:r>
            <a:r>
              <a:rPr sz="1600" dirty="0" err="1">
                <a:solidFill>
                  <a:srgbClr val="00B0F0"/>
                </a:solidFill>
              </a:rPr>
              <a:t>poverty_rate</a:t>
            </a:r>
            <a:r>
              <a:rPr sz="1600" dirty="0">
                <a:solidFill>
                  <a:srgbClr val="00B0F0"/>
                </a:solidFill>
              </a:rPr>
              <a:t>, y = </a:t>
            </a:r>
            <a:r>
              <a:rPr sz="1600" dirty="0" err="1">
                <a:solidFill>
                  <a:srgbClr val="00B0F0"/>
                </a:solidFill>
              </a:rPr>
              <a:t>tourism_rev_bil_vnd</a:t>
            </a:r>
            <a:r>
              <a:rPr sz="1600" dirty="0">
                <a:solidFill>
                  <a:srgbClr val="00B0F0"/>
                </a:solidFill>
              </a:rPr>
              <a:t>)) +</a:t>
            </a:r>
          </a:p>
          <a:p>
            <a:pPr marL="0" indent="0">
              <a:buNone/>
            </a:pPr>
            <a:r>
              <a:rPr sz="1600" dirty="0">
                <a:solidFill>
                  <a:srgbClr val="00B0F0"/>
                </a:solidFill>
              </a:rPr>
              <a:t>  </a:t>
            </a:r>
            <a:r>
              <a:rPr sz="1600" dirty="0" err="1">
                <a:solidFill>
                  <a:srgbClr val="00B0F0"/>
                </a:solidFill>
              </a:rPr>
              <a:t>geom_point</a:t>
            </a:r>
            <a:r>
              <a:rPr sz="1600" dirty="0">
                <a:solidFill>
                  <a:srgbClr val="00B0F0"/>
                </a:solidFill>
              </a:rPr>
              <a:t>() +</a:t>
            </a:r>
          </a:p>
          <a:p>
            <a:pPr marL="0" indent="0">
              <a:buNone/>
            </a:pPr>
            <a:r>
              <a:rPr sz="1600" dirty="0">
                <a:solidFill>
                  <a:srgbClr val="00B0F0"/>
                </a:solidFill>
              </a:rPr>
              <a:t>  labs(title = </a:t>
            </a:r>
            <a:r>
              <a:rPr lang="en-US" sz="1600" dirty="0">
                <a:solidFill>
                  <a:srgbClr val="00B0F0"/>
                </a:solidFill>
              </a:rPr>
              <a:t>"</a:t>
            </a:r>
            <a:r>
              <a:rPr sz="1600" dirty="0">
                <a:solidFill>
                  <a:srgbClr val="00B0F0"/>
                </a:solidFill>
              </a:rPr>
              <a:t>Tourism Revenue vs Poverty Rate</a:t>
            </a:r>
            <a:r>
              <a:rPr lang="en-US" sz="1600" dirty="0">
                <a:solidFill>
                  <a:srgbClr val="00B0F0"/>
                </a:solidFill>
              </a:rPr>
              <a:t>"</a:t>
            </a:r>
            <a:r>
              <a:rPr sz="1600" dirty="0">
                <a:solidFill>
                  <a:srgbClr val="00B0F0"/>
                </a:solidFill>
              </a:rPr>
              <a:t>)</a:t>
            </a:r>
          </a:p>
        </p:txBody>
      </p:sp>
      <p:pic>
        <p:nvPicPr>
          <p:cNvPr id="4" name="Picture 3">
            <a:extLst>
              <a:ext uri="{FF2B5EF4-FFF2-40B4-BE49-F238E27FC236}">
                <a16:creationId xmlns:a16="http://schemas.microsoft.com/office/drawing/2014/main" id="{43D5509D-05BA-2651-89BA-6D6D6B9F7F10}"/>
              </a:ext>
            </a:extLst>
          </p:cNvPr>
          <p:cNvPicPr>
            <a:picLocks noChangeAspect="1"/>
          </p:cNvPicPr>
          <p:nvPr/>
        </p:nvPicPr>
        <p:blipFill>
          <a:blip r:embed="rId3"/>
          <a:stretch>
            <a:fillRect/>
          </a:stretch>
        </p:blipFill>
        <p:spPr>
          <a:xfrm>
            <a:off x="6557341" y="2034925"/>
            <a:ext cx="2477328" cy="2139511"/>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1544" y="148394"/>
            <a:ext cx="8173580" cy="458587"/>
          </a:xfrm>
        </p:spPr>
        <p:txBody>
          <a:bodyPr/>
          <a:lstStyle/>
          <a:p>
            <a:r>
              <a:rPr lang="vi-VN" sz="3200" dirty="0"/>
              <a:t>Các geom (hình học) thường dùng trong ggplot2</a:t>
            </a:r>
            <a:r>
              <a:rPr lang="en-US" sz="3200" dirty="0"/>
              <a:t> (</a:t>
            </a:r>
            <a:r>
              <a:rPr sz="3200" dirty="0"/>
              <a:t>Common </a:t>
            </a:r>
            <a:r>
              <a:rPr sz="3200" dirty="0" err="1"/>
              <a:t>Geoms</a:t>
            </a:r>
            <a:r>
              <a:rPr sz="3200" dirty="0"/>
              <a:t>)</a:t>
            </a:r>
          </a:p>
        </p:txBody>
      </p:sp>
      <p:sp>
        <p:nvSpPr>
          <p:cNvPr id="3" name="Content Placeholder 2"/>
          <p:cNvSpPr>
            <a:spLocks noGrp="1"/>
          </p:cNvSpPr>
          <p:nvPr>
            <p:ph idx="1"/>
          </p:nvPr>
        </p:nvSpPr>
        <p:spPr>
          <a:xfrm>
            <a:off x="459685" y="924339"/>
            <a:ext cx="4112315" cy="3409123"/>
          </a:xfrm>
        </p:spPr>
        <p:txBody>
          <a:bodyPr/>
          <a:lstStyle/>
          <a:p>
            <a:pPr marL="0" indent="0">
              <a:buNone/>
            </a:pPr>
            <a:endParaRPr lang="en-US" dirty="0">
              <a:solidFill>
                <a:srgbClr val="00B0F0"/>
              </a:solidFill>
            </a:endParaRPr>
          </a:p>
          <a:p>
            <a:pPr marL="0" indent="0">
              <a:buNone/>
            </a:pPr>
            <a:r>
              <a:rPr lang="en-US" dirty="0" err="1">
                <a:solidFill>
                  <a:srgbClr val="00B0F0"/>
                </a:solidFill>
              </a:rPr>
              <a:t>ggplot</a:t>
            </a:r>
            <a:r>
              <a:rPr lang="en-US" dirty="0">
                <a:solidFill>
                  <a:srgbClr val="00B0F0"/>
                </a:solidFill>
              </a:rPr>
              <a:t>(data, </a:t>
            </a:r>
            <a:r>
              <a:rPr lang="en-US" dirty="0" err="1">
                <a:solidFill>
                  <a:srgbClr val="00B0F0"/>
                </a:solidFill>
              </a:rPr>
              <a:t>aes</a:t>
            </a:r>
            <a:r>
              <a:rPr lang="en-US" dirty="0">
                <a:solidFill>
                  <a:srgbClr val="00B0F0"/>
                </a:solidFill>
              </a:rPr>
              <a:t>(x, y)) +</a:t>
            </a:r>
          </a:p>
          <a:p>
            <a:pPr marL="0" indent="0">
              <a:buNone/>
            </a:pPr>
            <a:r>
              <a:rPr lang="en-US" dirty="0">
                <a:solidFill>
                  <a:srgbClr val="00B0F0"/>
                </a:solidFill>
              </a:rPr>
              <a:t>  </a:t>
            </a:r>
            <a:r>
              <a:rPr lang="en-US" dirty="0" err="1">
                <a:solidFill>
                  <a:srgbClr val="00B0F0"/>
                </a:solidFill>
              </a:rPr>
              <a:t>geom</a:t>
            </a:r>
            <a:r>
              <a:rPr lang="en-US" dirty="0">
                <a:solidFill>
                  <a:srgbClr val="00B0F0"/>
                </a:solidFill>
              </a:rPr>
              <a:t>_</a:t>
            </a:r>
            <a:r>
              <a:rPr lang="en-US" dirty="0">
                <a:solidFill>
                  <a:srgbClr val="FF0000"/>
                </a:solidFill>
              </a:rPr>
              <a:t>*</a:t>
            </a:r>
            <a:r>
              <a:rPr lang="en-US" dirty="0">
                <a:solidFill>
                  <a:srgbClr val="00B0F0"/>
                </a:solidFill>
              </a:rPr>
              <a:t>() +</a:t>
            </a:r>
          </a:p>
          <a:p>
            <a:pPr marL="0" indent="0">
              <a:buNone/>
            </a:pPr>
            <a:r>
              <a:rPr lang="en-US" dirty="0">
                <a:solidFill>
                  <a:srgbClr val="00B0F0"/>
                </a:solidFill>
              </a:rPr>
              <a:t> labs() +</a:t>
            </a:r>
          </a:p>
          <a:p>
            <a:pPr marL="0" indent="0">
              <a:buNone/>
            </a:pPr>
            <a:r>
              <a:rPr lang="en-US" dirty="0">
                <a:solidFill>
                  <a:srgbClr val="00B0F0"/>
                </a:solidFill>
              </a:rPr>
              <a:t> theme()</a:t>
            </a:r>
          </a:p>
        </p:txBody>
      </p:sp>
      <p:sp>
        <p:nvSpPr>
          <p:cNvPr id="4" name="Content Placeholder 2">
            <a:extLst>
              <a:ext uri="{FF2B5EF4-FFF2-40B4-BE49-F238E27FC236}">
                <a16:creationId xmlns:a16="http://schemas.microsoft.com/office/drawing/2014/main" id="{E82367EF-653C-1D4D-8DE6-191749F10FF1}"/>
              </a:ext>
            </a:extLst>
          </p:cNvPr>
          <p:cNvSpPr txBox="1">
            <a:spLocks/>
          </p:cNvSpPr>
          <p:nvPr/>
        </p:nvSpPr>
        <p:spPr>
          <a:xfrm>
            <a:off x="3555724" y="1816475"/>
            <a:ext cx="5128591" cy="2721537"/>
          </a:xfrm>
          <a:prstGeom prst="rect">
            <a:avLst/>
          </a:prstGeom>
        </p:spPr>
        <p:txBody>
          <a:bodyPr vert="horz" lIns="91440" tIns="45720" rIns="91440" bIns="45720" rtlCol="0">
            <a:noAutofit/>
          </a:bodyPr>
          <a:lstStyle>
            <a:lvl1pPr marL="233357" indent="-233357" algn="l" defTabSz="640064" rtl="0" eaLnBrk="1" latinLnBrk="0" hangingPunct="1">
              <a:lnSpc>
                <a:spcPct val="100000"/>
              </a:lnSpc>
              <a:spcBef>
                <a:spcPts val="0"/>
              </a:spcBef>
              <a:spcAft>
                <a:spcPts val="600"/>
              </a:spcAft>
              <a:buClr>
                <a:schemeClr val="accent1"/>
              </a:buClr>
              <a:buSzPct val="80000"/>
              <a:buFont typeface="Wingdings" charset="2"/>
              <a:buChar char="§"/>
              <a:tabLst/>
              <a:defRPr lang="en-US" sz="2200" b="0" i="0" kern="1200" dirty="0" smtClean="0">
                <a:solidFill>
                  <a:schemeClr val="tx1"/>
                </a:solidFill>
                <a:latin typeface="Arial" panose="020B0604020202020204" pitchFamily="34" charset="0"/>
                <a:ea typeface="Helvetica Neue" panose="02000503000000020004" pitchFamily="2" charset="0"/>
                <a:cs typeface="Arial" panose="020B0604020202020204" pitchFamily="34" charset="0"/>
              </a:defRPr>
            </a:lvl1pPr>
            <a:lvl2pPr marL="522275" indent="-227007" algn="l" defTabSz="640064" rtl="0" eaLnBrk="1" latinLnBrk="0" hangingPunct="1">
              <a:lnSpc>
                <a:spcPct val="100000"/>
              </a:lnSpc>
              <a:spcBef>
                <a:spcPts val="0"/>
              </a:spcBef>
              <a:spcAft>
                <a:spcPts val="600"/>
              </a:spcAft>
              <a:buClr>
                <a:schemeClr val="tx2"/>
              </a:buClr>
              <a:buSzPct val="100000"/>
              <a:buFont typeface=".AppleSystemUIFont" charset="0"/>
              <a:buChar char="-"/>
              <a:tabLst/>
              <a:defRPr lang="en-US" sz="2000" b="0" i="0" kern="1200" dirty="0" smtClean="0">
                <a:solidFill>
                  <a:schemeClr val="tx1"/>
                </a:solidFill>
                <a:latin typeface="Arial" panose="020B0604020202020204" pitchFamily="34" charset="0"/>
                <a:ea typeface="Helvetica Neue" panose="02000503000000020004" pitchFamily="2" charset="0"/>
                <a:cs typeface="Arial" panose="020B0604020202020204" pitchFamily="34" charset="0"/>
              </a:defRPr>
            </a:lvl2pPr>
            <a:lvl3pPr marL="746106" indent="-166684" algn="l" defTabSz="640064" rtl="0" eaLnBrk="1" latinLnBrk="0" hangingPunct="1">
              <a:lnSpc>
                <a:spcPct val="100000"/>
              </a:lnSpc>
              <a:spcBef>
                <a:spcPts val="0"/>
              </a:spcBef>
              <a:spcAft>
                <a:spcPts val="600"/>
              </a:spcAft>
              <a:buClr>
                <a:schemeClr val="accent1"/>
              </a:buClr>
              <a:buSzPct val="80000"/>
              <a:buFont typeface="Wingdings" charset="2"/>
              <a:buChar char="§"/>
              <a:tabLst/>
              <a:defRPr lang="en-US" sz="1800" b="0" i="0" kern="1200" dirty="0" smtClean="0">
                <a:solidFill>
                  <a:schemeClr val="tx1"/>
                </a:solidFill>
                <a:latin typeface="Arial" panose="020B0604020202020204" pitchFamily="34" charset="0"/>
                <a:ea typeface="Helvetica Neue" panose="02000503000000020004" pitchFamily="2" charset="0"/>
                <a:cs typeface="Arial" panose="020B0604020202020204" pitchFamily="34" charset="0"/>
              </a:defRPr>
            </a:lvl3pPr>
            <a:lvl4pPr marL="979463" indent="-173034" algn="l" defTabSz="640064" rtl="0" eaLnBrk="1" latinLnBrk="0" hangingPunct="1">
              <a:lnSpc>
                <a:spcPct val="100000"/>
              </a:lnSpc>
              <a:spcBef>
                <a:spcPts val="0"/>
              </a:spcBef>
              <a:spcAft>
                <a:spcPts val="600"/>
              </a:spcAft>
              <a:buClr>
                <a:schemeClr val="tx2"/>
              </a:buClr>
              <a:buSzPct val="100000"/>
              <a:buFont typeface=".AppleSystemUIFont" charset="0"/>
              <a:buChar char="-"/>
              <a:tabLst/>
              <a:defRPr lang="en-US" sz="1600" b="0" i="0" kern="1200" dirty="0" smtClean="0">
                <a:solidFill>
                  <a:schemeClr val="tx1"/>
                </a:solidFill>
                <a:latin typeface="Arial" panose="020B0604020202020204" pitchFamily="34" charset="0"/>
                <a:ea typeface="Helvetica Neue" panose="02000503000000020004" pitchFamily="2" charset="0"/>
                <a:cs typeface="Arial" panose="020B0604020202020204" pitchFamily="34" charset="0"/>
              </a:defRPr>
            </a:lvl4pPr>
            <a:lvl5pPr marL="1312830" indent="-227007" algn="l" defTabSz="640064" rtl="0" eaLnBrk="1" latinLnBrk="0" hangingPunct="1">
              <a:lnSpc>
                <a:spcPct val="200000"/>
              </a:lnSpc>
              <a:spcBef>
                <a:spcPts val="0"/>
              </a:spcBef>
              <a:buClr>
                <a:srgbClr val="18A3AC"/>
              </a:buClr>
              <a:buSzPct val="80000"/>
              <a:buFont typeface="Wingdings" charset="2"/>
              <a:buChar char="§"/>
              <a:defRPr lang="en-US" sz="2000" b="0" kern="1200" dirty="0">
                <a:solidFill>
                  <a:schemeClr val="tx1"/>
                </a:solidFill>
                <a:latin typeface="+mj-lt"/>
                <a:ea typeface="+mn-ea"/>
                <a:cs typeface="+mn-cs"/>
              </a:defRPr>
            </a:lvl5pPr>
            <a:lvl6pPr marL="2514537" indent="-228594" algn="l" defTabSz="914378"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726" indent="-228594" algn="l" defTabSz="914378"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915" indent="-228594" algn="l" defTabSz="914378"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103" indent="-228594" algn="l" defTabSz="914378"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err="1"/>
              <a:t>geom_point</a:t>
            </a:r>
            <a:r>
              <a:rPr lang="en-US" dirty="0"/>
              <a:t>() → </a:t>
            </a:r>
            <a:r>
              <a:rPr lang="en-US" dirty="0" err="1"/>
              <a:t>Biểu</a:t>
            </a:r>
            <a:r>
              <a:rPr lang="en-US" dirty="0"/>
              <a:t> </a:t>
            </a:r>
            <a:r>
              <a:rPr lang="en-US" dirty="0" err="1"/>
              <a:t>đồ</a:t>
            </a:r>
            <a:r>
              <a:rPr lang="en-US" dirty="0"/>
              <a:t> </a:t>
            </a:r>
            <a:r>
              <a:rPr lang="en-US" dirty="0" err="1"/>
              <a:t>phân</a:t>
            </a:r>
            <a:r>
              <a:rPr lang="en-US" dirty="0"/>
              <a:t> </a:t>
            </a:r>
            <a:r>
              <a:rPr lang="en-US" dirty="0" err="1"/>
              <a:t>tán</a:t>
            </a:r>
            <a:endParaRPr lang="en-US" dirty="0"/>
          </a:p>
          <a:p>
            <a:r>
              <a:rPr lang="en-US" dirty="0" err="1"/>
              <a:t>geom_line</a:t>
            </a:r>
            <a:r>
              <a:rPr lang="en-US" dirty="0"/>
              <a:t>() → </a:t>
            </a:r>
            <a:r>
              <a:rPr lang="en-US" dirty="0" err="1"/>
              <a:t>biểu</a:t>
            </a:r>
            <a:r>
              <a:rPr lang="en-US" dirty="0"/>
              <a:t> </a:t>
            </a:r>
            <a:r>
              <a:rPr lang="en-US" dirty="0" err="1"/>
              <a:t>đồ</a:t>
            </a:r>
            <a:r>
              <a:rPr lang="en-US" dirty="0"/>
              <a:t> </a:t>
            </a:r>
            <a:r>
              <a:rPr lang="en-US" dirty="0" err="1"/>
              <a:t>dây</a:t>
            </a:r>
            <a:endParaRPr lang="en-US" dirty="0"/>
          </a:p>
          <a:p>
            <a:r>
              <a:rPr lang="en-US" dirty="0" err="1"/>
              <a:t>geom_bar</a:t>
            </a:r>
            <a:r>
              <a:rPr lang="en-US" dirty="0"/>
              <a:t>() → </a:t>
            </a:r>
            <a:r>
              <a:rPr lang="en-US" dirty="0" err="1"/>
              <a:t>biểu</a:t>
            </a:r>
            <a:r>
              <a:rPr lang="en-US" dirty="0"/>
              <a:t> </a:t>
            </a:r>
            <a:r>
              <a:rPr lang="en-US" dirty="0" err="1"/>
              <a:t>đồ</a:t>
            </a:r>
            <a:r>
              <a:rPr lang="en-US" dirty="0"/>
              <a:t> </a:t>
            </a:r>
            <a:r>
              <a:rPr lang="en-US" dirty="0" err="1"/>
              <a:t>cột</a:t>
            </a:r>
            <a:endParaRPr lang="en-US" dirty="0"/>
          </a:p>
          <a:p>
            <a:r>
              <a:rPr lang="en-US" dirty="0" err="1"/>
              <a:t>geom_histogram</a:t>
            </a:r>
            <a:r>
              <a:rPr lang="en-US" dirty="0"/>
              <a:t>() → </a:t>
            </a:r>
            <a:r>
              <a:rPr lang="en-US" dirty="0" err="1"/>
              <a:t>biểu</a:t>
            </a:r>
            <a:r>
              <a:rPr lang="en-US" dirty="0"/>
              <a:t> </a:t>
            </a:r>
            <a:r>
              <a:rPr lang="en-US" dirty="0" err="1"/>
              <a:t>đồ</a:t>
            </a:r>
            <a:r>
              <a:rPr lang="en-US" dirty="0"/>
              <a:t> histogram</a:t>
            </a:r>
          </a:p>
          <a:p>
            <a:r>
              <a:rPr lang="en-US" dirty="0" err="1"/>
              <a:t>geom_boxplot</a:t>
            </a:r>
            <a:r>
              <a:rPr lang="en-US" dirty="0"/>
              <a:t>() → </a:t>
            </a:r>
            <a:r>
              <a:rPr lang="en-US" dirty="0" err="1"/>
              <a:t>biểu</a:t>
            </a:r>
            <a:r>
              <a:rPr lang="en-US" dirty="0"/>
              <a:t> </a:t>
            </a:r>
            <a:r>
              <a:rPr lang="en-US" dirty="0" err="1"/>
              <a:t>đồ</a:t>
            </a:r>
            <a:r>
              <a:rPr lang="en-US" dirty="0"/>
              <a:t> </a:t>
            </a:r>
            <a:r>
              <a:rPr lang="en-US" dirty="0" err="1"/>
              <a:t>hộp</a:t>
            </a:r>
            <a:endParaRPr lang="en-US" dirty="0"/>
          </a:p>
          <a:p>
            <a:r>
              <a:rPr lang="en-US" dirty="0" err="1"/>
              <a:t>geom_sf</a:t>
            </a:r>
            <a:r>
              <a:rPr lang="en-US" dirty="0"/>
              <a:t>() → map</a:t>
            </a:r>
          </a:p>
        </p:txBody>
      </p:sp>
      <p:cxnSp>
        <p:nvCxnSpPr>
          <p:cNvPr id="9" name="Straight Arrow Connector 8">
            <a:extLst>
              <a:ext uri="{FF2B5EF4-FFF2-40B4-BE49-F238E27FC236}">
                <a16:creationId xmlns:a16="http://schemas.microsoft.com/office/drawing/2014/main" id="{0C486551-BC3E-38D3-109C-593F5EAA8B5C}"/>
              </a:ext>
            </a:extLst>
          </p:cNvPr>
          <p:cNvCxnSpPr>
            <a:cxnSpLocks/>
          </p:cNvCxnSpPr>
          <p:nvPr/>
        </p:nvCxnSpPr>
        <p:spPr>
          <a:xfrm>
            <a:off x="1848529" y="2184124"/>
            <a:ext cx="1480930" cy="775252"/>
          </a:xfrm>
          <a:prstGeom prst="straightConnector1">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CCE5F0-316E-2FE7-6444-65DB4E39C7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6FC20B-2CB4-17CC-87C8-02A92AB5F7B5}"/>
              </a:ext>
            </a:extLst>
          </p:cNvPr>
          <p:cNvSpPr>
            <a:spLocks noGrp="1"/>
          </p:cNvSpPr>
          <p:nvPr>
            <p:ph type="title"/>
          </p:nvPr>
        </p:nvSpPr>
        <p:spPr>
          <a:xfrm>
            <a:off x="374758" y="156867"/>
            <a:ext cx="8173580" cy="458587"/>
          </a:xfrm>
        </p:spPr>
        <p:txBody>
          <a:bodyPr/>
          <a:lstStyle/>
          <a:p>
            <a:r>
              <a:rPr lang="vi-VN" sz="3200" dirty="0"/>
              <a:t>Ví dụ: Biểu đồ phân tán được cải thiện trong ggplot2.</a:t>
            </a:r>
            <a:endParaRPr sz="3200" dirty="0"/>
          </a:p>
        </p:txBody>
      </p:sp>
      <p:sp>
        <p:nvSpPr>
          <p:cNvPr id="3" name="Content Placeholder 2">
            <a:extLst>
              <a:ext uri="{FF2B5EF4-FFF2-40B4-BE49-F238E27FC236}">
                <a16:creationId xmlns:a16="http://schemas.microsoft.com/office/drawing/2014/main" id="{B8C0C1FA-690F-AA2E-CAE1-4F1A15AA4E9B}"/>
              </a:ext>
            </a:extLst>
          </p:cNvPr>
          <p:cNvSpPr>
            <a:spLocks noGrp="1"/>
          </p:cNvSpPr>
          <p:nvPr>
            <p:ph idx="1"/>
          </p:nvPr>
        </p:nvSpPr>
        <p:spPr>
          <a:xfrm>
            <a:off x="56358" y="1413657"/>
            <a:ext cx="6927573" cy="2932045"/>
          </a:xfrm>
        </p:spPr>
        <p:txBody>
          <a:bodyPr/>
          <a:lstStyle/>
          <a:p>
            <a:pPr marL="0" indent="0">
              <a:buNone/>
            </a:pPr>
            <a:r>
              <a:rPr lang="en-US" sz="1400" dirty="0" err="1">
                <a:solidFill>
                  <a:srgbClr val="00B0F0"/>
                </a:solidFill>
              </a:rPr>
              <a:t>ggplot</a:t>
            </a:r>
            <a:r>
              <a:rPr lang="en-US" sz="1400" dirty="0">
                <a:solidFill>
                  <a:srgbClr val="00B0F0"/>
                </a:solidFill>
              </a:rPr>
              <a:t>(V, </a:t>
            </a:r>
            <a:r>
              <a:rPr lang="en-US" sz="1400" dirty="0" err="1">
                <a:solidFill>
                  <a:srgbClr val="00B0F0"/>
                </a:solidFill>
              </a:rPr>
              <a:t>aes</a:t>
            </a:r>
            <a:r>
              <a:rPr lang="en-US" sz="1400" dirty="0">
                <a:solidFill>
                  <a:srgbClr val="00B0F0"/>
                </a:solidFill>
              </a:rPr>
              <a:t>(x = </a:t>
            </a:r>
            <a:r>
              <a:rPr lang="en-US" sz="1400" dirty="0" err="1">
                <a:solidFill>
                  <a:srgbClr val="00B0F0"/>
                </a:solidFill>
              </a:rPr>
              <a:t>tỷ</a:t>
            </a:r>
            <a:r>
              <a:rPr lang="en-US" sz="1400" dirty="0">
                <a:solidFill>
                  <a:srgbClr val="00B0F0"/>
                </a:solidFill>
              </a:rPr>
              <a:t> </a:t>
            </a:r>
            <a:r>
              <a:rPr lang="en-US" sz="1400" dirty="0" err="1">
                <a:solidFill>
                  <a:srgbClr val="00B0F0"/>
                </a:solidFill>
              </a:rPr>
              <a:t>lệ</a:t>
            </a:r>
            <a:r>
              <a:rPr lang="en-US" sz="1400" dirty="0">
                <a:solidFill>
                  <a:srgbClr val="00B0F0"/>
                </a:solidFill>
              </a:rPr>
              <a:t> </a:t>
            </a:r>
            <a:r>
              <a:rPr lang="en-US" sz="1400" dirty="0" err="1">
                <a:solidFill>
                  <a:srgbClr val="00B0F0"/>
                </a:solidFill>
              </a:rPr>
              <a:t>nghèo</a:t>
            </a:r>
            <a:r>
              <a:rPr lang="en-US" sz="1400" dirty="0">
                <a:solidFill>
                  <a:srgbClr val="00B0F0"/>
                </a:solidFill>
              </a:rPr>
              <a:t>, y = </a:t>
            </a:r>
            <a:r>
              <a:rPr lang="en-US" sz="1400" dirty="0" err="1">
                <a:solidFill>
                  <a:srgbClr val="00B0F0"/>
                </a:solidFill>
              </a:rPr>
              <a:t>doanh</a:t>
            </a:r>
            <a:r>
              <a:rPr lang="en-US" sz="1400" dirty="0">
                <a:solidFill>
                  <a:srgbClr val="00B0F0"/>
                </a:solidFill>
              </a:rPr>
              <a:t> </a:t>
            </a:r>
            <a:r>
              <a:rPr lang="en-US" sz="1400" dirty="0" err="1">
                <a:solidFill>
                  <a:srgbClr val="00B0F0"/>
                </a:solidFill>
              </a:rPr>
              <a:t>thu</a:t>
            </a:r>
            <a:r>
              <a:rPr lang="en-US" sz="1400" dirty="0">
                <a:solidFill>
                  <a:srgbClr val="00B0F0"/>
                </a:solidFill>
              </a:rPr>
              <a:t> du </a:t>
            </a:r>
            <a:r>
              <a:rPr lang="en-US" sz="1400" dirty="0" err="1">
                <a:solidFill>
                  <a:srgbClr val="00B0F0"/>
                </a:solidFill>
              </a:rPr>
              <a:t>lich_rev_bil_vnd</a:t>
            </a:r>
            <a:r>
              <a:rPr lang="en-US" sz="1400" dirty="0">
                <a:solidFill>
                  <a:srgbClr val="00B0F0"/>
                </a:solidFill>
              </a:rPr>
              <a:t>)) +</a:t>
            </a:r>
          </a:p>
          <a:p>
            <a:pPr marL="0" indent="0">
              <a:buNone/>
            </a:pPr>
            <a:r>
              <a:rPr lang="en-US" sz="1400" dirty="0">
                <a:solidFill>
                  <a:srgbClr val="00B0F0"/>
                </a:solidFill>
              </a:rPr>
              <a:t>  </a:t>
            </a:r>
            <a:r>
              <a:rPr lang="en-US" sz="1400" dirty="0" err="1">
                <a:solidFill>
                  <a:srgbClr val="00B0F0"/>
                </a:solidFill>
              </a:rPr>
              <a:t>geom_point</a:t>
            </a:r>
            <a:r>
              <a:rPr lang="en-US" sz="1400" dirty="0">
                <a:solidFill>
                  <a:srgbClr val="00B0F0"/>
                </a:solidFill>
              </a:rPr>
              <a:t>(color = "</a:t>
            </a:r>
            <a:r>
              <a:rPr lang="en-US" sz="1400" dirty="0" err="1">
                <a:solidFill>
                  <a:srgbClr val="00B0F0"/>
                </a:solidFill>
              </a:rPr>
              <a:t>steelblue</a:t>
            </a:r>
            <a:r>
              <a:rPr lang="en-US" sz="1400" dirty="0">
                <a:solidFill>
                  <a:srgbClr val="00B0F0"/>
                </a:solidFill>
              </a:rPr>
              <a:t>", size = 3, alpha = 0.8) +</a:t>
            </a:r>
          </a:p>
          <a:p>
            <a:pPr marL="0" indent="0">
              <a:buNone/>
            </a:pPr>
            <a:r>
              <a:rPr lang="en-US" sz="1400" dirty="0">
                <a:solidFill>
                  <a:srgbClr val="00B0F0"/>
                </a:solidFill>
              </a:rPr>
              <a:t>  </a:t>
            </a:r>
            <a:r>
              <a:rPr lang="en-US" sz="1400" dirty="0" err="1">
                <a:solidFill>
                  <a:srgbClr val="00B0F0"/>
                </a:solidFill>
              </a:rPr>
              <a:t>geom_smooth</a:t>
            </a:r>
            <a:r>
              <a:rPr lang="en-US" sz="1400" dirty="0">
                <a:solidFill>
                  <a:srgbClr val="00B0F0"/>
                </a:solidFill>
              </a:rPr>
              <a:t>(method = "</a:t>
            </a:r>
            <a:r>
              <a:rPr lang="en-US" sz="1400" dirty="0" err="1">
                <a:solidFill>
                  <a:srgbClr val="00B0F0"/>
                </a:solidFill>
              </a:rPr>
              <a:t>lm</a:t>
            </a:r>
            <a:r>
              <a:rPr lang="en-US" sz="1400" dirty="0">
                <a:solidFill>
                  <a:srgbClr val="00B0F0"/>
                </a:solidFill>
              </a:rPr>
              <a:t>", se = FALSE, color = "red", linewidth = 1) +</a:t>
            </a:r>
          </a:p>
          <a:p>
            <a:pPr marL="0" indent="0">
              <a:buNone/>
            </a:pPr>
            <a:r>
              <a:rPr lang="en-US" sz="1400" dirty="0">
                <a:solidFill>
                  <a:srgbClr val="00B0F0"/>
                </a:solidFill>
              </a:rPr>
              <a:t>  labs(</a:t>
            </a:r>
          </a:p>
          <a:p>
            <a:pPr marL="0" indent="0">
              <a:buNone/>
            </a:pPr>
            <a:r>
              <a:rPr lang="en-US" sz="1400" dirty="0">
                <a:solidFill>
                  <a:srgbClr val="00B0F0"/>
                </a:solidFill>
              </a:rPr>
              <a:t>    title = "Doanh </a:t>
            </a:r>
            <a:r>
              <a:rPr lang="en-US" sz="1400" dirty="0" err="1">
                <a:solidFill>
                  <a:srgbClr val="00B0F0"/>
                </a:solidFill>
              </a:rPr>
              <a:t>thu</a:t>
            </a:r>
            <a:r>
              <a:rPr lang="en-US" sz="1400" dirty="0">
                <a:solidFill>
                  <a:srgbClr val="00B0F0"/>
                </a:solidFill>
              </a:rPr>
              <a:t> du </a:t>
            </a:r>
            <a:r>
              <a:rPr lang="en-US" sz="1400" dirty="0" err="1">
                <a:solidFill>
                  <a:srgbClr val="00B0F0"/>
                </a:solidFill>
              </a:rPr>
              <a:t>lịch</a:t>
            </a:r>
            <a:r>
              <a:rPr lang="en-US" sz="1400" dirty="0">
                <a:solidFill>
                  <a:srgbClr val="00B0F0"/>
                </a:solidFill>
              </a:rPr>
              <a:t> </a:t>
            </a:r>
            <a:r>
              <a:rPr lang="en-US" sz="1400" dirty="0" err="1">
                <a:solidFill>
                  <a:srgbClr val="00B0F0"/>
                </a:solidFill>
              </a:rPr>
              <a:t>và</a:t>
            </a:r>
            <a:r>
              <a:rPr lang="en-US" sz="1400" dirty="0">
                <a:solidFill>
                  <a:srgbClr val="00B0F0"/>
                </a:solidFill>
              </a:rPr>
              <a:t> </a:t>
            </a:r>
            <a:r>
              <a:rPr lang="en-US" sz="1400" dirty="0" err="1">
                <a:solidFill>
                  <a:srgbClr val="00B0F0"/>
                </a:solidFill>
              </a:rPr>
              <a:t>tỷ</a:t>
            </a:r>
            <a:r>
              <a:rPr lang="en-US" sz="1400" dirty="0">
                <a:solidFill>
                  <a:srgbClr val="00B0F0"/>
                </a:solidFill>
              </a:rPr>
              <a:t> </a:t>
            </a:r>
            <a:r>
              <a:rPr lang="en-US" sz="1400" dirty="0" err="1">
                <a:solidFill>
                  <a:srgbClr val="00B0F0"/>
                </a:solidFill>
              </a:rPr>
              <a:t>lệ</a:t>
            </a:r>
            <a:r>
              <a:rPr lang="en-US" sz="1400" dirty="0">
                <a:solidFill>
                  <a:srgbClr val="00B0F0"/>
                </a:solidFill>
              </a:rPr>
              <a:t> </a:t>
            </a:r>
            <a:r>
              <a:rPr lang="en-US" sz="1400" dirty="0" err="1">
                <a:solidFill>
                  <a:srgbClr val="00B0F0"/>
                </a:solidFill>
              </a:rPr>
              <a:t>nghèo</a:t>
            </a:r>
            <a:r>
              <a:rPr lang="en-US" sz="1400" dirty="0">
                <a:solidFill>
                  <a:srgbClr val="00B0F0"/>
                </a:solidFill>
              </a:rPr>
              <a:t> </a:t>
            </a:r>
            <a:r>
              <a:rPr lang="en-US" sz="1400" dirty="0" err="1">
                <a:solidFill>
                  <a:srgbClr val="00B0F0"/>
                </a:solidFill>
              </a:rPr>
              <a:t>theo</a:t>
            </a:r>
            <a:r>
              <a:rPr lang="en-US" sz="1400" dirty="0">
                <a:solidFill>
                  <a:srgbClr val="00B0F0"/>
                </a:solidFill>
              </a:rPr>
              <a:t> </a:t>
            </a:r>
            <a:r>
              <a:rPr lang="en-US" sz="1400" dirty="0" err="1">
                <a:solidFill>
                  <a:srgbClr val="00B0F0"/>
                </a:solidFill>
              </a:rPr>
              <a:t>tỉnh</a:t>
            </a:r>
            <a:r>
              <a:rPr lang="en-US" sz="1400" dirty="0">
                <a:solidFill>
                  <a:srgbClr val="00B0F0"/>
                </a:solidFill>
              </a:rPr>
              <a:t>",</a:t>
            </a:r>
          </a:p>
          <a:p>
            <a:pPr marL="0" indent="0">
              <a:buNone/>
            </a:pPr>
            <a:r>
              <a:rPr lang="en-US" sz="1400" dirty="0">
                <a:solidFill>
                  <a:srgbClr val="00B0F0"/>
                </a:solidFill>
              </a:rPr>
              <a:t>    x = " </a:t>
            </a:r>
            <a:r>
              <a:rPr lang="en-US" sz="1400" dirty="0" err="1">
                <a:solidFill>
                  <a:srgbClr val="00B0F0"/>
                </a:solidFill>
              </a:rPr>
              <a:t>tỷ</a:t>
            </a:r>
            <a:r>
              <a:rPr lang="en-US" sz="1400" dirty="0">
                <a:solidFill>
                  <a:srgbClr val="00B0F0"/>
                </a:solidFill>
              </a:rPr>
              <a:t> </a:t>
            </a:r>
            <a:r>
              <a:rPr lang="en-US" sz="1400" dirty="0" err="1">
                <a:solidFill>
                  <a:srgbClr val="00B0F0"/>
                </a:solidFill>
              </a:rPr>
              <a:t>lệ</a:t>
            </a:r>
            <a:r>
              <a:rPr lang="en-US" sz="1400" dirty="0">
                <a:solidFill>
                  <a:srgbClr val="00B0F0"/>
                </a:solidFill>
              </a:rPr>
              <a:t> </a:t>
            </a:r>
            <a:r>
              <a:rPr lang="en-US" sz="1400" dirty="0" err="1">
                <a:solidFill>
                  <a:srgbClr val="00B0F0"/>
                </a:solidFill>
              </a:rPr>
              <a:t>nghèo</a:t>
            </a:r>
            <a:r>
              <a:rPr lang="en-US" sz="1400" dirty="0">
                <a:solidFill>
                  <a:srgbClr val="00B0F0"/>
                </a:solidFill>
              </a:rPr>
              <a:t> (%)",</a:t>
            </a:r>
          </a:p>
          <a:p>
            <a:pPr marL="0" indent="0">
              <a:buNone/>
            </a:pPr>
            <a:r>
              <a:rPr lang="en-US" sz="1400" dirty="0">
                <a:solidFill>
                  <a:srgbClr val="00B0F0"/>
                </a:solidFill>
              </a:rPr>
              <a:t>    y = " Doanh </a:t>
            </a:r>
            <a:r>
              <a:rPr lang="en-US" sz="1400" dirty="0" err="1">
                <a:solidFill>
                  <a:srgbClr val="00B0F0"/>
                </a:solidFill>
              </a:rPr>
              <a:t>thu</a:t>
            </a:r>
            <a:r>
              <a:rPr lang="en-US" sz="1400" dirty="0">
                <a:solidFill>
                  <a:srgbClr val="00B0F0"/>
                </a:solidFill>
              </a:rPr>
              <a:t> du </a:t>
            </a:r>
            <a:r>
              <a:rPr lang="en-US" sz="1400" dirty="0" err="1">
                <a:solidFill>
                  <a:srgbClr val="00B0F0"/>
                </a:solidFill>
              </a:rPr>
              <a:t>lịch</a:t>
            </a:r>
            <a:r>
              <a:rPr lang="en-US" sz="1400" dirty="0">
                <a:solidFill>
                  <a:srgbClr val="00B0F0"/>
                </a:solidFill>
              </a:rPr>
              <a:t> (Billion VND)"</a:t>
            </a:r>
          </a:p>
          <a:p>
            <a:pPr marL="0" indent="0">
              <a:buNone/>
            </a:pPr>
            <a:r>
              <a:rPr lang="en-US" sz="1400" dirty="0">
                <a:solidFill>
                  <a:srgbClr val="00B0F0"/>
                </a:solidFill>
              </a:rPr>
              <a:t>  ) +   </a:t>
            </a:r>
            <a:r>
              <a:rPr lang="en-US" sz="1400" dirty="0" err="1">
                <a:solidFill>
                  <a:srgbClr val="00B0F0"/>
                </a:solidFill>
              </a:rPr>
              <a:t>theme_minimal</a:t>
            </a:r>
            <a:r>
              <a:rPr lang="en-US" sz="1400" dirty="0">
                <a:solidFill>
                  <a:srgbClr val="00B0F0"/>
                </a:solidFill>
              </a:rPr>
              <a:t>()</a:t>
            </a:r>
            <a:endParaRPr sz="1050" dirty="0">
              <a:solidFill>
                <a:srgbClr val="00B0F0"/>
              </a:solidFill>
            </a:endParaRPr>
          </a:p>
        </p:txBody>
      </p:sp>
      <p:sp>
        <p:nvSpPr>
          <p:cNvPr id="6" name="TextBox 5">
            <a:extLst>
              <a:ext uri="{FF2B5EF4-FFF2-40B4-BE49-F238E27FC236}">
                <a16:creationId xmlns:a16="http://schemas.microsoft.com/office/drawing/2014/main" id="{414894FD-DAB7-1FAE-0EB8-C66B1592CDA8}"/>
              </a:ext>
            </a:extLst>
          </p:cNvPr>
          <p:cNvSpPr txBox="1"/>
          <p:nvPr/>
        </p:nvSpPr>
        <p:spPr bwMode="auto">
          <a:xfrm>
            <a:off x="208229" y="4257765"/>
            <a:ext cx="3965713" cy="461665"/>
          </a:xfrm>
          <a:prstGeom prst="rect">
            <a:avLst/>
          </a:prstGeom>
          <a:noFill/>
          <a:ln w="19050" algn="ctr">
            <a:noFill/>
            <a:miter lim="800000"/>
            <a:headEnd/>
            <a:tailEnd/>
          </a:ln>
        </p:spPr>
        <p:txBody>
          <a:bodyPr wrap="square">
            <a:spAutoFit/>
          </a:bodyPr>
          <a:lstStyle/>
          <a:p>
            <a:r>
              <a:rPr lang="en-US" sz="1200" dirty="0">
                <a:solidFill>
                  <a:srgbClr val="00B050"/>
                </a:solidFill>
              </a:rPr>
              <a:t># </a:t>
            </a:r>
            <a:r>
              <a:rPr lang="vi-VN" sz="1200" dirty="0">
                <a:solidFill>
                  <a:srgbClr val="00B050"/>
                </a:solidFill>
              </a:rPr>
              <a:t>Áp dụng chủ đề đơn giản, gọn gàng (minimal) cho biểu đồ.</a:t>
            </a:r>
            <a:endParaRPr lang="en-US" sz="1200" dirty="0">
              <a:solidFill>
                <a:srgbClr val="00B050"/>
              </a:solidFill>
            </a:endParaRPr>
          </a:p>
        </p:txBody>
      </p:sp>
      <p:sp>
        <p:nvSpPr>
          <p:cNvPr id="8" name="TextBox 7">
            <a:extLst>
              <a:ext uri="{FF2B5EF4-FFF2-40B4-BE49-F238E27FC236}">
                <a16:creationId xmlns:a16="http://schemas.microsoft.com/office/drawing/2014/main" id="{0CC8C9CD-F847-06E6-2C33-2A6B6605C941}"/>
              </a:ext>
            </a:extLst>
          </p:cNvPr>
          <p:cNvSpPr txBox="1"/>
          <p:nvPr/>
        </p:nvSpPr>
        <p:spPr bwMode="auto">
          <a:xfrm>
            <a:off x="5598367" y="1092736"/>
            <a:ext cx="3420684" cy="553998"/>
          </a:xfrm>
          <a:prstGeom prst="rect">
            <a:avLst/>
          </a:prstGeom>
          <a:noFill/>
          <a:ln w="19050" algn="ctr">
            <a:noFill/>
            <a:miter lim="800000"/>
            <a:headEnd/>
            <a:tailEnd/>
          </a:ln>
        </p:spPr>
        <p:txBody>
          <a:bodyPr wrap="square" lIns="0" tIns="0" rIns="0" bIns="0" rtlCol="0">
            <a:spAutoFit/>
          </a:bodyPr>
          <a:lstStyle/>
          <a:p>
            <a:r>
              <a:rPr lang="en-US" sz="1200" dirty="0">
                <a:solidFill>
                  <a:srgbClr val="00B050"/>
                </a:solidFill>
              </a:rPr>
              <a:t># </a:t>
            </a:r>
            <a:r>
              <a:rPr lang="en-US" sz="1200" dirty="0" err="1"/>
              <a:t>Tạo</a:t>
            </a:r>
            <a:r>
              <a:rPr lang="en-US" sz="1200" dirty="0"/>
              <a:t> </a:t>
            </a:r>
            <a:r>
              <a:rPr lang="en-US" sz="1200" dirty="0" err="1"/>
              <a:t>một</a:t>
            </a:r>
            <a:r>
              <a:rPr lang="en-US" sz="1200" dirty="0"/>
              <a:t> </a:t>
            </a:r>
            <a:r>
              <a:rPr lang="en-US" sz="1200" dirty="0" err="1"/>
              <a:t>biểu</a:t>
            </a:r>
            <a:r>
              <a:rPr lang="en-US" sz="1200" dirty="0"/>
              <a:t> </a:t>
            </a:r>
            <a:r>
              <a:rPr lang="en-US" sz="1200" dirty="0" err="1"/>
              <a:t>đồ</a:t>
            </a:r>
            <a:r>
              <a:rPr lang="en-US" sz="1200" dirty="0"/>
              <a:t> </a:t>
            </a:r>
            <a:r>
              <a:rPr lang="en-US" sz="1200" b="1" dirty="0" err="1"/>
              <a:t>ggplot</a:t>
            </a:r>
            <a:r>
              <a:rPr lang="en-US" sz="1200" dirty="0"/>
              <a:t> </a:t>
            </a:r>
            <a:r>
              <a:rPr lang="en-US" sz="1200" dirty="0" err="1"/>
              <a:t>sử</a:t>
            </a:r>
            <a:r>
              <a:rPr lang="en-US" sz="1200" dirty="0"/>
              <a:t> </a:t>
            </a:r>
            <a:r>
              <a:rPr lang="en-US" sz="1200" dirty="0" err="1"/>
              <a:t>dụng</a:t>
            </a:r>
            <a:r>
              <a:rPr lang="en-US" sz="1200" dirty="0"/>
              <a:t> </a:t>
            </a:r>
            <a:r>
              <a:rPr lang="en-US" sz="1200" dirty="0" err="1"/>
              <a:t>bộ</a:t>
            </a:r>
            <a:r>
              <a:rPr lang="en-US" sz="1200" dirty="0"/>
              <a:t> </a:t>
            </a:r>
            <a:r>
              <a:rPr lang="en-US" sz="1200" dirty="0" err="1"/>
              <a:t>dữ</a:t>
            </a:r>
            <a:r>
              <a:rPr lang="en-US" sz="1200" dirty="0"/>
              <a:t> </a:t>
            </a:r>
            <a:r>
              <a:rPr lang="en-US" sz="1200" dirty="0" err="1"/>
              <a:t>liệu</a:t>
            </a:r>
            <a:r>
              <a:rPr lang="en-US" sz="1200" dirty="0"/>
              <a:t> </a:t>
            </a:r>
            <a:r>
              <a:rPr lang="en-US" sz="1200" b="1" dirty="0"/>
              <a:t>V</a:t>
            </a:r>
            <a:r>
              <a:rPr lang="en-US" sz="1200" dirty="0"/>
              <a:t> </a:t>
            </a:r>
            <a:r>
              <a:rPr lang="en-US" sz="1200" dirty="0" err="1"/>
              <a:t>và</a:t>
            </a:r>
            <a:r>
              <a:rPr lang="en-US" sz="1200" dirty="0"/>
              <a:t> </a:t>
            </a:r>
            <a:r>
              <a:rPr lang="en-US" sz="1200" dirty="0" err="1"/>
              <a:t>ánh</a:t>
            </a:r>
            <a:r>
              <a:rPr lang="en-US" sz="1200" dirty="0"/>
              <a:t> </a:t>
            </a:r>
            <a:r>
              <a:rPr lang="en-US" sz="1200" dirty="0" err="1"/>
              <a:t>xạ</a:t>
            </a:r>
            <a:r>
              <a:rPr lang="en-US" sz="1200" dirty="0"/>
              <a:t> </a:t>
            </a:r>
            <a:r>
              <a:rPr lang="en-US" sz="1200" dirty="0" err="1"/>
              <a:t>các</a:t>
            </a:r>
            <a:r>
              <a:rPr lang="en-US" sz="1200" dirty="0"/>
              <a:t> </a:t>
            </a:r>
            <a:r>
              <a:rPr lang="en-US" sz="1200" dirty="0" err="1"/>
              <a:t>biến</a:t>
            </a:r>
            <a:r>
              <a:rPr lang="en-US" sz="1200" dirty="0"/>
              <a:t> </a:t>
            </a:r>
            <a:r>
              <a:rPr lang="en-US" sz="1200" dirty="0" err="1"/>
              <a:t>vào</a:t>
            </a:r>
            <a:r>
              <a:rPr lang="en-US" sz="1200" dirty="0"/>
              <a:t> </a:t>
            </a:r>
            <a:r>
              <a:rPr lang="en-US" sz="1200" dirty="0" err="1"/>
              <a:t>các</a:t>
            </a:r>
            <a:r>
              <a:rPr lang="en-US" sz="1200" dirty="0"/>
              <a:t> </a:t>
            </a:r>
            <a:r>
              <a:rPr lang="en-US" sz="1200" dirty="0" err="1"/>
              <a:t>trục</a:t>
            </a:r>
            <a:r>
              <a:rPr lang="en-US" sz="1200" dirty="0"/>
              <a:t>.</a:t>
            </a:r>
            <a:endParaRPr lang="en-US" sz="1200" dirty="0">
              <a:solidFill>
                <a:srgbClr val="00B050"/>
              </a:solidFill>
            </a:endParaRPr>
          </a:p>
          <a:p>
            <a:endParaRPr lang="en-US" sz="1200" dirty="0" err="1">
              <a:solidFill>
                <a:srgbClr val="00B050"/>
              </a:solidFill>
            </a:endParaRPr>
          </a:p>
        </p:txBody>
      </p:sp>
      <p:sp>
        <p:nvSpPr>
          <p:cNvPr id="9" name="TextBox 8">
            <a:extLst>
              <a:ext uri="{FF2B5EF4-FFF2-40B4-BE49-F238E27FC236}">
                <a16:creationId xmlns:a16="http://schemas.microsoft.com/office/drawing/2014/main" id="{1F5E64A9-2C46-5C0D-754A-355EB6922C13}"/>
              </a:ext>
            </a:extLst>
          </p:cNvPr>
          <p:cNvSpPr txBox="1"/>
          <p:nvPr/>
        </p:nvSpPr>
        <p:spPr bwMode="auto">
          <a:xfrm>
            <a:off x="6102289" y="1655805"/>
            <a:ext cx="2985353" cy="369332"/>
          </a:xfrm>
          <a:prstGeom prst="rect">
            <a:avLst/>
          </a:prstGeom>
          <a:noFill/>
          <a:ln w="19050" algn="ctr">
            <a:noFill/>
            <a:miter lim="800000"/>
            <a:headEnd/>
            <a:tailEnd/>
          </a:ln>
        </p:spPr>
        <p:txBody>
          <a:bodyPr wrap="square" lIns="0" tIns="0" rIns="0" bIns="0" rtlCol="0">
            <a:spAutoFit/>
          </a:bodyPr>
          <a:lstStyle/>
          <a:p>
            <a:r>
              <a:rPr lang="en-US" sz="1200" dirty="0">
                <a:solidFill>
                  <a:srgbClr val="00B050"/>
                </a:solidFill>
              </a:rPr>
              <a:t># </a:t>
            </a:r>
            <a:r>
              <a:rPr lang="en-US" sz="1200" dirty="0" err="1"/>
              <a:t>Thêm</a:t>
            </a:r>
            <a:r>
              <a:rPr lang="en-US" sz="1200" dirty="0"/>
              <a:t> </a:t>
            </a:r>
            <a:r>
              <a:rPr lang="en-US" sz="1200" dirty="0" err="1"/>
              <a:t>các</a:t>
            </a:r>
            <a:r>
              <a:rPr lang="en-US" sz="1200" dirty="0"/>
              <a:t> </a:t>
            </a:r>
            <a:r>
              <a:rPr lang="en-US" sz="1200" dirty="0" err="1"/>
              <a:t>điểm</a:t>
            </a:r>
            <a:r>
              <a:rPr lang="en-US" sz="1200" dirty="0"/>
              <a:t> </a:t>
            </a:r>
            <a:r>
              <a:rPr lang="en-US" sz="1200" dirty="0" err="1"/>
              <a:t>của</a:t>
            </a:r>
            <a:r>
              <a:rPr lang="en-US" sz="1200" dirty="0"/>
              <a:t> </a:t>
            </a:r>
            <a:r>
              <a:rPr lang="en-US" sz="1200" b="1" dirty="0" err="1"/>
              <a:t>biểu</a:t>
            </a:r>
            <a:r>
              <a:rPr lang="en-US" sz="1200" b="1" dirty="0"/>
              <a:t> </a:t>
            </a:r>
            <a:r>
              <a:rPr lang="en-US" sz="1200" b="1" dirty="0" err="1"/>
              <a:t>đồ</a:t>
            </a:r>
            <a:r>
              <a:rPr lang="en-US" sz="1200" b="1" dirty="0"/>
              <a:t> </a:t>
            </a:r>
            <a:r>
              <a:rPr lang="en-US" sz="1200" b="1" dirty="0" err="1"/>
              <a:t>phân</a:t>
            </a:r>
            <a:r>
              <a:rPr lang="en-US" sz="1200" b="1" dirty="0"/>
              <a:t> </a:t>
            </a:r>
            <a:r>
              <a:rPr lang="en-US" sz="1200" b="1" dirty="0" err="1"/>
              <a:t>tán</a:t>
            </a:r>
            <a:r>
              <a:rPr lang="en-US" sz="1200" dirty="0"/>
              <a:t> (</a:t>
            </a:r>
            <a:r>
              <a:rPr lang="en-US" sz="1200" dirty="0" err="1"/>
              <a:t>mỗi</a:t>
            </a:r>
            <a:r>
              <a:rPr lang="en-US" sz="1200" dirty="0"/>
              <a:t> </a:t>
            </a:r>
            <a:r>
              <a:rPr lang="en-US" sz="1200" dirty="0" err="1"/>
              <a:t>điểm</a:t>
            </a:r>
            <a:r>
              <a:rPr lang="en-US" sz="1200" dirty="0"/>
              <a:t> </a:t>
            </a:r>
            <a:r>
              <a:rPr lang="en-US" sz="1200" dirty="0" err="1"/>
              <a:t>đại</a:t>
            </a:r>
            <a:r>
              <a:rPr lang="en-US" sz="1200" dirty="0"/>
              <a:t> </a:t>
            </a:r>
            <a:r>
              <a:rPr lang="en-US" sz="1200" dirty="0" err="1"/>
              <a:t>diện</a:t>
            </a:r>
            <a:r>
              <a:rPr lang="en-US" sz="1200" dirty="0"/>
              <a:t> </a:t>
            </a:r>
            <a:r>
              <a:rPr lang="en-US" sz="1200" dirty="0" err="1"/>
              <a:t>cho</a:t>
            </a:r>
            <a:r>
              <a:rPr lang="en-US" sz="1200" dirty="0"/>
              <a:t> </a:t>
            </a:r>
            <a:r>
              <a:rPr lang="en-US" sz="1200" dirty="0" err="1"/>
              <a:t>một</a:t>
            </a:r>
            <a:r>
              <a:rPr lang="en-US" sz="1200" dirty="0"/>
              <a:t> </a:t>
            </a:r>
            <a:r>
              <a:rPr lang="en-US" sz="1200" dirty="0" err="1"/>
              <a:t>tỉnh</a:t>
            </a:r>
            <a:r>
              <a:rPr lang="en-US" sz="1200" dirty="0"/>
              <a:t>).</a:t>
            </a:r>
            <a:endParaRPr lang="en-US" sz="1200" dirty="0">
              <a:solidFill>
                <a:srgbClr val="00B050"/>
              </a:solidFill>
            </a:endParaRPr>
          </a:p>
        </p:txBody>
      </p:sp>
      <p:sp>
        <p:nvSpPr>
          <p:cNvPr id="10" name="TextBox 9">
            <a:extLst>
              <a:ext uri="{FF2B5EF4-FFF2-40B4-BE49-F238E27FC236}">
                <a16:creationId xmlns:a16="http://schemas.microsoft.com/office/drawing/2014/main" id="{D964C817-9389-F2A6-51AA-44275D960EA1}"/>
              </a:ext>
            </a:extLst>
          </p:cNvPr>
          <p:cNvSpPr txBox="1"/>
          <p:nvPr/>
        </p:nvSpPr>
        <p:spPr bwMode="auto">
          <a:xfrm>
            <a:off x="5495732" y="2523613"/>
            <a:ext cx="3131434" cy="369332"/>
          </a:xfrm>
          <a:prstGeom prst="rect">
            <a:avLst/>
          </a:prstGeom>
          <a:noFill/>
          <a:ln w="19050" algn="ctr">
            <a:noFill/>
            <a:miter lim="800000"/>
            <a:headEnd/>
            <a:tailEnd/>
          </a:ln>
        </p:spPr>
        <p:txBody>
          <a:bodyPr wrap="square" lIns="0" tIns="0" rIns="0" bIns="0" rtlCol="0">
            <a:spAutoFit/>
          </a:bodyPr>
          <a:lstStyle/>
          <a:p>
            <a:r>
              <a:rPr lang="en-US" sz="1200" dirty="0">
                <a:solidFill>
                  <a:srgbClr val="00B050"/>
                </a:solidFill>
              </a:rPr>
              <a:t># </a:t>
            </a:r>
            <a:r>
              <a:rPr lang="vi-VN" sz="1200" dirty="0">
                <a:solidFill>
                  <a:srgbClr val="00B050"/>
                </a:solidFill>
              </a:rPr>
              <a:t>Thêm đường xu hướng hồi quy tuyến tính.</a:t>
            </a:r>
            <a:endParaRPr lang="en-US" sz="1200" dirty="0">
              <a:solidFill>
                <a:srgbClr val="00B050"/>
              </a:solidFill>
            </a:endParaRPr>
          </a:p>
          <a:p>
            <a:r>
              <a:rPr lang="en-US" sz="1200" dirty="0">
                <a:solidFill>
                  <a:srgbClr val="00B050"/>
                </a:solidFill>
              </a:rPr>
              <a:t># se = FALSE </a:t>
            </a:r>
            <a:r>
              <a:rPr lang="en-US" sz="1200" dirty="0" err="1">
                <a:solidFill>
                  <a:srgbClr val="00B050"/>
                </a:solidFill>
              </a:rPr>
              <a:t>loại</a:t>
            </a:r>
            <a:r>
              <a:rPr lang="en-US" sz="1200" dirty="0">
                <a:solidFill>
                  <a:srgbClr val="00B050"/>
                </a:solidFill>
              </a:rPr>
              <a:t> </a:t>
            </a:r>
            <a:r>
              <a:rPr lang="en-US" sz="1200" dirty="0" err="1">
                <a:solidFill>
                  <a:srgbClr val="00B050"/>
                </a:solidFill>
              </a:rPr>
              <a:t>bỏ</a:t>
            </a:r>
            <a:r>
              <a:rPr lang="en-US" sz="1200" dirty="0">
                <a:solidFill>
                  <a:srgbClr val="00B050"/>
                </a:solidFill>
              </a:rPr>
              <a:t> </a:t>
            </a:r>
            <a:r>
              <a:rPr lang="en-US" sz="1200" dirty="0" err="1">
                <a:solidFill>
                  <a:srgbClr val="00B050"/>
                </a:solidFill>
              </a:rPr>
              <a:t>dải</a:t>
            </a:r>
            <a:r>
              <a:rPr lang="en-US" sz="1200" dirty="0">
                <a:solidFill>
                  <a:srgbClr val="00B050"/>
                </a:solidFill>
              </a:rPr>
              <a:t> </a:t>
            </a:r>
            <a:r>
              <a:rPr lang="en-US" sz="1200" dirty="0" err="1">
                <a:solidFill>
                  <a:srgbClr val="00B050"/>
                </a:solidFill>
              </a:rPr>
              <a:t>khoảng</a:t>
            </a:r>
            <a:r>
              <a:rPr lang="en-US" sz="1200" dirty="0">
                <a:solidFill>
                  <a:srgbClr val="00B050"/>
                </a:solidFill>
              </a:rPr>
              <a:t> tin </a:t>
            </a:r>
            <a:r>
              <a:rPr lang="en-US" sz="1200" dirty="0" err="1">
                <a:solidFill>
                  <a:srgbClr val="00B050"/>
                </a:solidFill>
              </a:rPr>
              <a:t>cậy</a:t>
            </a:r>
            <a:r>
              <a:rPr lang="en-US" sz="1200" dirty="0">
                <a:solidFill>
                  <a:srgbClr val="00B050"/>
                </a:solidFill>
              </a:rPr>
              <a:t>.</a:t>
            </a:r>
          </a:p>
        </p:txBody>
      </p:sp>
      <p:cxnSp>
        <p:nvCxnSpPr>
          <p:cNvPr id="12" name="Straight Arrow Connector 11">
            <a:extLst>
              <a:ext uri="{FF2B5EF4-FFF2-40B4-BE49-F238E27FC236}">
                <a16:creationId xmlns:a16="http://schemas.microsoft.com/office/drawing/2014/main" id="{73EBD25B-F5F9-6ADA-03FD-FBE6EEB9A8D0}"/>
              </a:ext>
            </a:extLst>
          </p:cNvPr>
          <p:cNvCxnSpPr>
            <a:cxnSpLocks/>
          </p:cNvCxnSpPr>
          <p:nvPr/>
        </p:nvCxnSpPr>
        <p:spPr>
          <a:xfrm flipV="1">
            <a:off x="4903076" y="1369735"/>
            <a:ext cx="592655" cy="40644"/>
          </a:xfrm>
          <a:prstGeom prst="straightConnector1">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611F15C7-C4F6-454E-C35B-D55A542599A7}"/>
              </a:ext>
            </a:extLst>
          </p:cNvPr>
          <p:cNvCxnSpPr>
            <a:cxnSpLocks/>
          </p:cNvCxnSpPr>
          <p:nvPr/>
        </p:nvCxnSpPr>
        <p:spPr>
          <a:xfrm>
            <a:off x="4766892" y="1844282"/>
            <a:ext cx="1213523" cy="0"/>
          </a:xfrm>
          <a:prstGeom prst="straightConnector1">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E538A970-C8E5-065B-7772-2A26D487AC40}"/>
              </a:ext>
            </a:extLst>
          </p:cNvPr>
          <p:cNvCxnSpPr>
            <a:cxnSpLocks/>
          </p:cNvCxnSpPr>
          <p:nvPr/>
        </p:nvCxnSpPr>
        <p:spPr>
          <a:xfrm>
            <a:off x="5840963" y="2286002"/>
            <a:ext cx="261326" cy="149220"/>
          </a:xfrm>
          <a:prstGeom prst="straightConnector1">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95D39C21-E0C0-0D28-55CB-D2043B5A656D}"/>
              </a:ext>
            </a:extLst>
          </p:cNvPr>
          <p:cNvCxnSpPr>
            <a:cxnSpLocks/>
          </p:cNvCxnSpPr>
          <p:nvPr/>
        </p:nvCxnSpPr>
        <p:spPr>
          <a:xfrm>
            <a:off x="1700230" y="3930856"/>
            <a:ext cx="135736" cy="326909"/>
          </a:xfrm>
          <a:prstGeom prst="straightConnector1">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B835DA29-C578-4E51-4503-C7240808213A}"/>
              </a:ext>
            </a:extLst>
          </p:cNvPr>
          <p:cNvCxnSpPr>
            <a:cxnSpLocks/>
          </p:cNvCxnSpPr>
          <p:nvPr/>
        </p:nvCxnSpPr>
        <p:spPr>
          <a:xfrm>
            <a:off x="854254" y="2444553"/>
            <a:ext cx="981712" cy="0"/>
          </a:xfrm>
          <a:prstGeom prst="straightConnector1">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68E282D8-46B8-54F7-4EA5-F07ED3E0654A}"/>
              </a:ext>
            </a:extLst>
          </p:cNvPr>
          <p:cNvSpPr txBox="1"/>
          <p:nvPr/>
        </p:nvSpPr>
        <p:spPr bwMode="auto">
          <a:xfrm>
            <a:off x="1948159" y="2355981"/>
            <a:ext cx="825547" cy="184666"/>
          </a:xfrm>
          <a:prstGeom prst="rect">
            <a:avLst/>
          </a:prstGeom>
          <a:noFill/>
          <a:ln w="19050" algn="ctr">
            <a:noFill/>
            <a:miter lim="800000"/>
            <a:headEnd/>
            <a:tailEnd/>
          </a:ln>
        </p:spPr>
        <p:txBody>
          <a:bodyPr wrap="none" lIns="0" tIns="0" rIns="0" bIns="0" rtlCol="0">
            <a:spAutoFit/>
          </a:bodyPr>
          <a:lstStyle/>
          <a:p>
            <a:r>
              <a:rPr lang="en-US" sz="1200" dirty="0">
                <a:solidFill>
                  <a:srgbClr val="00B050"/>
                </a:solidFill>
              </a:rPr>
              <a:t># add labels</a:t>
            </a:r>
            <a:endParaRPr lang="en-US" sz="1200" dirty="0"/>
          </a:p>
        </p:txBody>
      </p:sp>
      <p:pic>
        <p:nvPicPr>
          <p:cNvPr id="24" name="Picture 23">
            <a:extLst>
              <a:ext uri="{FF2B5EF4-FFF2-40B4-BE49-F238E27FC236}">
                <a16:creationId xmlns:a16="http://schemas.microsoft.com/office/drawing/2014/main" id="{DA35AF0D-9089-B568-DAB7-EE28CC144A90}"/>
              </a:ext>
            </a:extLst>
          </p:cNvPr>
          <p:cNvPicPr>
            <a:picLocks noChangeAspect="1"/>
          </p:cNvPicPr>
          <p:nvPr/>
        </p:nvPicPr>
        <p:blipFill>
          <a:blip r:embed="rId3"/>
          <a:stretch>
            <a:fillRect/>
          </a:stretch>
        </p:blipFill>
        <p:spPr>
          <a:xfrm>
            <a:off x="6443600" y="3077229"/>
            <a:ext cx="1812004" cy="1579440"/>
          </a:xfrm>
          <a:prstGeom prst="rect">
            <a:avLst/>
          </a:prstGeom>
        </p:spPr>
      </p:pic>
      <p:pic>
        <p:nvPicPr>
          <p:cNvPr id="25" name="Picture 24">
            <a:extLst>
              <a:ext uri="{FF2B5EF4-FFF2-40B4-BE49-F238E27FC236}">
                <a16:creationId xmlns:a16="http://schemas.microsoft.com/office/drawing/2014/main" id="{7C8AB3D2-DD61-F40A-5759-2B202D532E83}"/>
              </a:ext>
            </a:extLst>
          </p:cNvPr>
          <p:cNvPicPr>
            <a:picLocks noChangeAspect="1"/>
          </p:cNvPicPr>
          <p:nvPr/>
        </p:nvPicPr>
        <p:blipFill>
          <a:blip r:embed="rId4"/>
          <a:stretch>
            <a:fillRect/>
          </a:stretch>
        </p:blipFill>
        <p:spPr>
          <a:xfrm>
            <a:off x="3786362" y="3077229"/>
            <a:ext cx="1812005" cy="1564914"/>
          </a:xfrm>
          <a:prstGeom prst="rect">
            <a:avLst/>
          </a:prstGeom>
        </p:spPr>
      </p:pic>
      <p:sp>
        <p:nvSpPr>
          <p:cNvPr id="27" name="Right Arrow 26">
            <a:extLst>
              <a:ext uri="{FF2B5EF4-FFF2-40B4-BE49-F238E27FC236}">
                <a16:creationId xmlns:a16="http://schemas.microsoft.com/office/drawing/2014/main" id="{25DB294C-A1D9-7052-E476-E9EF25D36F47}"/>
              </a:ext>
            </a:extLst>
          </p:cNvPr>
          <p:cNvSpPr/>
          <p:nvPr/>
        </p:nvSpPr>
        <p:spPr bwMode="auto">
          <a:xfrm>
            <a:off x="5702119" y="3391421"/>
            <a:ext cx="556591" cy="745435"/>
          </a:xfrm>
          <a:prstGeom prst="rightArrow">
            <a:avLst/>
          </a:prstGeom>
          <a:solidFill>
            <a:schemeClr val="accent2"/>
          </a:solidFill>
          <a:ln w="19050" algn="ctr">
            <a:noFill/>
            <a:miter lim="800000"/>
            <a:headEnd/>
            <a:tailEnd/>
          </a:ln>
        </p:spPr>
        <p:txBody>
          <a:bodyPr wrap="none" rtlCol="0" anchor="ctr"/>
          <a:lstStyle/>
          <a:p>
            <a:pPr algn="ctr">
              <a:lnSpc>
                <a:spcPct val="90000"/>
              </a:lnSpc>
            </a:pPr>
            <a:endParaRPr lang="en-US" sz="1600" b="1" dirty="0" err="1">
              <a:solidFill>
                <a:schemeClr val="bg1"/>
              </a:solidFill>
              <a:latin typeface="+mj-lt"/>
            </a:endParaRPr>
          </a:p>
        </p:txBody>
      </p:sp>
    </p:spTree>
    <p:extLst>
      <p:ext uri="{BB962C8B-B14F-4D97-AF65-F5344CB8AC3E}">
        <p14:creationId xmlns:p14="http://schemas.microsoft.com/office/powerpoint/2010/main" val="200227451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B32BED-C6BB-6827-AE5B-304371E1FD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AAF4E3-C2A4-3748-38EC-3131719DB434}"/>
              </a:ext>
            </a:extLst>
          </p:cNvPr>
          <p:cNvSpPr>
            <a:spLocks noGrp="1"/>
          </p:cNvSpPr>
          <p:nvPr>
            <p:ph type="title"/>
          </p:nvPr>
        </p:nvSpPr>
        <p:spPr>
          <a:xfrm>
            <a:off x="453585" y="318751"/>
            <a:ext cx="8173580" cy="458587"/>
          </a:xfrm>
        </p:spPr>
        <p:txBody>
          <a:bodyPr/>
          <a:lstStyle/>
          <a:p>
            <a:r>
              <a:rPr lang="vi-VN" sz="2400" dirty="0">
                <a:solidFill>
                  <a:srgbClr val="FF0000"/>
                </a:solidFill>
              </a:rPr>
              <a:t>BÀI TẬP 1 </a:t>
            </a:r>
            <a:r>
              <a:rPr lang="vi-VN" sz="2400" dirty="0"/>
              <a:t>– Sử dụng bộ dữ liệu V, tạo một biểu đồ cột đơn giản thể hiện số lượng tỉnh ở mỗi vùng.</a:t>
            </a:r>
            <a:endParaRPr lang="en-US" sz="2400" dirty="0"/>
          </a:p>
        </p:txBody>
      </p:sp>
      <p:sp>
        <p:nvSpPr>
          <p:cNvPr id="11" name="Content Placeholder 10">
            <a:extLst>
              <a:ext uri="{FF2B5EF4-FFF2-40B4-BE49-F238E27FC236}">
                <a16:creationId xmlns:a16="http://schemas.microsoft.com/office/drawing/2014/main" id="{DB6903DF-DDC8-284C-81E0-318B7C9B5A6C}"/>
              </a:ext>
            </a:extLst>
          </p:cNvPr>
          <p:cNvSpPr>
            <a:spLocks noGrp="1"/>
          </p:cNvSpPr>
          <p:nvPr>
            <p:ph idx="1"/>
          </p:nvPr>
        </p:nvSpPr>
        <p:spPr>
          <a:xfrm>
            <a:off x="3041373" y="1353833"/>
            <a:ext cx="5431047" cy="1779103"/>
          </a:xfrm>
        </p:spPr>
        <p:txBody>
          <a:bodyPr/>
          <a:lstStyle/>
          <a:p>
            <a:pPr marL="0" indent="0">
              <a:buNone/>
            </a:pPr>
            <a:r>
              <a:rPr lang="en-US" sz="1600" dirty="0">
                <a:solidFill>
                  <a:srgbClr val="178CCB"/>
                </a:solidFill>
              </a:rPr>
              <a:t>library(ggplot2)</a:t>
            </a:r>
          </a:p>
          <a:p>
            <a:pPr marL="0" indent="0">
              <a:buNone/>
            </a:pPr>
            <a:r>
              <a:rPr lang="en-US" sz="1600" dirty="0" err="1">
                <a:solidFill>
                  <a:srgbClr val="178CCB"/>
                </a:solidFill>
              </a:rPr>
              <a:t>ggplot</a:t>
            </a:r>
            <a:r>
              <a:rPr lang="en-US" sz="1600" dirty="0">
                <a:solidFill>
                  <a:srgbClr val="178CCB"/>
                </a:solidFill>
              </a:rPr>
              <a:t>(V, </a:t>
            </a:r>
            <a:r>
              <a:rPr lang="en-US" sz="1600" dirty="0" err="1">
                <a:solidFill>
                  <a:srgbClr val="178CCB"/>
                </a:solidFill>
              </a:rPr>
              <a:t>aes</a:t>
            </a:r>
            <a:r>
              <a:rPr lang="en-US" sz="1600" dirty="0">
                <a:solidFill>
                  <a:srgbClr val="178CCB"/>
                </a:solidFill>
              </a:rPr>
              <a:t>(x = region)) +</a:t>
            </a:r>
          </a:p>
          <a:p>
            <a:pPr marL="0" indent="0">
              <a:buNone/>
            </a:pPr>
            <a:r>
              <a:rPr lang="en-US" sz="1600" dirty="0">
                <a:solidFill>
                  <a:srgbClr val="178CCB"/>
                </a:solidFill>
              </a:rPr>
              <a:t>  </a:t>
            </a:r>
            <a:r>
              <a:rPr lang="en-US" sz="1600" dirty="0" err="1">
                <a:solidFill>
                  <a:srgbClr val="178CCB"/>
                </a:solidFill>
              </a:rPr>
              <a:t>geom_bar</a:t>
            </a:r>
            <a:r>
              <a:rPr lang="en-US" sz="1600" dirty="0">
                <a:solidFill>
                  <a:srgbClr val="178CCB"/>
                </a:solidFill>
              </a:rPr>
              <a:t>() +</a:t>
            </a:r>
          </a:p>
          <a:p>
            <a:pPr marL="0" indent="0">
              <a:buNone/>
            </a:pPr>
            <a:r>
              <a:rPr lang="en-US" sz="1600" dirty="0">
                <a:solidFill>
                  <a:srgbClr val="178CCB"/>
                </a:solidFill>
              </a:rPr>
              <a:t>  labs(</a:t>
            </a:r>
          </a:p>
          <a:p>
            <a:pPr marL="0" indent="0">
              <a:buNone/>
            </a:pPr>
            <a:r>
              <a:rPr lang="en-US" sz="1600" dirty="0">
                <a:solidFill>
                  <a:srgbClr val="178CCB"/>
                </a:solidFill>
              </a:rPr>
              <a:t>    title = "Number of Provinces by Region",</a:t>
            </a:r>
          </a:p>
          <a:p>
            <a:pPr marL="0" indent="0">
              <a:buNone/>
            </a:pPr>
            <a:r>
              <a:rPr lang="en-US" sz="1600" dirty="0">
                <a:solidFill>
                  <a:srgbClr val="178CCB"/>
                </a:solidFill>
              </a:rPr>
              <a:t>    x = "Region",</a:t>
            </a:r>
          </a:p>
          <a:p>
            <a:pPr marL="0" indent="0">
              <a:buNone/>
            </a:pPr>
            <a:r>
              <a:rPr lang="en-US" sz="1600" dirty="0">
                <a:solidFill>
                  <a:srgbClr val="178CCB"/>
                </a:solidFill>
              </a:rPr>
              <a:t>    y = "Count"</a:t>
            </a:r>
          </a:p>
          <a:p>
            <a:pPr marL="0" indent="0">
              <a:buNone/>
            </a:pPr>
            <a:r>
              <a:rPr lang="en-US" sz="1600" dirty="0">
                <a:solidFill>
                  <a:srgbClr val="178CCB"/>
                </a:solidFill>
              </a:rPr>
              <a:t>  ) +</a:t>
            </a:r>
          </a:p>
          <a:p>
            <a:pPr marL="0" indent="0">
              <a:buNone/>
            </a:pPr>
            <a:r>
              <a:rPr lang="en-US" sz="1600" dirty="0">
                <a:solidFill>
                  <a:srgbClr val="178CCB"/>
                </a:solidFill>
              </a:rPr>
              <a:t>  </a:t>
            </a:r>
            <a:r>
              <a:rPr lang="en-US" sz="1600" dirty="0" err="1">
                <a:solidFill>
                  <a:srgbClr val="178CCB"/>
                </a:solidFill>
              </a:rPr>
              <a:t>theme_minimal</a:t>
            </a:r>
            <a:r>
              <a:rPr lang="en-US" sz="1600" dirty="0">
                <a:solidFill>
                  <a:srgbClr val="178CCB"/>
                </a:solidFill>
              </a:rPr>
              <a:t>()</a:t>
            </a:r>
          </a:p>
        </p:txBody>
      </p:sp>
      <p:pic>
        <p:nvPicPr>
          <p:cNvPr id="12" name="Picture 11">
            <a:extLst>
              <a:ext uri="{FF2B5EF4-FFF2-40B4-BE49-F238E27FC236}">
                <a16:creationId xmlns:a16="http://schemas.microsoft.com/office/drawing/2014/main" id="{3C365CC0-B526-AB87-8113-E07D72CC32A6}"/>
              </a:ext>
            </a:extLst>
          </p:cNvPr>
          <p:cNvPicPr>
            <a:picLocks noChangeAspect="1"/>
          </p:cNvPicPr>
          <p:nvPr/>
        </p:nvPicPr>
        <p:blipFill>
          <a:blip r:embed="rId3"/>
          <a:stretch>
            <a:fillRect/>
          </a:stretch>
        </p:blipFill>
        <p:spPr>
          <a:xfrm>
            <a:off x="6345756" y="2987762"/>
            <a:ext cx="2523459" cy="1578211"/>
          </a:xfrm>
          <a:prstGeom prst="rect">
            <a:avLst/>
          </a:prstGeom>
        </p:spPr>
      </p:pic>
      <p:pic>
        <p:nvPicPr>
          <p:cNvPr id="13" name="Picture 12">
            <a:extLst>
              <a:ext uri="{FF2B5EF4-FFF2-40B4-BE49-F238E27FC236}">
                <a16:creationId xmlns:a16="http://schemas.microsoft.com/office/drawing/2014/main" id="{E48E7E01-9ECF-F791-E8AC-BF72083455AD}"/>
              </a:ext>
            </a:extLst>
          </p:cNvPr>
          <p:cNvPicPr>
            <a:picLocks noChangeAspect="1"/>
          </p:cNvPicPr>
          <p:nvPr/>
        </p:nvPicPr>
        <p:blipFill>
          <a:blip r:embed="rId4"/>
          <a:stretch>
            <a:fillRect/>
          </a:stretch>
        </p:blipFill>
        <p:spPr>
          <a:xfrm>
            <a:off x="221494" y="1741230"/>
            <a:ext cx="2423084" cy="2493065"/>
          </a:xfrm>
          <a:prstGeom prst="rect">
            <a:avLst/>
          </a:prstGeom>
        </p:spPr>
      </p:pic>
      <p:sp>
        <p:nvSpPr>
          <p:cNvPr id="14" name="TextBox 13">
            <a:extLst>
              <a:ext uri="{FF2B5EF4-FFF2-40B4-BE49-F238E27FC236}">
                <a16:creationId xmlns:a16="http://schemas.microsoft.com/office/drawing/2014/main" id="{A0690E38-8F50-FE4B-D173-A45E3D84C363}"/>
              </a:ext>
            </a:extLst>
          </p:cNvPr>
          <p:cNvSpPr txBox="1"/>
          <p:nvPr/>
        </p:nvSpPr>
        <p:spPr bwMode="auto">
          <a:xfrm>
            <a:off x="1106023" y="4234295"/>
            <a:ext cx="327013" cy="307777"/>
          </a:xfrm>
          <a:prstGeom prst="rect">
            <a:avLst/>
          </a:prstGeom>
          <a:noFill/>
          <a:ln w="19050" algn="ctr">
            <a:noFill/>
            <a:miter lim="800000"/>
            <a:headEnd/>
            <a:tailEnd/>
          </a:ln>
        </p:spPr>
        <p:txBody>
          <a:bodyPr wrap="none" lIns="0" tIns="0" rIns="0" bIns="0" rtlCol="0">
            <a:spAutoFit/>
          </a:bodyPr>
          <a:lstStyle/>
          <a:p>
            <a:r>
              <a:rPr lang="en-US" sz="2000" dirty="0"/>
              <a:t>….</a:t>
            </a:r>
          </a:p>
        </p:txBody>
      </p:sp>
    </p:spTree>
    <p:extLst>
      <p:ext uri="{BB962C8B-B14F-4D97-AF65-F5344CB8AC3E}">
        <p14:creationId xmlns:p14="http://schemas.microsoft.com/office/powerpoint/2010/main" val="30815720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1">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1">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1">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1">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1">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0523" y="103085"/>
            <a:ext cx="8173580" cy="1105605"/>
          </a:xfrm>
        </p:spPr>
        <p:txBody>
          <a:bodyPr/>
          <a:lstStyle/>
          <a:p>
            <a:r>
              <a:rPr lang="vi-VN" sz="2400" dirty="0">
                <a:solidFill>
                  <a:srgbClr val="FF0000"/>
                </a:solidFill>
              </a:rPr>
              <a:t>BÀI TẬP 2 </a:t>
            </a:r>
            <a:r>
              <a:rPr lang="vi-VN" sz="2400" dirty="0"/>
              <a:t>– Sử dụng bộ dữ liệu V, tạo một biểu đồ hộp (boxplot) đơn giản để thể hiện phân bố tỷ lệ nghèo giữa các vùng, hiển thị tỷ lệ nghèo của các tỉnh trong từng vùng.</a:t>
            </a:r>
            <a:endParaRPr sz="2400" dirty="0"/>
          </a:p>
        </p:txBody>
      </p:sp>
      <p:sp>
        <p:nvSpPr>
          <p:cNvPr id="8" name="TextBox 7">
            <a:extLst>
              <a:ext uri="{FF2B5EF4-FFF2-40B4-BE49-F238E27FC236}">
                <a16:creationId xmlns:a16="http://schemas.microsoft.com/office/drawing/2014/main" id="{DB279008-C498-7DCF-3B6B-4BA3563A8B9D}"/>
              </a:ext>
            </a:extLst>
          </p:cNvPr>
          <p:cNvSpPr txBox="1"/>
          <p:nvPr/>
        </p:nvSpPr>
        <p:spPr bwMode="auto">
          <a:xfrm>
            <a:off x="3625339" y="1416326"/>
            <a:ext cx="5329818" cy="2062103"/>
          </a:xfrm>
          <a:prstGeom prst="rect">
            <a:avLst/>
          </a:prstGeom>
          <a:noFill/>
          <a:ln w="19050" algn="ctr">
            <a:noFill/>
            <a:miter lim="800000"/>
            <a:headEnd/>
            <a:tailEnd/>
          </a:ln>
        </p:spPr>
        <p:txBody>
          <a:bodyPr wrap="square">
            <a:spAutoFit/>
          </a:bodyPr>
          <a:lstStyle/>
          <a:p>
            <a:r>
              <a:rPr lang="en-US" sz="1600" dirty="0" err="1">
                <a:solidFill>
                  <a:srgbClr val="178CCB"/>
                </a:solidFill>
              </a:rPr>
              <a:t>ggplot</a:t>
            </a:r>
            <a:r>
              <a:rPr lang="en-US" sz="1600" dirty="0">
                <a:solidFill>
                  <a:srgbClr val="178CCB"/>
                </a:solidFill>
              </a:rPr>
              <a:t>(V, </a:t>
            </a:r>
            <a:r>
              <a:rPr lang="en-US" sz="1600" dirty="0" err="1">
                <a:solidFill>
                  <a:srgbClr val="178CCB"/>
                </a:solidFill>
              </a:rPr>
              <a:t>aes</a:t>
            </a:r>
            <a:r>
              <a:rPr lang="en-US" sz="1600" dirty="0">
                <a:solidFill>
                  <a:srgbClr val="178CCB"/>
                </a:solidFill>
              </a:rPr>
              <a:t>(x = region, y = </a:t>
            </a:r>
            <a:r>
              <a:rPr lang="en-US" sz="1600" dirty="0" err="1">
                <a:solidFill>
                  <a:srgbClr val="178CCB"/>
                </a:solidFill>
              </a:rPr>
              <a:t>poverty_rate</a:t>
            </a:r>
            <a:r>
              <a:rPr lang="en-US" sz="1600" dirty="0">
                <a:solidFill>
                  <a:srgbClr val="178CCB"/>
                </a:solidFill>
              </a:rPr>
              <a:t>)) +</a:t>
            </a:r>
          </a:p>
          <a:p>
            <a:r>
              <a:rPr lang="en-US" sz="1600" dirty="0">
                <a:solidFill>
                  <a:srgbClr val="178CCB"/>
                </a:solidFill>
              </a:rPr>
              <a:t>  </a:t>
            </a:r>
            <a:r>
              <a:rPr lang="en-US" sz="1600" dirty="0" err="1">
                <a:solidFill>
                  <a:srgbClr val="178CCB"/>
                </a:solidFill>
              </a:rPr>
              <a:t>geom_boxplot</a:t>
            </a:r>
            <a:r>
              <a:rPr lang="en-US" sz="1600" dirty="0">
                <a:solidFill>
                  <a:srgbClr val="178CCB"/>
                </a:solidFill>
              </a:rPr>
              <a:t>() +</a:t>
            </a:r>
          </a:p>
          <a:p>
            <a:r>
              <a:rPr lang="en-US" sz="1600" dirty="0">
                <a:solidFill>
                  <a:srgbClr val="178CCB"/>
                </a:solidFill>
              </a:rPr>
              <a:t>  labs(</a:t>
            </a:r>
          </a:p>
          <a:p>
            <a:r>
              <a:rPr lang="en-US" sz="1600" dirty="0">
                <a:solidFill>
                  <a:srgbClr val="178CCB"/>
                </a:solidFill>
              </a:rPr>
              <a:t>    title = "Poverty Rate by Region",</a:t>
            </a:r>
          </a:p>
          <a:p>
            <a:r>
              <a:rPr lang="en-US" sz="1600" dirty="0">
                <a:solidFill>
                  <a:srgbClr val="178CCB"/>
                </a:solidFill>
              </a:rPr>
              <a:t>    x = "Region",</a:t>
            </a:r>
          </a:p>
          <a:p>
            <a:r>
              <a:rPr lang="en-US" sz="1600" dirty="0">
                <a:solidFill>
                  <a:srgbClr val="178CCB"/>
                </a:solidFill>
              </a:rPr>
              <a:t>    y = "Poverty Rate (%)"</a:t>
            </a:r>
          </a:p>
          <a:p>
            <a:r>
              <a:rPr lang="en-US" sz="1600" dirty="0">
                <a:solidFill>
                  <a:srgbClr val="178CCB"/>
                </a:solidFill>
              </a:rPr>
              <a:t>  ) +</a:t>
            </a:r>
          </a:p>
          <a:p>
            <a:r>
              <a:rPr lang="en-US" sz="1600" dirty="0">
                <a:solidFill>
                  <a:srgbClr val="178CCB"/>
                </a:solidFill>
              </a:rPr>
              <a:t>  </a:t>
            </a:r>
            <a:r>
              <a:rPr lang="en-US" sz="1600" dirty="0" err="1">
                <a:solidFill>
                  <a:srgbClr val="178CCB"/>
                </a:solidFill>
              </a:rPr>
              <a:t>theme_minimal</a:t>
            </a:r>
            <a:r>
              <a:rPr lang="en-US" sz="1600" dirty="0">
                <a:solidFill>
                  <a:srgbClr val="178CCB"/>
                </a:solidFill>
              </a:rPr>
              <a:t>()</a:t>
            </a:r>
          </a:p>
        </p:txBody>
      </p:sp>
      <p:pic>
        <p:nvPicPr>
          <p:cNvPr id="10" name="Picture 9">
            <a:extLst>
              <a:ext uri="{FF2B5EF4-FFF2-40B4-BE49-F238E27FC236}">
                <a16:creationId xmlns:a16="http://schemas.microsoft.com/office/drawing/2014/main" id="{E11B9162-BAB4-C591-BC51-78B74F6695D7}"/>
              </a:ext>
            </a:extLst>
          </p:cNvPr>
          <p:cNvPicPr>
            <a:picLocks noChangeAspect="1"/>
          </p:cNvPicPr>
          <p:nvPr/>
        </p:nvPicPr>
        <p:blipFill>
          <a:blip r:embed="rId3"/>
          <a:stretch>
            <a:fillRect/>
          </a:stretch>
        </p:blipFill>
        <p:spPr>
          <a:xfrm>
            <a:off x="265215" y="1495838"/>
            <a:ext cx="3191159" cy="2921828"/>
          </a:xfrm>
          <a:prstGeom prst="rect">
            <a:avLst/>
          </a:prstGeom>
        </p:spPr>
      </p:pic>
      <p:sp>
        <p:nvSpPr>
          <p:cNvPr id="11" name="TextBox 10">
            <a:extLst>
              <a:ext uri="{FF2B5EF4-FFF2-40B4-BE49-F238E27FC236}">
                <a16:creationId xmlns:a16="http://schemas.microsoft.com/office/drawing/2014/main" id="{3B864BA5-4A74-6090-0C73-07D15C433C25}"/>
              </a:ext>
            </a:extLst>
          </p:cNvPr>
          <p:cNvSpPr txBox="1"/>
          <p:nvPr/>
        </p:nvSpPr>
        <p:spPr bwMode="auto">
          <a:xfrm>
            <a:off x="1583101" y="4274051"/>
            <a:ext cx="327013" cy="307777"/>
          </a:xfrm>
          <a:prstGeom prst="rect">
            <a:avLst/>
          </a:prstGeom>
          <a:noFill/>
          <a:ln w="19050" algn="ctr">
            <a:noFill/>
            <a:miter lim="800000"/>
            <a:headEnd/>
            <a:tailEnd/>
          </a:ln>
        </p:spPr>
        <p:txBody>
          <a:bodyPr wrap="none" lIns="0" tIns="0" rIns="0" bIns="0" rtlCol="0">
            <a:spAutoFit/>
          </a:bodyPr>
          <a:lstStyle/>
          <a:p>
            <a:r>
              <a:rPr lang="en-US" sz="2000" dirty="0"/>
              <a:t>….</a:t>
            </a:r>
          </a:p>
        </p:txBody>
      </p:sp>
      <p:pic>
        <p:nvPicPr>
          <p:cNvPr id="12" name="Picture 11">
            <a:extLst>
              <a:ext uri="{FF2B5EF4-FFF2-40B4-BE49-F238E27FC236}">
                <a16:creationId xmlns:a16="http://schemas.microsoft.com/office/drawing/2014/main" id="{2A1A2B08-0FE0-EEA4-9438-E597372C85E1}"/>
              </a:ext>
            </a:extLst>
          </p:cNvPr>
          <p:cNvPicPr>
            <a:picLocks noChangeAspect="1"/>
          </p:cNvPicPr>
          <p:nvPr/>
        </p:nvPicPr>
        <p:blipFill>
          <a:blip r:embed="rId4"/>
          <a:stretch>
            <a:fillRect/>
          </a:stretch>
        </p:blipFill>
        <p:spPr>
          <a:xfrm>
            <a:off x="5991191" y="3012562"/>
            <a:ext cx="2794998" cy="156926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CAEACA-FF94-59EE-A282-6B80948096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804E15-F07C-44DD-5105-1A31626A3B00}"/>
              </a:ext>
            </a:extLst>
          </p:cNvPr>
          <p:cNvSpPr>
            <a:spLocks noGrp="1"/>
          </p:cNvSpPr>
          <p:nvPr>
            <p:ph type="title"/>
          </p:nvPr>
        </p:nvSpPr>
        <p:spPr>
          <a:xfrm>
            <a:off x="279918" y="1919440"/>
            <a:ext cx="6609079" cy="1107896"/>
          </a:xfrm>
        </p:spPr>
        <p:txBody>
          <a:bodyPr/>
          <a:lstStyle/>
          <a:p>
            <a:r>
              <a:rPr lang="en-US" sz="2400" b="1" dirty="0" err="1"/>
              <a:t>Xây</a:t>
            </a:r>
            <a:r>
              <a:rPr lang="en-US" sz="2400" b="1" dirty="0"/>
              <a:t> </a:t>
            </a:r>
            <a:r>
              <a:rPr lang="en-US" sz="2400" b="1" dirty="0" err="1"/>
              <a:t>dựng</a:t>
            </a:r>
            <a:r>
              <a:rPr lang="en-US" sz="2400" b="1" dirty="0"/>
              <a:t> </a:t>
            </a:r>
            <a:r>
              <a:rPr lang="en-US" sz="2400" b="1" dirty="0" err="1"/>
              <a:t>bản</a:t>
            </a:r>
            <a:r>
              <a:rPr lang="en-US" sz="2400" b="1" dirty="0"/>
              <a:t> </a:t>
            </a:r>
            <a:r>
              <a:rPr lang="en-US" sz="2400" b="1" dirty="0" err="1"/>
              <a:t>đồ</a:t>
            </a:r>
            <a:r>
              <a:rPr lang="en-US" sz="2400" b="1" dirty="0"/>
              <a:t> </a:t>
            </a:r>
            <a:r>
              <a:rPr lang="en-US" sz="2400" b="1" dirty="0" err="1"/>
              <a:t>và</a:t>
            </a:r>
            <a:r>
              <a:rPr lang="en-US" sz="2400" b="1" dirty="0"/>
              <a:t> </a:t>
            </a:r>
            <a:r>
              <a:rPr lang="en-US" sz="2400" b="1" dirty="0" err="1"/>
              <a:t>quy</a:t>
            </a:r>
            <a:r>
              <a:rPr lang="en-US" sz="2400" b="1" dirty="0"/>
              <a:t> </a:t>
            </a:r>
            <a:r>
              <a:rPr lang="en-US" sz="2400" b="1" dirty="0" err="1"/>
              <a:t>trình</a:t>
            </a:r>
            <a:r>
              <a:rPr lang="en-US" sz="2400" b="1" dirty="0"/>
              <a:t> </a:t>
            </a:r>
            <a:r>
              <a:rPr lang="en-US" sz="2400" b="1" dirty="0" err="1"/>
              <a:t>làm</a:t>
            </a:r>
            <a:r>
              <a:rPr lang="en-US" sz="2400" b="1" dirty="0"/>
              <a:t> </a:t>
            </a:r>
            <a:r>
              <a:rPr lang="en-US" sz="2400" b="1" dirty="0" err="1"/>
              <a:t>việc</a:t>
            </a:r>
            <a:r>
              <a:rPr lang="en-US" sz="2400" b="1" dirty="0"/>
              <a:t> </a:t>
            </a:r>
            <a:r>
              <a:rPr lang="en-US" sz="2400" b="1" dirty="0" err="1"/>
              <a:t>có</a:t>
            </a:r>
            <a:r>
              <a:rPr lang="en-US" sz="2400" b="1" dirty="0"/>
              <a:t> </a:t>
            </a:r>
            <a:r>
              <a:rPr lang="en-US" sz="2400" b="1" dirty="0" err="1"/>
              <a:t>thể</a:t>
            </a:r>
            <a:r>
              <a:rPr lang="en-US" sz="2400" b="1" dirty="0"/>
              <a:t> </a:t>
            </a:r>
            <a:r>
              <a:rPr lang="en-US" sz="2400" b="1" dirty="0" err="1"/>
              <a:t>tái</a:t>
            </a:r>
            <a:r>
              <a:rPr lang="en-US" sz="2400" b="1" dirty="0"/>
              <a:t> </a:t>
            </a:r>
            <a:r>
              <a:rPr lang="en-US" sz="2400" b="1" dirty="0" err="1"/>
              <a:t>lập</a:t>
            </a:r>
            <a:r>
              <a:rPr lang="en-US" sz="2400" b="1" dirty="0"/>
              <a:t> </a:t>
            </a:r>
            <a:r>
              <a:rPr lang="en-US" sz="2400" b="1" dirty="0" err="1"/>
              <a:t>trong</a:t>
            </a:r>
            <a:r>
              <a:rPr lang="en-US" sz="2400" b="1" dirty="0"/>
              <a:t> R</a:t>
            </a:r>
            <a:r>
              <a:rPr lang="en-US" sz="2400" dirty="0"/>
              <a:t>.</a:t>
            </a:r>
            <a:endParaRPr lang="en-US" sz="2400" b="1" dirty="0"/>
          </a:p>
        </p:txBody>
      </p:sp>
    </p:spTree>
    <p:extLst>
      <p:ext uri="{BB962C8B-B14F-4D97-AF65-F5344CB8AC3E}">
        <p14:creationId xmlns:p14="http://schemas.microsoft.com/office/powerpoint/2010/main" val="1333655343"/>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1727" y="178808"/>
            <a:ext cx="8173580" cy="458587"/>
          </a:xfrm>
        </p:spPr>
        <p:txBody>
          <a:bodyPr/>
          <a:lstStyle/>
          <a:p>
            <a:r>
              <a:rPr lang="en-US" dirty="0" err="1"/>
              <a:t>Tại</a:t>
            </a:r>
            <a:r>
              <a:rPr lang="en-US" dirty="0"/>
              <a:t> </a:t>
            </a:r>
            <a:r>
              <a:rPr lang="en-US" dirty="0" err="1"/>
              <a:t>sao</a:t>
            </a:r>
            <a:r>
              <a:rPr lang="en-US" dirty="0"/>
              <a:t> </a:t>
            </a:r>
            <a:r>
              <a:rPr lang="en-US" dirty="0" err="1"/>
              <a:t>trực</a:t>
            </a:r>
            <a:r>
              <a:rPr lang="en-US" dirty="0"/>
              <a:t> </a:t>
            </a:r>
            <a:r>
              <a:rPr lang="en-US" dirty="0" err="1"/>
              <a:t>quan</a:t>
            </a:r>
            <a:r>
              <a:rPr lang="en-US" dirty="0"/>
              <a:t> </a:t>
            </a:r>
            <a:r>
              <a:rPr lang="en-US" dirty="0" err="1"/>
              <a:t>hóa</a:t>
            </a:r>
            <a:r>
              <a:rPr lang="en-US" dirty="0"/>
              <a:t> </a:t>
            </a:r>
            <a:r>
              <a:rPr lang="en-US" dirty="0" err="1"/>
              <a:t>không</a:t>
            </a:r>
            <a:r>
              <a:rPr lang="en-US" dirty="0"/>
              <a:t> </a:t>
            </a:r>
            <a:r>
              <a:rPr lang="en-US" dirty="0" err="1"/>
              <a:t>gian</a:t>
            </a:r>
            <a:r>
              <a:rPr lang="en-US" dirty="0"/>
              <a:t> </a:t>
            </a:r>
            <a:r>
              <a:rPr lang="en-US" dirty="0" err="1"/>
              <a:t>lại</a:t>
            </a:r>
            <a:r>
              <a:rPr lang="en-US" dirty="0"/>
              <a:t> </a:t>
            </a:r>
            <a:r>
              <a:rPr lang="en-US" dirty="0" err="1"/>
              <a:t>quan</a:t>
            </a:r>
            <a:r>
              <a:rPr lang="en-US" dirty="0"/>
              <a:t> </a:t>
            </a:r>
            <a:r>
              <a:rPr lang="en-US" dirty="0" err="1"/>
              <a:t>trọng</a:t>
            </a:r>
            <a:endParaRPr dirty="0"/>
          </a:p>
        </p:txBody>
      </p:sp>
      <p:sp>
        <p:nvSpPr>
          <p:cNvPr id="3" name="Content Placeholder 2"/>
          <p:cNvSpPr>
            <a:spLocks noGrp="1"/>
          </p:cNvSpPr>
          <p:nvPr>
            <p:ph idx="1"/>
          </p:nvPr>
        </p:nvSpPr>
        <p:spPr>
          <a:xfrm>
            <a:off x="249478" y="1511776"/>
            <a:ext cx="4800743" cy="2932045"/>
          </a:xfrm>
        </p:spPr>
        <p:txBody>
          <a:bodyPr/>
          <a:lstStyle/>
          <a:p>
            <a:pPr marL="0" indent="0">
              <a:buNone/>
            </a:pPr>
            <a:r>
              <a:rPr lang="en-US" dirty="0" err="1"/>
              <a:t>Bản</a:t>
            </a:r>
            <a:r>
              <a:rPr lang="en-US" dirty="0"/>
              <a:t> </a:t>
            </a:r>
            <a:r>
              <a:rPr lang="en-US" dirty="0" err="1"/>
              <a:t>đồ</a:t>
            </a:r>
            <a:r>
              <a:rPr lang="en-US" dirty="0"/>
              <a:t> </a:t>
            </a:r>
            <a:r>
              <a:rPr lang="en-US" dirty="0" err="1"/>
              <a:t>giúp</a:t>
            </a:r>
            <a:r>
              <a:rPr lang="en-US" dirty="0"/>
              <a:t> </a:t>
            </a:r>
            <a:r>
              <a:rPr lang="en-US" dirty="0" err="1"/>
              <a:t>làm</a:t>
            </a:r>
            <a:r>
              <a:rPr lang="en-US" dirty="0"/>
              <a:t> </a:t>
            </a:r>
            <a:r>
              <a:rPr lang="en-US" dirty="0" err="1"/>
              <a:t>rõ</a:t>
            </a:r>
            <a:r>
              <a:rPr dirty="0"/>
              <a:t>:</a:t>
            </a:r>
          </a:p>
          <a:p>
            <a:r>
              <a:rPr lang="en-US" dirty="0" err="1"/>
              <a:t>Sự</a:t>
            </a:r>
            <a:r>
              <a:rPr lang="en-US" dirty="0"/>
              <a:t> </a:t>
            </a:r>
            <a:r>
              <a:rPr lang="en-US" dirty="0" err="1"/>
              <a:t>chênh</a:t>
            </a:r>
            <a:r>
              <a:rPr lang="en-US" dirty="0"/>
              <a:t> </a:t>
            </a:r>
            <a:r>
              <a:rPr lang="en-US" dirty="0" err="1"/>
              <a:t>lệch</a:t>
            </a:r>
            <a:r>
              <a:rPr lang="en-US" dirty="0"/>
              <a:t> </a:t>
            </a:r>
            <a:r>
              <a:rPr lang="en-US" dirty="0" err="1"/>
              <a:t>giữa</a:t>
            </a:r>
            <a:r>
              <a:rPr lang="en-US" dirty="0"/>
              <a:t> </a:t>
            </a:r>
            <a:r>
              <a:rPr lang="en-US" dirty="0" err="1"/>
              <a:t>các</a:t>
            </a:r>
            <a:r>
              <a:rPr lang="en-US" dirty="0"/>
              <a:t> </a:t>
            </a:r>
            <a:r>
              <a:rPr lang="en-US" dirty="0" err="1"/>
              <a:t>khu</a:t>
            </a:r>
            <a:r>
              <a:rPr lang="en-US" dirty="0"/>
              <a:t> </a:t>
            </a:r>
            <a:r>
              <a:rPr lang="en-US" dirty="0" err="1"/>
              <a:t>vực</a:t>
            </a:r>
            <a:r>
              <a:rPr lang="en-US" dirty="0"/>
              <a:t> </a:t>
            </a:r>
            <a:r>
              <a:rPr lang="en-US" dirty="0" err="1"/>
              <a:t>địa</a:t>
            </a:r>
            <a:r>
              <a:rPr lang="en-US" dirty="0"/>
              <a:t> </a:t>
            </a:r>
            <a:r>
              <a:rPr lang="en-US" dirty="0" err="1"/>
              <a:t>lý</a:t>
            </a:r>
            <a:endParaRPr lang="en-US" dirty="0"/>
          </a:p>
          <a:p>
            <a:r>
              <a:rPr lang="en-US" dirty="0"/>
              <a:t>Các </a:t>
            </a:r>
            <a:r>
              <a:rPr lang="en-US" dirty="0" err="1"/>
              <a:t>điểm</a:t>
            </a:r>
            <a:r>
              <a:rPr lang="en-US" dirty="0"/>
              <a:t> </a:t>
            </a:r>
            <a:r>
              <a:rPr lang="en-US" dirty="0" err="1"/>
              <a:t>nóng</a:t>
            </a:r>
            <a:r>
              <a:rPr lang="en-US" dirty="0"/>
              <a:t> </a:t>
            </a:r>
            <a:r>
              <a:rPr lang="en-US" dirty="0" err="1"/>
              <a:t>về</a:t>
            </a:r>
            <a:r>
              <a:rPr lang="en-US" dirty="0"/>
              <a:t> </a:t>
            </a:r>
            <a:r>
              <a:rPr lang="en-US" dirty="0" err="1"/>
              <a:t>bệnh</a:t>
            </a:r>
            <a:r>
              <a:rPr lang="en-US" dirty="0"/>
              <a:t> </a:t>
            </a:r>
            <a:r>
              <a:rPr lang="en-US" dirty="0" err="1"/>
              <a:t>tật</a:t>
            </a:r>
            <a:endParaRPr dirty="0"/>
          </a:p>
          <a:p>
            <a:r>
              <a:rPr lang="en-US" dirty="0" err="1"/>
              <a:t>Những</a:t>
            </a:r>
            <a:r>
              <a:rPr lang="en-US" dirty="0"/>
              <a:t> </a:t>
            </a:r>
            <a:r>
              <a:rPr lang="en-US" dirty="0" err="1"/>
              <a:t>khoảng</a:t>
            </a:r>
            <a:r>
              <a:rPr lang="en-US" dirty="0"/>
              <a:t> </a:t>
            </a:r>
            <a:r>
              <a:rPr lang="en-US" dirty="0" err="1"/>
              <a:t>trống</a:t>
            </a:r>
            <a:r>
              <a:rPr lang="en-US" dirty="0"/>
              <a:t> </a:t>
            </a:r>
            <a:r>
              <a:rPr lang="en-US" dirty="0" err="1"/>
              <a:t>trong</a:t>
            </a:r>
            <a:r>
              <a:rPr lang="en-US" dirty="0"/>
              <a:t> </a:t>
            </a:r>
            <a:r>
              <a:rPr lang="en-US" dirty="0" err="1"/>
              <a:t>tiếp</a:t>
            </a:r>
            <a:r>
              <a:rPr lang="en-US" dirty="0"/>
              <a:t> </a:t>
            </a:r>
            <a:r>
              <a:rPr lang="en-US" dirty="0" err="1"/>
              <a:t>cận</a:t>
            </a:r>
            <a:r>
              <a:rPr lang="en-US" dirty="0"/>
              <a:t> </a:t>
            </a:r>
            <a:r>
              <a:rPr lang="en-US" dirty="0" err="1"/>
              <a:t>dịch</a:t>
            </a:r>
            <a:r>
              <a:rPr lang="en-US" dirty="0"/>
              <a:t> </a:t>
            </a:r>
            <a:r>
              <a:rPr lang="en-US" dirty="0" err="1"/>
              <a:t>vụ</a:t>
            </a:r>
            <a:endParaRPr lang="en-US" dirty="0"/>
          </a:p>
          <a:p>
            <a:r>
              <a:rPr lang="en-US" dirty="0"/>
              <a:t>Nhu </a:t>
            </a:r>
            <a:r>
              <a:rPr lang="en-US" dirty="0" err="1"/>
              <a:t>cầu</a:t>
            </a:r>
            <a:r>
              <a:rPr lang="en-US" dirty="0"/>
              <a:t> </a:t>
            </a:r>
            <a:r>
              <a:rPr lang="en-US" dirty="0" err="1"/>
              <a:t>phân</a:t>
            </a:r>
            <a:r>
              <a:rPr lang="en-US" dirty="0"/>
              <a:t> </a:t>
            </a:r>
            <a:r>
              <a:rPr lang="en-US" dirty="0" err="1"/>
              <a:t>bổ</a:t>
            </a:r>
            <a:r>
              <a:rPr lang="en-US" dirty="0"/>
              <a:t> </a:t>
            </a:r>
            <a:r>
              <a:rPr lang="en-US" dirty="0" err="1"/>
              <a:t>nguồn</a:t>
            </a:r>
            <a:r>
              <a:rPr lang="en-US" dirty="0"/>
              <a:t> </a:t>
            </a:r>
            <a:r>
              <a:rPr lang="en-US" dirty="0" err="1"/>
              <a:t>lực</a:t>
            </a:r>
            <a:endParaRPr dirty="0"/>
          </a:p>
        </p:txBody>
      </p:sp>
      <p:pic>
        <p:nvPicPr>
          <p:cNvPr id="4" name="Picture 3">
            <a:extLst>
              <a:ext uri="{FF2B5EF4-FFF2-40B4-BE49-F238E27FC236}">
                <a16:creationId xmlns:a16="http://schemas.microsoft.com/office/drawing/2014/main" id="{D1F3153C-3E0E-44DF-A7CC-D494E99B807B}"/>
              </a:ext>
            </a:extLst>
          </p:cNvPr>
          <p:cNvPicPr>
            <a:picLocks noChangeAspect="1"/>
          </p:cNvPicPr>
          <p:nvPr/>
        </p:nvPicPr>
        <p:blipFill>
          <a:blip r:embed="rId3"/>
          <a:stretch>
            <a:fillRect/>
          </a:stretch>
        </p:blipFill>
        <p:spPr>
          <a:xfrm>
            <a:off x="4945118" y="2102923"/>
            <a:ext cx="4080000" cy="2403182"/>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5210" y="113800"/>
            <a:ext cx="8173580" cy="458587"/>
          </a:xfrm>
        </p:spPr>
        <p:txBody>
          <a:bodyPr/>
          <a:lstStyle/>
          <a:p>
            <a:r>
              <a:rPr lang="en-US" dirty="0" err="1"/>
              <a:t>Tại</a:t>
            </a:r>
            <a:r>
              <a:rPr lang="en-US" dirty="0"/>
              <a:t> </a:t>
            </a:r>
            <a:r>
              <a:rPr lang="en-US" dirty="0" err="1"/>
              <a:t>sao</a:t>
            </a:r>
            <a:r>
              <a:rPr lang="en-US" dirty="0"/>
              <a:t> </a:t>
            </a:r>
            <a:r>
              <a:rPr lang="en-US" dirty="0" err="1"/>
              <a:t>thực</a:t>
            </a:r>
            <a:r>
              <a:rPr lang="en-US" dirty="0"/>
              <a:t> </a:t>
            </a:r>
            <a:r>
              <a:rPr lang="en-US" dirty="0" err="1"/>
              <a:t>hiện</a:t>
            </a:r>
            <a:r>
              <a:rPr lang="en-US" dirty="0"/>
              <a:t> </a:t>
            </a:r>
            <a:r>
              <a:rPr lang="en-US" dirty="0" err="1"/>
              <a:t>phân</a:t>
            </a:r>
            <a:r>
              <a:rPr lang="en-US" dirty="0"/>
              <a:t> </a:t>
            </a:r>
            <a:r>
              <a:rPr lang="en-US" dirty="0" err="1"/>
              <a:t>tích</a:t>
            </a:r>
            <a:r>
              <a:rPr lang="en-US" dirty="0"/>
              <a:t> </a:t>
            </a:r>
            <a:r>
              <a:rPr lang="en-US" dirty="0" err="1"/>
              <a:t>và</a:t>
            </a:r>
            <a:r>
              <a:rPr lang="en-US" dirty="0"/>
              <a:t> </a:t>
            </a:r>
            <a:r>
              <a:rPr lang="en-US" dirty="0" err="1"/>
              <a:t>trực</a:t>
            </a:r>
            <a:r>
              <a:rPr lang="en-US" dirty="0"/>
              <a:t> </a:t>
            </a:r>
            <a:r>
              <a:rPr lang="en-US" dirty="0" err="1"/>
              <a:t>quan</a:t>
            </a:r>
            <a:r>
              <a:rPr lang="en-US" dirty="0"/>
              <a:t> </a:t>
            </a:r>
            <a:r>
              <a:rPr lang="en-US" dirty="0" err="1"/>
              <a:t>hóa</a:t>
            </a:r>
            <a:r>
              <a:rPr lang="en-US" dirty="0"/>
              <a:t> </a:t>
            </a:r>
            <a:r>
              <a:rPr lang="en-US" dirty="0" err="1"/>
              <a:t>dữ</a:t>
            </a:r>
            <a:r>
              <a:rPr lang="en-US" dirty="0"/>
              <a:t> </a:t>
            </a:r>
            <a:r>
              <a:rPr lang="en-US" dirty="0" err="1"/>
              <a:t>liệu</a:t>
            </a:r>
            <a:r>
              <a:rPr lang="en-US" dirty="0"/>
              <a:t> </a:t>
            </a:r>
            <a:r>
              <a:rPr lang="en-US" dirty="0" err="1"/>
              <a:t>không</a:t>
            </a:r>
            <a:r>
              <a:rPr lang="en-US" dirty="0"/>
              <a:t> </a:t>
            </a:r>
            <a:r>
              <a:rPr lang="en-US" dirty="0" err="1"/>
              <a:t>gian</a:t>
            </a:r>
            <a:r>
              <a:rPr lang="en-US" dirty="0"/>
              <a:t> </a:t>
            </a:r>
            <a:r>
              <a:rPr lang="en-US" dirty="0" err="1"/>
              <a:t>trong</a:t>
            </a:r>
            <a:r>
              <a:rPr lang="en-US" dirty="0"/>
              <a:t> R?</a:t>
            </a:r>
          </a:p>
        </p:txBody>
      </p:sp>
      <p:sp>
        <p:nvSpPr>
          <p:cNvPr id="3" name="Content Placeholder 2"/>
          <p:cNvSpPr>
            <a:spLocks noGrp="1"/>
          </p:cNvSpPr>
          <p:nvPr>
            <p:ph idx="1"/>
          </p:nvPr>
        </p:nvSpPr>
        <p:spPr>
          <a:xfrm>
            <a:off x="380857" y="1527541"/>
            <a:ext cx="8137665" cy="2932045"/>
          </a:xfrm>
        </p:spPr>
        <p:txBody>
          <a:bodyPr/>
          <a:lstStyle/>
          <a:p>
            <a:r>
              <a:rPr lang="vi-VN" sz="1800" b="1" dirty="0"/>
              <a:t>Phân tích tích hợp:</a:t>
            </a:r>
            <a:r>
              <a:rPr lang="vi-VN" sz="1800" dirty="0"/>
              <a:t> R cho phép bạn phân tích dữ liệu và tạo bản đồ trong cùng một môi trường.</a:t>
            </a:r>
            <a:endParaRPr lang="en-US" sz="1800" dirty="0"/>
          </a:p>
          <a:p>
            <a:r>
              <a:rPr lang="vi-VN" sz="1800" b="1" dirty="0"/>
              <a:t>Các gói không gian mạnh mẽ:</a:t>
            </a:r>
            <a:r>
              <a:rPr lang="vi-VN" sz="1800" dirty="0"/>
              <a:t> Các gói như </a:t>
            </a:r>
            <a:r>
              <a:rPr lang="vi-VN" sz="1800" b="1" dirty="0"/>
              <a:t>sf, terra và ggplot2</a:t>
            </a:r>
            <a:r>
              <a:rPr lang="vi-VN" sz="1800" dirty="0"/>
              <a:t> giúp việc phân tích không gian và lập bản đồ trở nên dễ dàng hơn.</a:t>
            </a:r>
            <a:endParaRPr lang="en-US" sz="1800" dirty="0"/>
          </a:p>
          <a:p>
            <a:r>
              <a:rPr lang="vi-VN" sz="1800" b="1" dirty="0"/>
              <a:t>Quy trình làm việc có thể tái lập:</a:t>
            </a:r>
            <a:r>
              <a:rPr lang="vi-VN" sz="1800" dirty="0"/>
              <a:t> Phân tích dựa trên mã lệnh giúp đảm bảo kết quả có thể được tái lập và chia sẻ.</a:t>
            </a:r>
            <a:endParaRPr lang="en-US" sz="1800" dirty="0"/>
          </a:p>
          <a:p>
            <a:r>
              <a:rPr lang="en-US" sz="1800" b="1" dirty="0" err="1"/>
              <a:t>Phân</a:t>
            </a:r>
            <a:r>
              <a:rPr lang="en-US" sz="1800" b="1" dirty="0"/>
              <a:t> </a:t>
            </a:r>
            <a:r>
              <a:rPr lang="en-US" sz="1800" b="1" dirty="0" err="1"/>
              <a:t>tích</a:t>
            </a:r>
            <a:r>
              <a:rPr lang="en-US" sz="1800" b="1" dirty="0"/>
              <a:t> </a:t>
            </a:r>
            <a:r>
              <a:rPr lang="en-US" sz="1800" b="1" dirty="0" err="1"/>
              <a:t>nâng</a:t>
            </a:r>
            <a:r>
              <a:rPr lang="en-US" sz="1800" b="1" dirty="0"/>
              <a:t> </a:t>
            </a:r>
            <a:r>
              <a:rPr lang="en-US" sz="1800" b="1" dirty="0" err="1"/>
              <a:t>cao</a:t>
            </a:r>
            <a:r>
              <a:rPr lang="en-US" sz="1800" b="1" dirty="0"/>
              <a:t>:</a:t>
            </a:r>
            <a:r>
              <a:rPr lang="en-US" sz="1800" dirty="0"/>
              <a:t> R </a:t>
            </a:r>
            <a:r>
              <a:rPr lang="en-US" sz="1800" dirty="0" err="1"/>
              <a:t>hỗ</a:t>
            </a:r>
            <a:r>
              <a:rPr lang="en-US" sz="1800" dirty="0"/>
              <a:t> </a:t>
            </a:r>
            <a:r>
              <a:rPr lang="en-US" sz="1800" dirty="0" err="1"/>
              <a:t>trợ</a:t>
            </a:r>
            <a:r>
              <a:rPr lang="en-US" sz="1800" dirty="0"/>
              <a:t> </a:t>
            </a:r>
            <a:r>
              <a:rPr lang="en-US" sz="1800" dirty="0" err="1"/>
              <a:t>thống</a:t>
            </a:r>
            <a:r>
              <a:rPr lang="en-US" sz="1800" dirty="0"/>
              <a:t> </a:t>
            </a:r>
            <a:r>
              <a:rPr lang="en-US" sz="1800" dirty="0" err="1"/>
              <a:t>kê</a:t>
            </a:r>
            <a:r>
              <a:rPr lang="en-US" sz="1800" dirty="0"/>
              <a:t> </a:t>
            </a:r>
            <a:r>
              <a:rPr lang="en-US" sz="1800" dirty="0" err="1"/>
              <a:t>không</a:t>
            </a:r>
            <a:r>
              <a:rPr lang="en-US" sz="1800" dirty="0"/>
              <a:t> </a:t>
            </a:r>
            <a:r>
              <a:rPr lang="en-US" sz="1800" dirty="0" err="1"/>
              <a:t>gian</a:t>
            </a:r>
            <a:r>
              <a:rPr lang="en-US" sz="1800" dirty="0"/>
              <a:t>, </a:t>
            </a:r>
            <a:r>
              <a:rPr lang="en-US" sz="1800" dirty="0" err="1"/>
              <a:t>mô</a:t>
            </a:r>
            <a:r>
              <a:rPr lang="en-US" sz="1800" dirty="0"/>
              <a:t> </a:t>
            </a:r>
            <a:r>
              <a:rPr lang="en-US" sz="1800" dirty="0" err="1"/>
              <a:t>hình</a:t>
            </a:r>
            <a:r>
              <a:rPr lang="en-US" sz="1800" dirty="0"/>
              <a:t> </a:t>
            </a:r>
            <a:r>
              <a:rPr lang="en-US" sz="1800" dirty="0" err="1"/>
              <a:t>hóa</a:t>
            </a:r>
            <a:r>
              <a:rPr lang="en-US" sz="1800" dirty="0"/>
              <a:t> </a:t>
            </a:r>
            <a:r>
              <a:rPr lang="en-US" sz="1800" dirty="0" err="1"/>
              <a:t>và</a:t>
            </a:r>
            <a:r>
              <a:rPr lang="en-US" sz="1800" dirty="0"/>
              <a:t> </a:t>
            </a:r>
            <a:r>
              <a:rPr lang="en-US" sz="1800" dirty="0" err="1"/>
              <a:t>trực</a:t>
            </a:r>
            <a:r>
              <a:rPr lang="en-US" sz="1800" dirty="0"/>
              <a:t> </a:t>
            </a:r>
            <a:r>
              <a:rPr lang="en-US" sz="1800" dirty="0" err="1"/>
              <a:t>quan</a:t>
            </a:r>
            <a:r>
              <a:rPr lang="en-US" sz="1800" dirty="0"/>
              <a:t> </a:t>
            </a:r>
            <a:r>
              <a:rPr lang="en-US" sz="1800" dirty="0" err="1"/>
              <a:t>hóa</a:t>
            </a:r>
            <a:r>
              <a:rPr lang="en-US" sz="1800" dirty="0"/>
              <a:t> </a:t>
            </a:r>
            <a:r>
              <a:rPr lang="en-US" sz="1800" dirty="0" err="1"/>
              <a:t>dữ</a:t>
            </a:r>
            <a:r>
              <a:rPr lang="en-US" sz="1800" dirty="0"/>
              <a:t> </a:t>
            </a:r>
            <a:r>
              <a:rPr lang="en-US" sz="1800" dirty="0" err="1"/>
              <a:t>liệu</a:t>
            </a:r>
            <a:r>
              <a:rPr lang="en-US" sz="1800" dirty="0"/>
              <a:t>.</a:t>
            </a:r>
          </a:p>
          <a:p>
            <a:r>
              <a:rPr lang="vi-VN" sz="1800" b="1" dirty="0"/>
              <a:t>Miễn phí và mã nguồn mở:</a:t>
            </a:r>
            <a:r>
              <a:rPr lang="vi-VN" sz="1800" dirty="0"/>
              <a:t> R được sử dụng rộng rãi trong nghiên cứu, y tế công cộng và khoa học dữ liệu mà không tốn chi phí bản quyền.</a:t>
            </a:r>
            <a:r>
              <a:rPr lang="en-US" sz="1800" dirty="0"/>
              <a:t>.</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3770" y="156150"/>
            <a:ext cx="8173580" cy="458587"/>
          </a:xfrm>
        </p:spPr>
        <p:txBody>
          <a:bodyPr/>
          <a:lstStyle/>
          <a:p>
            <a:r>
              <a:rPr lang="en-US" sz="2800" dirty="0" err="1"/>
              <a:t>Tạo</a:t>
            </a:r>
            <a:r>
              <a:rPr lang="en-US" sz="2800" dirty="0"/>
              <a:t> </a:t>
            </a:r>
            <a:r>
              <a:rPr lang="en-US" sz="2800" dirty="0" err="1"/>
              <a:t>bản</a:t>
            </a:r>
            <a:r>
              <a:rPr lang="en-US" sz="2800" dirty="0"/>
              <a:t> </a:t>
            </a:r>
            <a:r>
              <a:rPr lang="en-US" sz="2800" dirty="0" err="1"/>
              <a:t>đồ</a:t>
            </a:r>
            <a:r>
              <a:rPr lang="en-US" sz="2800" dirty="0"/>
              <a:t> Việt Nam (</a:t>
            </a:r>
            <a:r>
              <a:rPr lang="en-US" sz="2800" dirty="0" err="1"/>
              <a:t>mã</a:t>
            </a:r>
            <a:r>
              <a:rPr lang="en-US" sz="2800" dirty="0"/>
              <a:t> R)</a:t>
            </a:r>
            <a:endParaRPr sz="2800" dirty="0"/>
          </a:p>
        </p:txBody>
      </p:sp>
      <p:sp>
        <p:nvSpPr>
          <p:cNvPr id="3" name="Content Placeholder 2"/>
          <p:cNvSpPr>
            <a:spLocks noGrp="1"/>
          </p:cNvSpPr>
          <p:nvPr>
            <p:ph idx="1"/>
          </p:nvPr>
        </p:nvSpPr>
        <p:spPr>
          <a:xfrm>
            <a:off x="423770" y="785191"/>
            <a:ext cx="8137665" cy="3081131"/>
          </a:xfrm>
        </p:spPr>
        <p:txBody>
          <a:bodyPr/>
          <a:lstStyle/>
          <a:p>
            <a:pPr marL="0" indent="0">
              <a:buNone/>
            </a:pPr>
            <a:r>
              <a:rPr lang="en-US" sz="1200" b="1" dirty="0">
                <a:solidFill>
                  <a:srgbClr val="178CCB"/>
                </a:solidFill>
              </a:rPr>
              <a:t>Thư </a:t>
            </a:r>
            <a:r>
              <a:rPr lang="en-US" sz="1200" b="1" dirty="0" err="1">
                <a:solidFill>
                  <a:srgbClr val="178CCB"/>
                </a:solidFill>
              </a:rPr>
              <a:t>viện</a:t>
            </a:r>
            <a:r>
              <a:rPr lang="en-US" sz="1200" b="1" dirty="0">
                <a:solidFill>
                  <a:srgbClr val="178CCB"/>
                </a:solidFill>
              </a:rPr>
              <a:t> (geodata)</a:t>
            </a:r>
          </a:p>
          <a:p>
            <a:pPr marL="0" indent="0">
              <a:buNone/>
            </a:pPr>
            <a:r>
              <a:rPr lang="en-US" sz="1200" dirty="0">
                <a:solidFill>
                  <a:srgbClr val="178CCB"/>
                </a:solidFill>
              </a:rPr>
              <a:t># </a:t>
            </a:r>
            <a:r>
              <a:rPr lang="en-US" sz="1200" dirty="0" err="1">
                <a:solidFill>
                  <a:srgbClr val="178CCB"/>
                </a:solidFill>
              </a:rPr>
              <a:t>tải</a:t>
            </a:r>
            <a:r>
              <a:rPr lang="en-US" sz="1200" dirty="0">
                <a:solidFill>
                  <a:srgbClr val="178CCB"/>
                </a:solidFill>
              </a:rPr>
              <a:t> </a:t>
            </a:r>
            <a:r>
              <a:rPr lang="en-US" sz="1200" dirty="0" err="1">
                <a:solidFill>
                  <a:srgbClr val="178CCB"/>
                </a:solidFill>
              </a:rPr>
              <a:t>ranh</a:t>
            </a:r>
            <a:r>
              <a:rPr lang="en-US" sz="1200" dirty="0">
                <a:solidFill>
                  <a:srgbClr val="178CCB"/>
                </a:solidFill>
              </a:rPr>
              <a:t> </a:t>
            </a:r>
            <a:r>
              <a:rPr lang="en-US" sz="1200" dirty="0" err="1">
                <a:solidFill>
                  <a:srgbClr val="178CCB"/>
                </a:solidFill>
              </a:rPr>
              <a:t>giới</a:t>
            </a:r>
            <a:r>
              <a:rPr lang="en-US" sz="1200" dirty="0">
                <a:solidFill>
                  <a:srgbClr val="178CCB"/>
                </a:solidFill>
              </a:rPr>
              <a:t> </a:t>
            </a:r>
            <a:r>
              <a:rPr lang="en-US" sz="1200" dirty="0" err="1">
                <a:solidFill>
                  <a:srgbClr val="178CCB"/>
                </a:solidFill>
              </a:rPr>
              <a:t>các</a:t>
            </a:r>
            <a:r>
              <a:rPr lang="en-US" sz="1200" dirty="0">
                <a:solidFill>
                  <a:srgbClr val="178CCB"/>
                </a:solidFill>
              </a:rPr>
              <a:t> </a:t>
            </a:r>
            <a:r>
              <a:rPr lang="en-US" sz="1200" dirty="0" err="1">
                <a:solidFill>
                  <a:srgbClr val="178CCB"/>
                </a:solidFill>
              </a:rPr>
              <a:t>tỉnh</a:t>
            </a:r>
            <a:r>
              <a:rPr lang="en-US" sz="1200" dirty="0">
                <a:solidFill>
                  <a:srgbClr val="178CCB"/>
                </a:solidFill>
              </a:rPr>
              <a:t> </a:t>
            </a:r>
            <a:r>
              <a:rPr lang="en-US" sz="1200" dirty="0" err="1">
                <a:solidFill>
                  <a:srgbClr val="178CCB"/>
                </a:solidFill>
              </a:rPr>
              <a:t>của</a:t>
            </a:r>
            <a:r>
              <a:rPr lang="en-US" sz="1200" dirty="0">
                <a:solidFill>
                  <a:srgbClr val="178CCB"/>
                </a:solidFill>
              </a:rPr>
              <a:t> Việt Nam </a:t>
            </a:r>
            <a:r>
              <a:rPr lang="en-US" sz="1200" dirty="0" err="1">
                <a:solidFill>
                  <a:srgbClr val="178CCB"/>
                </a:solidFill>
              </a:rPr>
              <a:t>từ</a:t>
            </a:r>
            <a:r>
              <a:rPr lang="en-US" sz="1200" dirty="0">
                <a:solidFill>
                  <a:srgbClr val="178CCB"/>
                </a:solidFill>
              </a:rPr>
              <a:t> </a:t>
            </a:r>
            <a:r>
              <a:rPr lang="en-US" sz="1200" b="1" dirty="0">
                <a:solidFill>
                  <a:srgbClr val="178CCB"/>
                </a:solidFill>
              </a:rPr>
              <a:t>GADM</a:t>
            </a:r>
            <a:r>
              <a:rPr lang="en-US" sz="1200" dirty="0">
                <a:solidFill>
                  <a:srgbClr val="178CCB"/>
                </a:solidFill>
              </a:rPr>
              <a:t>. (</a:t>
            </a:r>
            <a:r>
              <a:rPr lang="en-US" sz="1200" dirty="0">
                <a:solidFill>
                  <a:srgbClr val="178CCB"/>
                </a:solidFill>
                <a:hlinkClick r:id="rId3"/>
              </a:rPr>
              <a:t>https://gadm.org/</a:t>
            </a:r>
            <a:r>
              <a:rPr lang="en-US" sz="1200" dirty="0">
                <a:solidFill>
                  <a:srgbClr val="178CCB"/>
                </a:solidFill>
              </a:rPr>
              <a:t>)</a:t>
            </a:r>
          </a:p>
          <a:p>
            <a:pPr marL="0" indent="0">
              <a:buNone/>
            </a:pPr>
            <a:r>
              <a:rPr lang="en-US" sz="1200" dirty="0">
                <a:solidFill>
                  <a:srgbClr val="178CCB"/>
                </a:solidFill>
              </a:rPr>
              <a:t>map &lt;- geodata::</a:t>
            </a:r>
            <a:r>
              <a:rPr lang="en-US" sz="1200" dirty="0" err="1">
                <a:solidFill>
                  <a:srgbClr val="178CCB"/>
                </a:solidFill>
              </a:rPr>
              <a:t>gadm</a:t>
            </a:r>
            <a:r>
              <a:rPr lang="en-US" sz="1200" dirty="0">
                <a:solidFill>
                  <a:srgbClr val="178CCB"/>
                </a:solidFill>
              </a:rPr>
              <a:t>(country = "VNM", level = 1, path = </a:t>
            </a:r>
            <a:r>
              <a:rPr lang="en-US" sz="1200" dirty="0" err="1">
                <a:solidFill>
                  <a:srgbClr val="178CCB"/>
                </a:solidFill>
              </a:rPr>
              <a:t>tempdir</a:t>
            </a:r>
            <a:r>
              <a:rPr lang="en-US" sz="1200" dirty="0">
                <a:solidFill>
                  <a:srgbClr val="178CCB"/>
                </a:solidFill>
              </a:rPr>
              <a:t>())</a:t>
            </a:r>
          </a:p>
          <a:p>
            <a:pPr marL="0" indent="0">
              <a:buNone/>
            </a:pPr>
            <a:endParaRPr lang="en-US" sz="1200" dirty="0">
              <a:solidFill>
                <a:srgbClr val="178CCB"/>
              </a:solidFill>
            </a:endParaRPr>
          </a:p>
          <a:p>
            <a:pPr marL="0" indent="0">
              <a:buNone/>
            </a:pPr>
            <a:endParaRPr lang="en-US" sz="1200" b="1" dirty="0">
              <a:solidFill>
                <a:srgbClr val="178CCB"/>
              </a:solidFill>
            </a:endParaRPr>
          </a:p>
          <a:p>
            <a:pPr marL="0" indent="0">
              <a:buNone/>
            </a:pPr>
            <a:r>
              <a:rPr lang="en-US" sz="1200" b="1" dirty="0">
                <a:solidFill>
                  <a:srgbClr val="178CCB"/>
                </a:solidFill>
              </a:rPr>
              <a:t>library(sf)</a:t>
            </a:r>
          </a:p>
          <a:p>
            <a:pPr marL="0" indent="0">
              <a:buNone/>
            </a:pPr>
            <a:r>
              <a:rPr lang="en-US" sz="1200" dirty="0">
                <a:solidFill>
                  <a:srgbClr val="178CCB"/>
                </a:solidFill>
              </a:rPr>
              <a:t># </a:t>
            </a:r>
            <a:r>
              <a:rPr lang="en-US" sz="1200" dirty="0" err="1">
                <a:solidFill>
                  <a:srgbClr val="178CCB"/>
                </a:solidFill>
              </a:rPr>
              <a:t>chuyển</a:t>
            </a:r>
            <a:r>
              <a:rPr lang="en-US" sz="1200" dirty="0">
                <a:solidFill>
                  <a:srgbClr val="178CCB"/>
                </a:solidFill>
              </a:rPr>
              <a:t> </a:t>
            </a:r>
            <a:r>
              <a:rPr lang="en-US" sz="1200" dirty="0" err="1">
                <a:solidFill>
                  <a:srgbClr val="178CCB"/>
                </a:solidFill>
              </a:rPr>
              <a:t>bản</a:t>
            </a:r>
            <a:r>
              <a:rPr lang="en-US" sz="1200" dirty="0">
                <a:solidFill>
                  <a:srgbClr val="178CCB"/>
                </a:solidFill>
              </a:rPr>
              <a:t> </a:t>
            </a:r>
            <a:r>
              <a:rPr lang="en-US" sz="1200" dirty="0" err="1">
                <a:solidFill>
                  <a:srgbClr val="178CCB"/>
                </a:solidFill>
              </a:rPr>
              <a:t>đồ</a:t>
            </a:r>
            <a:r>
              <a:rPr lang="en-US" sz="1200" dirty="0">
                <a:solidFill>
                  <a:srgbClr val="178CCB"/>
                </a:solidFill>
              </a:rPr>
              <a:t> sang </a:t>
            </a:r>
            <a:r>
              <a:rPr lang="en-US" sz="1200" dirty="0" err="1">
                <a:solidFill>
                  <a:srgbClr val="178CCB"/>
                </a:solidFill>
              </a:rPr>
              <a:t>định</a:t>
            </a:r>
            <a:r>
              <a:rPr lang="en-US" sz="1200" dirty="0">
                <a:solidFill>
                  <a:srgbClr val="178CCB"/>
                </a:solidFill>
              </a:rPr>
              <a:t> </a:t>
            </a:r>
            <a:r>
              <a:rPr lang="en-US" sz="1200" dirty="0" err="1">
                <a:solidFill>
                  <a:srgbClr val="178CCB"/>
                </a:solidFill>
              </a:rPr>
              <a:t>dạng</a:t>
            </a:r>
            <a:r>
              <a:rPr lang="en-US" sz="1200" dirty="0">
                <a:solidFill>
                  <a:srgbClr val="178CCB"/>
                </a:solidFill>
              </a:rPr>
              <a:t> </a:t>
            </a:r>
            <a:r>
              <a:rPr lang="en-US" sz="1200" dirty="0" err="1">
                <a:solidFill>
                  <a:srgbClr val="178CCB"/>
                </a:solidFill>
              </a:rPr>
              <a:t>không</a:t>
            </a:r>
            <a:r>
              <a:rPr lang="en-US" sz="1200" dirty="0">
                <a:solidFill>
                  <a:srgbClr val="178CCB"/>
                </a:solidFill>
              </a:rPr>
              <a:t> </a:t>
            </a:r>
            <a:r>
              <a:rPr lang="en-US" sz="1200" dirty="0" err="1">
                <a:solidFill>
                  <a:srgbClr val="178CCB"/>
                </a:solidFill>
              </a:rPr>
              <a:t>gian</a:t>
            </a:r>
            <a:r>
              <a:rPr lang="en-US" sz="1200" dirty="0">
                <a:solidFill>
                  <a:srgbClr val="178CCB"/>
                </a:solidFill>
              </a:rPr>
              <a:t> sf.</a:t>
            </a:r>
          </a:p>
          <a:p>
            <a:pPr marL="0" indent="0">
              <a:buNone/>
            </a:pPr>
            <a:r>
              <a:rPr lang="en-US" sz="1200" dirty="0">
                <a:solidFill>
                  <a:srgbClr val="178CCB"/>
                </a:solidFill>
              </a:rPr>
              <a:t>map &lt;- </a:t>
            </a:r>
            <a:r>
              <a:rPr lang="en-US" sz="1200" dirty="0" err="1">
                <a:solidFill>
                  <a:srgbClr val="178CCB"/>
                </a:solidFill>
              </a:rPr>
              <a:t>st_as_sf</a:t>
            </a:r>
            <a:r>
              <a:rPr lang="en-US" sz="1200" dirty="0">
                <a:solidFill>
                  <a:srgbClr val="178CCB"/>
                </a:solidFill>
              </a:rPr>
              <a:t>(map)</a:t>
            </a:r>
          </a:p>
          <a:p>
            <a:pPr marL="0" indent="0">
              <a:buNone/>
            </a:pPr>
            <a:endParaRPr lang="en-US" sz="1200" dirty="0">
              <a:solidFill>
                <a:srgbClr val="178CCB"/>
              </a:solidFill>
            </a:endParaRPr>
          </a:p>
          <a:p>
            <a:pPr marL="0" indent="0">
              <a:buNone/>
            </a:pPr>
            <a:r>
              <a:rPr lang="en-US" sz="1200" b="1" dirty="0">
                <a:solidFill>
                  <a:srgbClr val="178CCB"/>
                </a:solidFill>
              </a:rPr>
              <a:t>library(ggplot2)</a:t>
            </a:r>
          </a:p>
          <a:p>
            <a:pPr marL="0" indent="0">
              <a:buNone/>
            </a:pPr>
            <a:r>
              <a:rPr lang="en-US" sz="1200" dirty="0">
                <a:solidFill>
                  <a:srgbClr val="178CCB"/>
                </a:solidFill>
              </a:rPr>
              <a:t># </a:t>
            </a:r>
            <a:r>
              <a:rPr lang="vi-VN" sz="1200" dirty="0">
                <a:solidFill>
                  <a:srgbClr val="178CCB"/>
                </a:solidFill>
              </a:rPr>
              <a:t>vẽ bản đồ đơn giản.</a:t>
            </a:r>
            <a:endParaRPr lang="en-US" sz="1200" dirty="0">
              <a:solidFill>
                <a:srgbClr val="178CCB"/>
              </a:solidFill>
            </a:endParaRPr>
          </a:p>
          <a:p>
            <a:pPr marL="0" indent="0">
              <a:buNone/>
            </a:pPr>
            <a:r>
              <a:rPr lang="en-US" sz="1200" dirty="0" err="1">
                <a:solidFill>
                  <a:srgbClr val="178CCB"/>
                </a:solidFill>
              </a:rPr>
              <a:t>ggplot</a:t>
            </a:r>
            <a:r>
              <a:rPr lang="en-US" sz="1200" dirty="0">
                <a:solidFill>
                  <a:srgbClr val="178CCB"/>
                </a:solidFill>
              </a:rPr>
              <a:t>(map) +</a:t>
            </a:r>
          </a:p>
          <a:p>
            <a:pPr marL="0" indent="0">
              <a:buNone/>
            </a:pPr>
            <a:r>
              <a:rPr lang="en-US" sz="1200" dirty="0">
                <a:solidFill>
                  <a:srgbClr val="178CCB"/>
                </a:solidFill>
              </a:rPr>
              <a:t>  </a:t>
            </a:r>
            <a:r>
              <a:rPr lang="en-US" sz="1200" dirty="0" err="1">
                <a:solidFill>
                  <a:srgbClr val="178CCB"/>
                </a:solidFill>
              </a:rPr>
              <a:t>geom_sf</a:t>
            </a:r>
            <a:r>
              <a:rPr lang="en-US" sz="1200" dirty="0">
                <a:solidFill>
                  <a:srgbClr val="178CCB"/>
                </a:solidFill>
              </a:rPr>
              <a:t>() +</a:t>
            </a:r>
          </a:p>
          <a:p>
            <a:pPr marL="0" indent="0">
              <a:buNone/>
            </a:pPr>
            <a:r>
              <a:rPr lang="en-US" sz="1200" dirty="0">
                <a:solidFill>
                  <a:srgbClr val="178CCB"/>
                </a:solidFill>
              </a:rPr>
              <a:t>  labs(title = "Map of Vietnam Provinces") +</a:t>
            </a:r>
          </a:p>
          <a:p>
            <a:pPr marL="0" indent="0">
              <a:buNone/>
            </a:pPr>
            <a:r>
              <a:rPr lang="en-US" sz="1200" dirty="0">
                <a:solidFill>
                  <a:srgbClr val="178CCB"/>
                </a:solidFill>
              </a:rPr>
              <a:t>  </a:t>
            </a:r>
            <a:r>
              <a:rPr lang="en-US" sz="1200" dirty="0" err="1">
                <a:solidFill>
                  <a:srgbClr val="178CCB"/>
                </a:solidFill>
              </a:rPr>
              <a:t>theme_void</a:t>
            </a:r>
            <a:r>
              <a:rPr lang="en-US" sz="1200" dirty="0">
                <a:solidFill>
                  <a:srgbClr val="178CCB"/>
                </a:solidFill>
              </a:rPr>
              <a:t>()</a:t>
            </a:r>
            <a:endParaRPr sz="1200" dirty="0">
              <a:solidFill>
                <a:srgbClr val="178CCB"/>
              </a:solidFill>
            </a:endParaRPr>
          </a:p>
        </p:txBody>
      </p:sp>
      <p:sp>
        <p:nvSpPr>
          <p:cNvPr id="7" name="TextBox 6">
            <a:extLst>
              <a:ext uri="{FF2B5EF4-FFF2-40B4-BE49-F238E27FC236}">
                <a16:creationId xmlns:a16="http://schemas.microsoft.com/office/drawing/2014/main" id="{5E98986B-5680-0EE7-084B-C726265B2C43}"/>
              </a:ext>
            </a:extLst>
          </p:cNvPr>
          <p:cNvSpPr txBox="1"/>
          <p:nvPr/>
        </p:nvSpPr>
        <p:spPr bwMode="auto">
          <a:xfrm>
            <a:off x="4099548" y="1572819"/>
            <a:ext cx="1340110" cy="307777"/>
          </a:xfrm>
          <a:prstGeom prst="rect">
            <a:avLst/>
          </a:prstGeom>
          <a:noFill/>
          <a:ln w="19050" algn="ctr">
            <a:noFill/>
            <a:miter lim="800000"/>
            <a:headEnd/>
            <a:tailEnd/>
          </a:ln>
        </p:spPr>
        <p:txBody>
          <a:bodyPr wrap="none" lIns="0" tIns="0" rIns="0" bIns="0" rtlCol="0">
            <a:spAutoFit/>
          </a:bodyPr>
          <a:lstStyle/>
          <a:p>
            <a:r>
              <a:rPr lang="en-US" sz="2000" dirty="0"/>
              <a:t>Các </a:t>
            </a:r>
            <a:r>
              <a:rPr lang="en-US" sz="2000" dirty="0" err="1"/>
              <a:t>tỉnh</a:t>
            </a:r>
            <a:r>
              <a:rPr lang="en-US" sz="2000" dirty="0"/>
              <a:t>/TP</a:t>
            </a:r>
          </a:p>
        </p:txBody>
      </p:sp>
      <p:cxnSp>
        <p:nvCxnSpPr>
          <p:cNvPr id="9" name="Straight Arrow Connector 8">
            <a:extLst>
              <a:ext uri="{FF2B5EF4-FFF2-40B4-BE49-F238E27FC236}">
                <a16:creationId xmlns:a16="http://schemas.microsoft.com/office/drawing/2014/main" id="{407DC8DD-61C9-6F03-458E-5F563E55EC7B}"/>
              </a:ext>
            </a:extLst>
          </p:cNvPr>
          <p:cNvCxnSpPr>
            <a:cxnSpLocks/>
          </p:cNvCxnSpPr>
          <p:nvPr/>
        </p:nvCxnSpPr>
        <p:spPr>
          <a:xfrm>
            <a:off x="3809395" y="1517936"/>
            <a:ext cx="255709" cy="171094"/>
          </a:xfrm>
          <a:prstGeom prst="straightConnector1">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A118BAEF-3DAB-37FB-0D7B-D1688A803E40}"/>
              </a:ext>
            </a:extLst>
          </p:cNvPr>
          <p:cNvSpPr txBox="1"/>
          <p:nvPr/>
        </p:nvSpPr>
        <p:spPr bwMode="auto">
          <a:xfrm>
            <a:off x="1947506" y="3862049"/>
            <a:ext cx="1941743" cy="369332"/>
          </a:xfrm>
          <a:prstGeom prst="rect">
            <a:avLst/>
          </a:prstGeom>
          <a:noFill/>
          <a:ln w="19050" algn="ctr">
            <a:noFill/>
            <a:miter lim="800000"/>
            <a:headEnd/>
            <a:tailEnd/>
          </a:ln>
        </p:spPr>
        <p:txBody>
          <a:bodyPr wrap="square">
            <a:spAutoFit/>
          </a:bodyPr>
          <a:lstStyle/>
          <a:p>
            <a:r>
              <a:rPr lang="en-US" dirty="0" err="1"/>
              <a:t>Vẽ</a:t>
            </a:r>
            <a:r>
              <a:rPr lang="en-US" dirty="0"/>
              <a:t> </a:t>
            </a:r>
            <a:r>
              <a:rPr lang="en-US" dirty="0" err="1"/>
              <a:t>bản</a:t>
            </a:r>
            <a:r>
              <a:rPr lang="en-US" dirty="0"/>
              <a:t> </a:t>
            </a:r>
            <a:r>
              <a:rPr lang="en-US" dirty="0" err="1"/>
              <a:t>đồ</a:t>
            </a:r>
            <a:endParaRPr lang="en-US" dirty="0"/>
          </a:p>
        </p:txBody>
      </p:sp>
      <p:cxnSp>
        <p:nvCxnSpPr>
          <p:cNvPr id="12" name="Straight Arrow Connector 11">
            <a:extLst>
              <a:ext uri="{FF2B5EF4-FFF2-40B4-BE49-F238E27FC236}">
                <a16:creationId xmlns:a16="http://schemas.microsoft.com/office/drawing/2014/main" id="{03638CD7-5CB7-15A2-A037-CC2A98FCF9C1}"/>
              </a:ext>
            </a:extLst>
          </p:cNvPr>
          <p:cNvCxnSpPr>
            <a:cxnSpLocks/>
          </p:cNvCxnSpPr>
          <p:nvPr/>
        </p:nvCxnSpPr>
        <p:spPr>
          <a:xfrm>
            <a:off x="1488035" y="4046715"/>
            <a:ext cx="459471" cy="0"/>
          </a:xfrm>
          <a:prstGeom prst="straightConnector1">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pic>
        <p:nvPicPr>
          <p:cNvPr id="19" name="Picture 18">
            <a:extLst>
              <a:ext uri="{FF2B5EF4-FFF2-40B4-BE49-F238E27FC236}">
                <a16:creationId xmlns:a16="http://schemas.microsoft.com/office/drawing/2014/main" id="{4A821397-8C60-860C-0F0F-EC82346A0499}"/>
              </a:ext>
            </a:extLst>
          </p:cNvPr>
          <p:cNvPicPr>
            <a:picLocks noChangeAspect="1"/>
          </p:cNvPicPr>
          <p:nvPr/>
        </p:nvPicPr>
        <p:blipFill>
          <a:blip r:embed="rId4"/>
          <a:stretch>
            <a:fillRect/>
          </a:stretch>
        </p:blipFill>
        <p:spPr>
          <a:xfrm>
            <a:off x="2130146" y="2832856"/>
            <a:ext cx="4559119" cy="392458"/>
          </a:xfrm>
          <a:prstGeom prst="rect">
            <a:avLst/>
          </a:prstGeom>
        </p:spPr>
      </p:pic>
      <p:cxnSp>
        <p:nvCxnSpPr>
          <p:cNvPr id="21" name="Elbow Connector 20">
            <a:extLst>
              <a:ext uri="{FF2B5EF4-FFF2-40B4-BE49-F238E27FC236}">
                <a16:creationId xmlns:a16="http://schemas.microsoft.com/office/drawing/2014/main" id="{1201E6A8-1B88-7468-79BA-6456B8239C28}"/>
              </a:ext>
            </a:extLst>
          </p:cNvPr>
          <p:cNvCxnSpPr>
            <a:cxnSpLocks/>
          </p:cNvCxnSpPr>
          <p:nvPr/>
        </p:nvCxnSpPr>
        <p:spPr>
          <a:xfrm>
            <a:off x="652140" y="2827474"/>
            <a:ext cx="1478006" cy="201611"/>
          </a:xfrm>
          <a:prstGeom prst="bentConnector3">
            <a:avLst>
              <a:gd name="adj1" fmla="val 910"/>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6D872C61-B8F5-DD16-2B93-5BBCEC07E03A}"/>
              </a:ext>
            </a:extLst>
          </p:cNvPr>
          <p:cNvSpPr txBox="1"/>
          <p:nvPr/>
        </p:nvSpPr>
        <p:spPr bwMode="auto">
          <a:xfrm>
            <a:off x="4247959" y="2820389"/>
            <a:ext cx="324042" cy="307777"/>
          </a:xfrm>
          <a:prstGeom prst="rect">
            <a:avLst/>
          </a:prstGeom>
          <a:noFill/>
          <a:ln w="19050" algn="ctr">
            <a:noFill/>
            <a:miter lim="800000"/>
            <a:headEnd/>
            <a:tailEnd/>
          </a:ln>
        </p:spPr>
        <p:txBody>
          <a:bodyPr wrap="square" lIns="0" tIns="0" rIns="0" bIns="0" rtlCol="0">
            <a:spAutoFit/>
          </a:bodyPr>
          <a:lstStyle/>
          <a:p>
            <a:r>
              <a:rPr lang="en-US" sz="2000" dirty="0"/>
              <a:t>…</a:t>
            </a:r>
          </a:p>
        </p:txBody>
      </p:sp>
      <p:sp>
        <p:nvSpPr>
          <p:cNvPr id="30" name="TextBox 29">
            <a:extLst>
              <a:ext uri="{FF2B5EF4-FFF2-40B4-BE49-F238E27FC236}">
                <a16:creationId xmlns:a16="http://schemas.microsoft.com/office/drawing/2014/main" id="{00B2E2A7-BD5B-A766-8F58-2D4FF88944D0}"/>
              </a:ext>
            </a:extLst>
          </p:cNvPr>
          <p:cNvSpPr txBox="1"/>
          <p:nvPr/>
        </p:nvSpPr>
        <p:spPr bwMode="auto">
          <a:xfrm>
            <a:off x="1421291" y="1644345"/>
            <a:ext cx="2177969" cy="215444"/>
          </a:xfrm>
          <a:prstGeom prst="rect">
            <a:avLst/>
          </a:prstGeom>
          <a:noFill/>
          <a:ln w="19050" algn="ctr">
            <a:noFill/>
            <a:miter lim="800000"/>
            <a:headEnd/>
            <a:tailEnd/>
          </a:ln>
        </p:spPr>
        <p:txBody>
          <a:bodyPr wrap="none" lIns="0" tIns="0" rIns="0" bIns="0" rtlCol="0">
            <a:spAutoFit/>
          </a:bodyPr>
          <a:lstStyle/>
          <a:p>
            <a:r>
              <a:rPr lang="en-US" sz="1400" dirty="0" err="1"/>
              <a:t>Lớp</a:t>
            </a:r>
            <a:r>
              <a:rPr lang="en-US" sz="1400" dirty="0"/>
              <a:t> </a:t>
            </a:r>
            <a:r>
              <a:rPr lang="en-US" sz="1400" dirty="0" err="1"/>
              <a:t>chính</a:t>
            </a:r>
            <a:r>
              <a:rPr lang="en-US" sz="1400" dirty="0"/>
              <a:t> </a:t>
            </a:r>
            <a:r>
              <a:rPr lang="en-US" sz="1400" dirty="0" err="1"/>
              <a:t>thức</a:t>
            </a:r>
            <a:r>
              <a:rPr lang="en-US" sz="1400" dirty="0"/>
              <a:t> </a:t>
            </a:r>
            <a:r>
              <a:rPr lang="en-US" sz="1400" dirty="0" err="1"/>
              <a:t>SpatVector</a:t>
            </a:r>
            <a:r>
              <a:rPr lang="en-US" sz="1400" dirty="0"/>
              <a:t>.</a:t>
            </a:r>
          </a:p>
        </p:txBody>
      </p:sp>
      <p:cxnSp>
        <p:nvCxnSpPr>
          <p:cNvPr id="31" name="Elbow Connector 30">
            <a:extLst>
              <a:ext uri="{FF2B5EF4-FFF2-40B4-BE49-F238E27FC236}">
                <a16:creationId xmlns:a16="http://schemas.microsoft.com/office/drawing/2014/main" id="{CE39B003-7BA6-D5C7-2A6B-10FDA79DFEB0}"/>
              </a:ext>
            </a:extLst>
          </p:cNvPr>
          <p:cNvCxnSpPr>
            <a:cxnSpLocks/>
          </p:cNvCxnSpPr>
          <p:nvPr/>
        </p:nvCxnSpPr>
        <p:spPr>
          <a:xfrm>
            <a:off x="635756" y="1572819"/>
            <a:ext cx="750409" cy="179248"/>
          </a:xfrm>
          <a:prstGeom prst="bentConnector3">
            <a:avLst>
              <a:gd name="adj1" fmla="val 994"/>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pic>
        <p:nvPicPr>
          <p:cNvPr id="35" name="Picture 34">
            <a:extLst>
              <a:ext uri="{FF2B5EF4-FFF2-40B4-BE49-F238E27FC236}">
                <a16:creationId xmlns:a16="http://schemas.microsoft.com/office/drawing/2014/main" id="{CCBB480B-C334-0BA6-B67E-62F2EF5C61CB}"/>
              </a:ext>
            </a:extLst>
          </p:cNvPr>
          <p:cNvPicPr>
            <a:picLocks noChangeAspect="1"/>
          </p:cNvPicPr>
          <p:nvPr/>
        </p:nvPicPr>
        <p:blipFill>
          <a:blip r:embed="rId5"/>
          <a:stretch>
            <a:fillRect/>
          </a:stretch>
        </p:blipFill>
        <p:spPr>
          <a:xfrm>
            <a:off x="6878668" y="280775"/>
            <a:ext cx="1994716" cy="4210223"/>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63AA48-614F-6360-AC57-6C8EBCF76114}"/>
            </a:ext>
          </a:extLst>
        </p:cNvPr>
        <p:cNvGrpSpPr/>
        <p:nvPr/>
      </p:nvGrpSpPr>
      <p:grpSpPr>
        <a:xfrm>
          <a:off x="0" y="0"/>
          <a:ext cx="0" cy="0"/>
          <a:chOff x="0" y="0"/>
          <a:chExt cx="0" cy="0"/>
        </a:xfrm>
      </p:grpSpPr>
      <p:pic>
        <p:nvPicPr>
          <p:cNvPr id="37" name="Picture 36">
            <a:extLst>
              <a:ext uri="{FF2B5EF4-FFF2-40B4-BE49-F238E27FC236}">
                <a16:creationId xmlns:a16="http://schemas.microsoft.com/office/drawing/2014/main" id="{2B0B2110-7947-9279-BDC7-89DC9C6EA91C}"/>
              </a:ext>
            </a:extLst>
          </p:cNvPr>
          <p:cNvPicPr>
            <a:picLocks noChangeAspect="1"/>
          </p:cNvPicPr>
          <p:nvPr/>
        </p:nvPicPr>
        <p:blipFill>
          <a:blip r:embed="rId3"/>
          <a:stretch>
            <a:fillRect/>
          </a:stretch>
        </p:blipFill>
        <p:spPr>
          <a:xfrm>
            <a:off x="6016486" y="0"/>
            <a:ext cx="3127513" cy="4691270"/>
          </a:xfrm>
          <a:prstGeom prst="rect">
            <a:avLst/>
          </a:prstGeom>
        </p:spPr>
      </p:pic>
      <p:sp>
        <p:nvSpPr>
          <p:cNvPr id="2" name="Title 1">
            <a:extLst>
              <a:ext uri="{FF2B5EF4-FFF2-40B4-BE49-F238E27FC236}">
                <a16:creationId xmlns:a16="http://schemas.microsoft.com/office/drawing/2014/main" id="{F9BBD271-57DA-2B7A-9B4E-E2B5E9358768}"/>
              </a:ext>
            </a:extLst>
          </p:cNvPr>
          <p:cNvSpPr>
            <a:spLocks noGrp="1"/>
          </p:cNvSpPr>
          <p:nvPr>
            <p:ph type="title"/>
          </p:nvPr>
        </p:nvSpPr>
        <p:spPr>
          <a:xfrm>
            <a:off x="423770" y="156150"/>
            <a:ext cx="8173580" cy="458587"/>
          </a:xfrm>
        </p:spPr>
        <p:txBody>
          <a:bodyPr/>
          <a:lstStyle/>
          <a:p>
            <a:r>
              <a:rPr lang="en-US" sz="2800" dirty="0"/>
              <a:t>Hiển </a:t>
            </a:r>
            <a:r>
              <a:rPr lang="en-US" sz="2800" dirty="0" err="1"/>
              <a:t>thị</a:t>
            </a:r>
            <a:r>
              <a:rPr lang="en-US" sz="2800" dirty="0"/>
              <a:t> </a:t>
            </a:r>
            <a:r>
              <a:rPr lang="en-US" sz="2800" dirty="0" err="1"/>
              <a:t>tỷ</a:t>
            </a:r>
            <a:r>
              <a:rPr lang="en-US" sz="2800" dirty="0"/>
              <a:t> </a:t>
            </a:r>
            <a:r>
              <a:rPr lang="en-US" sz="2800" dirty="0" err="1"/>
              <a:t>lệ</a:t>
            </a:r>
            <a:r>
              <a:rPr lang="en-US" sz="2800" dirty="0"/>
              <a:t> </a:t>
            </a:r>
            <a:r>
              <a:rPr lang="en-US" sz="2800" dirty="0" err="1"/>
              <a:t>biết</a:t>
            </a:r>
            <a:r>
              <a:rPr lang="en-US" sz="2800" dirty="0"/>
              <a:t> </a:t>
            </a:r>
            <a:r>
              <a:rPr lang="en-US" sz="2800" dirty="0" err="1"/>
              <a:t>chữ</a:t>
            </a:r>
            <a:r>
              <a:rPr lang="en-US" sz="2800" dirty="0"/>
              <a:t> ở Việt Nam (</a:t>
            </a:r>
            <a:r>
              <a:rPr lang="en-US" sz="2800" dirty="0" err="1"/>
              <a:t>mã</a:t>
            </a:r>
            <a:r>
              <a:rPr lang="en-US" sz="2800" dirty="0"/>
              <a:t> R)</a:t>
            </a:r>
            <a:endParaRPr sz="2800" dirty="0"/>
          </a:p>
        </p:txBody>
      </p:sp>
      <p:sp>
        <p:nvSpPr>
          <p:cNvPr id="3" name="Content Placeholder 2">
            <a:extLst>
              <a:ext uri="{FF2B5EF4-FFF2-40B4-BE49-F238E27FC236}">
                <a16:creationId xmlns:a16="http://schemas.microsoft.com/office/drawing/2014/main" id="{10B93FB4-AEF5-5B5F-7878-4959B7EE27C2}"/>
              </a:ext>
            </a:extLst>
          </p:cNvPr>
          <p:cNvSpPr>
            <a:spLocks noGrp="1"/>
          </p:cNvSpPr>
          <p:nvPr>
            <p:ph idx="1"/>
          </p:nvPr>
        </p:nvSpPr>
        <p:spPr>
          <a:xfrm>
            <a:off x="423770" y="785191"/>
            <a:ext cx="8137665" cy="3081131"/>
          </a:xfrm>
        </p:spPr>
        <p:txBody>
          <a:bodyPr/>
          <a:lstStyle/>
          <a:p>
            <a:pPr marL="0" indent="0">
              <a:buNone/>
            </a:pPr>
            <a:r>
              <a:rPr lang="en-US" sz="1100" dirty="0">
                <a:solidFill>
                  <a:srgbClr val="178CCB"/>
                </a:solidFill>
              </a:rPr>
              <a:t>library(geodata) </a:t>
            </a:r>
          </a:p>
          <a:p>
            <a:pPr marL="0" indent="0">
              <a:buNone/>
            </a:pPr>
            <a:r>
              <a:rPr lang="en-US" sz="1100" dirty="0">
                <a:solidFill>
                  <a:srgbClr val="178CCB"/>
                </a:solidFill>
              </a:rPr>
              <a:t>map &lt;- geodata::</a:t>
            </a:r>
            <a:r>
              <a:rPr lang="en-US" sz="1100" dirty="0" err="1">
                <a:solidFill>
                  <a:srgbClr val="178CCB"/>
                </a:solidFill>
              </a:rPr>
              <a:t>gadm</a:t>
            </a:r>
            <a:r>
              <a:rPr lang="en-US" sz="1100" dirty="0">
                <a:solidFill>
                  <a:srgbClr val="178CCB"/>
                </a:solidFill>
              </a:rPr>
              <a:t>(country = "VNM", level = 1, path = </a:t>
            </a:r>
            <a:r>
              <a:rPr lang="en-US" sz="1100" dirty="0" err="1">
                <a:solidFill>
                  <a:srgbClr val="178CCB"/>
                </a:solidFill>
              </a:rPr>
              <a:t>tempdir</a:t>
            </a:r>
            <a:r>
              <a:rPr lang="en-US" sz="1100" dirty="0">
                <a:solidFill>
                  <a:srgbClr val="178CCB"/>
                </a:solidFill>
              </a:rPr>
              <a:t>())</a:t>
            </a:r>
          </a:p>
          <a:p>
            <a:pPr marL="0" indent="0">
              <a:buNone/>
            </a:pPr>
            <a:endParaRPr lang="en-US" sz="1100" dirty="0">
              <a:solidFill>
                <a:srgbClr val="178CCB"/>
              </a:solidFill>
            </a:endParaRPr>
          </a:p>
          <a:p>
            <a:pPr marL="0" indent="0">
              <a:buNone/>
            </a:pPr>
            <a:r>
              <a:rPr lang="en-US" sz="1100" dirty="0">
                <a:solidFill>
                  <a:srgbClr val="178CCB"/>
                </a:solidFill>
              </a:rPr>
              <a:t>library(sf)</a:t>
            </a:r>
          </a:p>
          <a:p>
            <a:pPr marL="0" indent="0">
              <a:buNone/>
            </a:pPr>
            <a:r>
              <a:rPr lang="en-US" sz="1100" dirty="0">
                <a:solidFill>
                  <a:srgbClr val="178CCB"/>
                </a:solidFill>
              </a:rPr>
              <a:t>map &lt;- </a:t>
            </a:r>
            <a:r>
              <a:rPr lang="en-US" sz="1100" dirty="0" err="1">
                <a:solidFill>
                  <a:srgbClr val="178CCB"/>
                </a:solidFill>
              </a:rPr>
              <a:t>st_as_sf</a:t>
            </a:r>
            <a:r>
              <a:rPr lang="en-US" sz="1100" dirty="0">
                <a:solidFill>
                  <a:srgbClr val="178CCB"/>
                </a:solidFill>
              </a:rPr>
              <a:t>(map)</a:t>
            </a:r>
          </a:p>
          <a:p>
            <a:pPr marL="0" indent="0">
              <a:buNone/>
            </a:pPr>
            <a:endParaRPr lang="en-US" sz="1100" dirty="0">
              <a:solidFill>
                <a:srgbClr val="178CCB"/>
              </a:solidFill>
            </a:endParaRPr>
          </a:p>
          <a:p>
            <a:pPr marL="0" indent="0">
              <a:buNone/>
            </a:pPr>
            <a:r>
              <a:rPr lang="en-US" sz="1100" dirty="0">
                <a:solidFill>
                  <a:srgbClr val="178CCB"/>
                </a:solidFill>
              </a:rPr>
              <a:t>library(</a:t>
            </a:r>
            <a:r>
              <a:rPr lang="en-US" sz="1100" dirty="0" err="1">
                <a:solidFill>
                  <a:srgbClr val="178CCB"/>
                </a:solidFill>
              </a:rPr>
              <a:t>dplyr</a:t>
            </a:r>
            <a:r>
              <a:rPr lang="en-US" sz="1100" dirty="0">
                <a:solidFill>
                  <a:srgbClr val="178CCB"/>
                </a:solidFill>
              </a:rPr>
              <a:t>)</a:t>
            </a:r>
          </a:p>
          <a:p>
            <a:pPr marL="0" indent="0">
              <a:buNone/>
            </a:pPr>
            <a:r>
              <a:rPr lang="en-US" sz="1100" dirty="0">
                <a:solidFill>
                  <a:srgbClr val="178CCB"/>
                </a:solidFill>
              </a:rPr>
              <a:t># join literacy rate from dataset V to map</a:t>
            </a:r>
          </a:p>
          <a:p>
            <a:pPr marL="0" indent="0">
              <a:buNone/>
            </a:pPr>
            <a:r>
              <a:rPr lang="en-US" sz="1100" dirty="0" err="1">
                <a:solidFill>
                  <a:srgbClr val="178CCB"/>
                </a:solidFill>
              </a:rPr>
              <a:t>map_data</a:t>
            </a:r>
            <a:r>
              <a:rPr lang="en-US" sz="1100" dirty="0">
                <a:solidFill>
                  <a:srgbClr val="178CCB"/>
                </a:solidFill>
              </a:rPr>
              <a:t> &lt;- map %&gt;%</a:t>
            </a:r>
          </a:p>
          <a:p>
            <a:pPr marL="0" indent="0">
              <a:buNone/>
            </a:pPr>
            <a:r>
              <a:rPr lang="en-US" sz="1100" dirty="0">
                <a:solidFill>
                  <a:srgbClr val="178CCB"/>
                </a:solidFill>
              </a:rPr>
              <a:t>  </a:t>
            </a:r>
            <a:r>
              <a:rPr lang="en-US" sz="1100" dirty="0" err="1">
                <a:solidFill>
                  <a:srgbClr val="178CCB"/>
                </a:solidFill>
              </a:rPr>
              <a:t>left_join</a:t>
            </a:r>
            <a:r>
              <a:rPr lang="en-US" sz="1100" dirty="0">
                <a:solidFill>
                  <a:srgbClr val="178CCB"/>
                </a:solidFill>
              </a:rPr>
              <a:t>(V, by = c("VARNAME_1" = "province"))</a:t>
            </a:r>
          </a:p>
          <a:p>
            <a:pPr marL="0" indent="0">
              <a:buNone/>
            </a:pPr>
            <a:endParaRPr lang="en-US" sz="1100" dirty="0">
              <a:solidFill>
                <a:srgbClr val="178CCB"/>
              </a:solidFill>
            </a:endParaRPr>
          </a:p>
          <a:p>
            <a:pPr marL="0" indent="0">
              <a:buNone/>
            </a:pPr>
            <a:r>
              <a:rPr lang="en-US" sz="1100" dirty="0">
                <a:solidFill>
                  <a:srgbClr val="178CCB"/>
                </a:solidFill>
              </a:rPr>
              <a:t>library(ggplot2)</a:t>
            </a:r>
          </a:p>
          <a:p>
            <a:pPr marL="0" indent="0">
              <a:buNone/>
            </a:pPr>
            <a:r>
              <a:rPr lang="en-US" sz="1100" dirty="0">
                <a:solidFill>
                  <a:srgbClr val="178CCB"/>
                </a:solidFill>
              </a:rPr>
              <a:t># plot map with literacy rate</a:t>
            </a:r>
          </a:p>
          <a:p>
            <a:pPr marL="0" indent="0">
              <a:buNone/>
            </a:pPr>
            <a:r>
              <a:rPr lang="en-US" sz="1100" dirty="0" err="1">
                <a:solidFill>
                  <a:srgbClr val="178CCB"/>
                </a:solidFill>
              </a:rPr>
              <a:t>ggplot</a:t>
            </a:r>
            <a:r>
              <a:rPr lang="en-US" sz="1100" dirty="0">
                <a:solidFill>
                  <a:srgbClr val="178CCB"/>
                </a:solidFill>
              </a:rPr>
              <a:t>(</a:t>
            </a:r>
            <a:r>
              <a:rPr lang="en-US" sz="1100" dirty="0" err="1">
                <a:solidFill>
                  <a:srgbClr val="178CCB"/>
                </a:solidFill>
              </a:rPr>
              <a:t>map_data</a:t>
            </a:r>
            <a:r>
              <a:rPr lang="en-US" sz="1100" dirty="0">
                <a:solidFill>
                  <a:srgbClr val="178CCB"/>
                </a:solidFill>
              </a:rPr>
              <a:t>) +</a:t>
            </a:r>
          </a:p>
          <a:p>
            <a:pPr marL="0" indent="0">
              <a:buNone/>
            </a:pPr>
            <a:r>
              <a:rPr lang="en-US" sz="1100" dirty="0">
                <a:solidFill>
                  <a:srgbClr val="178CCB"/>
                </a:solidFill>
              </a:rPr>
              <a:t>  </a:t>
            </a:r>
            <a:r>
              <a:rPr lang="en-US" sz="1100" dirty="0" err="1">
                <a:solidFill>
                  <a:srgbClr val="178CCB"/>
                </a:solidFill>
              </a:rPr>
              <a:t>geom_sf</a:t>
            </a:r>
            <a:r>
              <a:rPr lang="en-US" sz="1100" dirty="0">
                <a:solidFill>
                  <a:srgbClr val="178CCB"/>
                </a:solidFill>
              </a:rPr>
              <a:t>(</a:t>
            </a:r>
            <a:r>
              <a:rPr lang="en-US" sz="1100" dirty="0" err="1">
                <a:solidFill>
                  <a:srgbClr val="178CCB"/>
                </a:solidFill>
              </a:rPr>
              <a:t>aes</a:t>
            </a:r>
            <a:r>
              <a:rPr lang="en-US" sz="1100" dirty="0">
                <a:solidFill>
                  <a:srgbClr val="178CCB"/>
                </a:solidFill>
              </a:rPr>
              <a:t>(fill = </a:t>
            </a:r>
            <a:r>
              <a:rPr lang="en-US" sz="1100" dirty="0" err="1">
                <a:solidFill>
                  <a:srgbClr val="178CCB"/>
                </a:solidFill>
              </a:rPr>
              <a:t>literacy_rate</a:t>
            </a:r>
            <a:r>
              <a:rPr lang="en-US" sz="1100" dirty="0">
                <a:solidFill>
                  <a:srgbClr val="178CCB"/>
                </a:solidFill>
              </a:rPr>
              <a:t>)) +</a:t>
            </a:r>
          </a:p>
          <a:p>
            <a:pPr marL="0" indent="0">
              <a:buNone/>
            </a:pPr>
            <a:r>
              <a:rPr lang="en-US" sz="1100" dirty="0">
                <a:solidFill>
                  <a:srgbClr val="178CCB"/>
                </a:solidFill>
              </a:rPr>
              <a:t>  labs(title = "Literacy Rate by Province in Vietnam") +</a:t>
            </a:r>
          </a:p>
          <a:p>
            <a:pPr marL="0" indent="0">
              <a:buNone/>
            </a:pPr>
            <a:r>
              <a:rPr lang="en-US" sz="1100" dirty="0">
                <a:solidFill>
                  <a:srgbClr val="178CCB"/>
                </a:solidFill>
              </a:rPr>
              <a:t>  </a:t>
            </a:r>
            <a:r>
              <a:rPr lang="en-US" sz="1100" dirty="0" err="1">
                <a:solidFill>
                  <a:srgbClr val="178CCB"/>
                </a:solidFill>
              </a:rPr>
              <a:t>theme_void</a:t>
            </a:r>
            <a:r>
              <a:rPr lang="en-US" sz="1100" dirty="0">
                <a:solidFill>
                  <a:srgbClr val="178CCB"/>
                </a:solidFill>
              </a:rPr>
              <a:t>()</a:t>
            </a:r>
          </a:p>
          <a:p>
            <a:pPr marL="0" indent="0">
              <a:buNone/>
            </a:pPr>
            <a:endParaRPr sz="1100" dirty="0">
              <a:solidFill>
                <a:srgbClr val="178CCB"/>
              </a:solidFill>
            </a:endParaRPr>
          </a:p>
        </p:txBody>
      </p:sp>
      <p:sp>
        <p:nvSpPr>
          <p:cNvPr id="5" name="TextBox 4">
            <a:extLst>
              <a:ext uri="{FF2B5EF4-FFF2-40B4-BE49-F238E27FC236}">
                <a16:creationId xmlns:a16="http://schemas.microsoft.com/office/drawing/2014/main" id="{686C34BF-1C13-E021-1B28-BEF126318B58}"/>
              </a:ext>
            </a:extLst>
          </p:cNvPr>
          <p:cNvSpPr txBox="1"/>
          <p:nvPr/>
        </p:nvSpPr>
        <p:spPr bwMode="auto">
          <a:xfrm>
            <a:off x="1385275" y="3175029"/>
            <a:ext cx="2240365" cy="523220"/>
          </a:xfrm>
          <a:prstGeom prst="rect">
            <a:avLst/>
          </a:prstGeom>
          <a:noFill/>
          <a:ln w="19050" algn="ctr">
            <a:noFill/>
            <a:miter lim="800000"/>
            <a:headEnd/>
            <a:tailEnd/>
          </a:ln>
        </p:spPr>
        <p:txBody>
          <a:bodyPr wrap="square">
            <a:spAutoFit/>
          </a:bodyPr>
          <a:lstStyle/>
          <a:p>
            <a:r>
              <a:rPr lang="en-US" sz="1400" dirty="0" err="1"/>
              <a:t>gộp</a:t>
            </a:r>
            <a:r>
              <a:rPr lang="en-US" sz="1400" dirty="0"/>
              <a:t> </a:t>
            </a:r>
            <a:r>
              <a:rPr lang="en-US" sz="1400" dirty="0" err="1"/>
              <a:t>bản</a:t>
            </a:r>
            <a:r>
              <a:rPr lang="en-US" sz="1400" dirty="0"/>
              <a:t> </a:t>
            </a:r>
            <a:r>
              <a:rPr lang="en-US" sz="1400" dirty="0" err="1"/>
              <a:t>đồ</a:t>
            </a:r>
            <a:r>
              <a:rPr lang="en-US" sz="1400" dirty="0"/>
              <a:t> </a:t>
            </a:r>
            <a:r>
              <a:rPr lang="en-US" sz="1400" dirty="0" err="1"/>
              <a:t>với</a:t>
            </a:r>
            <a:r>
              <a:rPr lang="en-US" sz="1400" dirty="0"/>
              <a:t> </a:t>
            </a:r>
            <a:r>
              <a:rPr lang="en-US" sz="1400" dirty="0" err="1"/>
              <a:t>dữ</a:t>
            </a:r>
            <a:r>
              <a:rPr lang="en-US" sz="1400" dirty="0"/>
              <a:t> </a:t>
            </a:r>
            <a:r>
              <a:rPr lang="en-US" sz="1400" dirty="0" err="1"/>
              <a:t>liệu</a:t>
            </a:r>
            <a:r>
              <a:rPr lang="en-US" sz="1400" dirty="0"/>
              <a:t> </a:t>
            </a:r>
            <a:r>
              <a:rPr lang="en-US" sz="1400" dirty="0" err="1"/>
              <a:t>của</a:t>
            </a:r>
            <a:r>
              <a:rPr lang="en-US" sz="1400" dirty="0"/>
              <a:t> </a:t>
            </a:r>
            <a:r>
              <a:rPr lang="en-US" sz="1400" dirty="0" err="1"/>
              <a:t>bạn</a:t>
            </a:r>
            <a:r>
              <a:rPr lang="en-US" sz="1400" dirty="0"/>
              <a:t>.</a:t>
            </a:r>
          </a:p>
        </p:txBody>
      </p:sp>
      <p:pic>
        <p:nvPicPr>
          <p:cNvPr id="29" name="Picture 28">
            <a:extLst>
              <a:ext uri="{FF2B5EF4-FFF2-40B4-BE49-F238E27FC236}">
                <a16:creationId xmlns:a16="http://schemas.microsoft.com/office/drawing/2014/main" id="{F28D1013-85DD-AC7F-C17F-F655C6CD48ED}"/>
              </a:ext>
            </a:extLst>
          </p:cNvPr>
          <p:cNvPicPr>
            <a:picLocks noChangeAspect="1"/>
          </p:cNvPicPr>
          <p:nvPr/>
        </p:nvPicPr>
        <p:blipFill>
          <a:blip r:embed="rId4"/>
          <a:stretch>
            <a:fillRect/>
          </a:stretch>
        </p:blipFill>
        <p:spPr>
          <a:xfrm>
            <a:off x="3675800" y="2483737"/>
            <a:ext cx="3351166" cy="1382585"/>
          </a:xfrm>
          <a:prstGeom prst="rect">
            <a:avLst/>
          </a:prstGeom>
        </p:spPr>
      </p:pic>
      <p:cxnSp>
        <p:nvCxnSpPr>
          <p:cNvPr id="32" name="Straight Arrow Connector 31">
            <a:extLst>
              <a:ext uri="{FF2B5EF4-FFF2-40B4-BE49-F238E27FC236}">
                <a16:creationId xmlns:a16="http://schemas.microsoft.com/office/drawing/2014/main" id="{A440E367-5E2E-13D7-7677-6D82D32FD3D1}"/>
              </a:ext>
            </a:extLst>
          </p:cNvPr>
          <p:cNvCxnSpPr>
            <a:cxnSpLocks/>
          </p:cNvCxnSpPr>
          <p:nvPr/>
        </p:nvCxnSpPr>
        <p:spPr>
          <a:xfrm>
            <a:off x="1083365" y="3260035"/>
            <a:ext cx="232800" cy="129208"/>
          </a:xfrm>
          <a:prstGeom prst="straightConnector1">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2810270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1B4B12-7226-33AD-3FF5-3A51D8E0AF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5C2C0E-E61D-572A-D7A5-5D72A8C90825}"/>
              </a:ext>
            </a:extLst>
          </p:cNvPr>
          <p:cNvSpPr>
            <a:spLocks noGrp="1"/>
          </p:cNvSpPr>
          <p:nvPr>
            <p:ph type="title"/>
          </p:nvPr>
        </p:nvSpPr>
        <p:spPr>
          <a:xfrm>
            <a:off x="423770" y="156150"/>
            <a:ext cx="8173580" cy="458587"/>
          </a:xfrm>
        </p:spPr>
        <p:txBody>
          <a:bodyPr/>
          <a:lstStyle/>
          <a:p>
            <a:r>
              <a:rPr lang="en-US" sz="2800" dirty="0"/>
              <a:t>Hiển </a:t>
            </a:r>
            <a:r>
              <a:rPr lang="en-US" sz="2800" dirty="0" err="1"/>
              <a:t>thị</a:t>
            </a:r>
            <a:r>
              <a:rPr lang="en-US" sz="2800" dirty="0"/>
              <a:t> </a:t>
            </a:r>
            <a:r>
              <a:rPr lang="en-US" sz="2800" dirty="0" err="1"/>
              <a:t>tỷ</a:t>
            </a:r>
            <a:r>
              <a:rPr lang="en-US" sz="2800" dirty="0"/>
              <a:t> </a:t>
            </a:r>
            <a:r>
              <a:rPr lang="en-US" sz="2800" dirty="0" err="1"/>
              <a:t>lệ</a:t>
            </a:r>
            <a:r>
              <a:rPr lang="en-US" sz="2800" dirty="0"/>
              <a:t> </a:t>
            </a:r>
            <a:r>
              <a:rPr lang="en-US" sz="2800" dirty="0" err="1"/>
              <a:t>biết</a:t>
            </a:r>
            <a:r>
              <a:rPr lang="en-US" sz="2800" dirty="0"/>
              <a:t> </a:t>
            </a:r>
            <a:r>
              <a:rPr lang="en-US" sz="2800" dirty="0" err="1"/>
              <a:t>chữ</a:t>
            </a:r>
            <a:r>
              <a:rPr lang="en-US" sz="2800" dirty="0"/>
              <a:t> ở Việt Nam (</a:t>
            </a:r>
            <a:r>
              <a:rPr lang="en-US" sz="2800" dirty="0" err="1"/>
              <a:t>mã</a:t>
            </a:r>
            <a:r>
              <a:rPr lang="en-US" sz="2800" dirty="0"/>
              <a:t> R)</a:t>
            </a:r>
            <a:endParaRPr sz="2800" dirty="0"/>
          </a:p>
        </p:txBody>
      </p:sp>
      <p:sp>
        <p:nvSpPr>
          <p:cNvPr id="3" name="Content Placeholder 2">
            <a:extLst>
              <a:ext uri="{FF2B5EF4-FFF2-40B4-BE49-F238E27FC236}">
                <a16:creationId xmlns:a16="http://schemas.microsoft.com/office/drawing/2014/main" id="{7961AE9E-233F-C947-16A2-11081CA726BD}"/>
              </a:ext>
            </a:extLst>
          </p:cNvPr>
          <p:cNvSpPr>
            <a:spLocks noGrp="1"/>
          </p:cNvSpPr>
          <p:nvPr>
            <p:ph idx="1"/>
          </p:nvPr>
        </p:nvSpPr>
        <p:spPr>
          <a:xfrm>
            <a:off x="423771" y="785191"/>
            <a:ext cx="6404412" cy="3081131"/>
          </a:xfrm>
        </p:spPr>
        <p:txBody>
          <a:bodyPr/>
          <a:lstStyle/>
          <a:p>
            <a:pPr marL="0" indent="0">
              <a:buNone/>
            </a:pPr>
            <a:r>
              <a:rPr lang="en-US" sz="1100" dirty="0">
                <a:solidFill>
                  <a:srgbClr val="178CCB"/>
                </a:solidFill>
              </a:rPr>
              <a:t>library(geodata) </a:t>
            </a:r>
          </a:p>
          <a:p>
            <a:pPr marL="0" indent="0">
              <a:buNone/>
            </a:pPr>
            <a:r>
              <a:rPr lang="en-US" sz="1100" dirty="0">
                <a:solidFill>
                  <a:srgbClr val="178CCB"/>
                </a:solidFill>
              </a:rPr>
              <a:t>map &lt;- geodata::</a:t>
            </a:r>
            <a:r>
              <a:rPr lang="en-US" sz="1100" dirty="0" err="1">
                <a:solidFill>
                  <a:srgbClr val="178CCB"/>
                </a:solidFill>
              </a:rPr>
              <a:t>gadm</a:t>
            </a:r>
            <a:r>
              <a:rPr lang="en-US" sz="1100" dirty="0">
                <a:solidFill>
                  <a:srgbClr val="178CCB"/>
                </a:solidFill>
              </a:rPr>
              <a:t>(country = "VNM", level = 1, path = </a:t>
            </a:r>
            <a:r>
              <a:rPr lang="en-US" sz="1100" dirty="0" err="1">
                <a:solidFill>
                  <a:srgbClr val="178CCB"/>
                </a:solidFill>
              </a:rPr>
              <a:t>tempdir</a:t>
            </a:r>
            <a:r>
              <a:rPr lang="en-US" sz="1100" dirty="0">
                <a:solidFill>
                  <a:srgbClr val="178CCB"/>
                </a:solidFill>
              </a:rPr>
              <a:t>())</a:t>
            </a:r>
          </a:p>
          <a:p>
            <a:pPr marL="0" indent="0">
              <a:buNone/>
            </a:pPr>
            <a:endParaRPr lang="en-US" sz="1100" dirty="0">
              <a:solidFill>
                <a:srgbClr val="178CCB"/>
              </a:solidFill>
            </a:endParaRPr>
          </a:p>
          <a:p>
            <a:pPr marL="0" indent="0">
              <a:buNone/>
            </a:pPr>
            <a:r>
              <a:rPr lang="en-US" sz="1100" dirty="0">
                <a:solidFill>
                  <a:srgbClr val="178CCB"/>
                </a:solidFill>
              </a:rPr>
              <a:t>library(sf)</a:t>
            </a:r>
          </a:p>
          <a:p>
            <a:pPr marL="0" indent="0">
              <a:buNone/>
            </a:pPr>
            <a:r>
              <a:rPr lang="en-US" sz="1100" dirty="0">
                <a:solidFill>
                  <a:srgbClr val="178CCB"/>
                </a:solidFill>
              </a:rPr>
              <a:t>map &lt;- </a:t>
            </a:r>
            <a:r>
              <a:rPr lang="en-US" sz="1100" dirty="0" err="1">
                <a:solidFill>
                  <a:srgbClr val="178CCB"/>
                </a:solidFill>
              </a:rPr>
              <a:t>st_as_sf</a:t>
            </a:r>
            <a:r>
              <a:rPr lang="en-US" sz="1100" dirty="0">
                <a:solidFill>
                  <a:srgbClr val="178CCB"/>
                </a:solidFill>
              </a:rPr>
              <a:t>(map)</a:t>
            </a:r>
          </a:p>
          <a:p>
            <a:pPr marL="0" indent="0">
              <a:buNone/>
            </a:pPr>
            <a:endParaRPr lang="en-US" sz="1100" dirty="0">
              <a:solidFill>
                <a:srgbClr val="178CCB"/>
              </a:solidFill>
            </a:endParaRPr>
          </a:p>
          <a:p>
            <a:pPr marL="0" indent="0">
              <a:buNone/>
            </a:pPr>
            <a:r>
              <a:rPr lang="en-US" sz="1100" dirty="0">
                <a:solidFill>
                  <a:srgbClr val="178CCB"/>
                </a:solidFill>
              </a:rPr>
              <a:t>library(</a:t>
            </a:r>
            <a:r>
              <a:rPr lang="en-US" sz="1100" dirty="0" err="1">
                <a:solidFill>
                  <a:srgbClr val="178CCB"/>
                </a:solidFill>
              </a:rPr>
              <a:t>dplyr</a:t>
            </a:r>
            <a:r>
              <a:rPr lang="en-US" sz="1100" dirty="0">
                <a:solidFill>
                  <a:srgbClr val="178CCB"/>
                </a:solidFill>
              </a:rPr>
              <a:t>)</a:t>
            </a:r>
          </a:p>
          <a:p>
            <a:pPr marL="0" indent="0">
              <a:buNone/>
            </a:pPr>
            <a:r>
              <a:rPr lang="en-US" sz="1100" dirty="0">
                <a:solidFill>
                  <a:srgbClr val="178CCB"/>
                </a:solidFill>
              </a:rPr>
              <a:t># join literacy rate from dataset V to map</a:t>
            </a:r>
          </a:p>
          <a:p>
            <a:pPr marL="0" indent="0">
              <a:buNone/>
            </a:pPr>
            <a:r>
              <a:rPr lang="en-US" sz="1100" dirty="0" err="1">
                <a:solidFill>
                  <a:srgbClr val="178CCB"/>
                </a:solidFill>
              </a:rPr>
              <a:t>map_data</a:t>
            </a:r>
            <a:r>
              <a:rPr lang="en-US" sz="1100" dirty="0">
                <a:solidFill>
                  <a:srgbClr val="178CCB"/>
                </a:solidFill>
              </a:rPr>
              <a:t> &lt;- map %&gt;%</a:t>
            </a:r>
          </a:p>
          <a:p>
            <a:pPr marL="0" indent="0">
              <a:buNone/>
            </a:pPr>
            <a:r>
              <a:rPr lang="en-US" sz="1100" dirty="0">
                <a:solidFill>
                  <a:srgbClr val="178CCB"/>
                </a:solidFill>
              </a:rPr>
              <a:t>  </a:t>
            </a:r>
            <a:r>
              <a:rPr lang="en-US" sz="1100" dirty="0" err="1">
                <a:solidFill>
                  <a:srgbClr val="178CCB"/>
                </a:solidFill>
              </a:rPr>
              <a:t>left_join</a:t>
            </a:r>
            <a:r>
              <a:rPr lang="en-US" sz="1100" dirty="0">
                <a:solidFill>
                  <a:srgbClr val="178CCB"/>
                </a:solidFill>
              </a:rPr>
              <a:t>(V, by = c("VARNAME_1" = "province"))</a:t>
            </a:r>
          </a:p>
          <a:p>
            <a:pPr marL="0" indent="0">
              <a:buNone/>
            </a:pPr>
            <a:endParaRPr lang="en-US" sz="1100" dirty="0">
              <a:solidFill>
                <a:srgbClr val="178CCB"/>
              </a:solidFill>
            </a:endParaRPr>
          </a:p>
          <a:p>
            <a:pPr marL="0" indent="0">
              <a:buNone/>
            </a:pPr>
            <a:r>
              <a:rPr lang="en-US" sz="1100" dirty="0">
                <a:solidFill>
                  <a:srgbClr val="178CCB"/>
                </a:solidFill>
              </a:rPr>
              <a:t>library(ggplot2)</a:t>
            </a:r>
          </a:p>
          <a:p>
            <a:pPr marL="0" indent="0">
              <a:buNone/>
            </a:pPr>
            <a:r>
              <a:rPr lang="en-US" sz="1100" dirty="0">
                <a:solidFill>
                  <a:srgbClr val="178CCB"/>
                </a:solidFill>
              </a:rPr>
              <a:t># plot map with literacy rate</a:t>
            </a:r>
          </a:p>
          <a:p>
            <a:pPr marL="0" indent="0">
              <a:buNone/>
            </a:pPr>
            <a:r>
              <a:rPr lang="en-US" sz="1100" dirty="0" err="1">
                <a:solidFill>
                  <a:srgbClr val="178CCB"/>
                </a:solidFill>
              </a:rPr>
              <a:t>ggplot</a:t>
            </a:r>
            <a:r>
              <a:rPr lang="en-US" sz="1100" dirty="0">
                <a:solidFill>
                  <a:srgbClr val="178CCB"/>
                </a:solidFill>
              </a:rPr>
              <a:t>(</a:t>
            </a:r>
            <a:r>
              <a:rPr lang="en-US" sz="1100" dirty="0" err="1">
                <a:solidFill>
                  <a:srgbClr val="178CCB"/>
                </a:solidFill>
              </a:rPr>
              <a:t>map_data</a:t>
            </a:r>
            <a:r>
              <a:rPr lang="en-US" sz="1100" dirty="0">
                <a:solidFill>
                  <a:srgbClr val="178CCB"/>
                </a:solidFill>
              </a:rPr>
              <a:t>) +</a:t>
            </a:r>
            <a:br>
              <a:rPr lang="en-US" sz="1100" dirty="0">
                <a:solidFill>
                  <a:srgbClr val="178CCB"/>
                </a:solidFill>
              </a:rPr>
            </a:br>
            <a:r>
              <a:rPr lang="en-US" sz="1100" dirty="0" err="1">
                <a:solidFill>
                  <a:srgbClr val="178CCB"/>
                </a:solidFill>
              </a:rPr>
              <a:t>geom_sf</a:t>
            </a:r>
            <a:r>
              <a:rPr lang="en-US" sz="1100" dirty="0">
                <a:solidFill>
                  <a:srgbClr val="178CCB"/>
                </a:solidFill>
              </a:rPr>
              <a:t>(</a:t>
            </a:r>
            <a:r>
              <a:rPr lang="en-US" sz="1100" dirty="0" err="1">
                <a:solidFill>
                  <a:srgbClr val="178CCB"/>
                </a:solidFill>
              </a:rPr>
              <a:t>aes</a:t>
            </a:r>
            <a:r>
              <a:rPr lang="en-US" sz="1100" dirty="0">
                <a:solidFill>
                  <a:srgbClr val="178CCB"/>
                </a:solidFill>
              </a:rPr>
              <a:t>(fill = </a:t>
            </a:r>
            <a:r>
              <a:rPr lang="en-US" sz="1100" dirty="0" err="1">
                <a:solidFill>
                  <a:srgbClr val="178CCB"/>
                </a:solidFill>
              </a:rPr>
              <a:t>literacy_rate</a:t>
            </a:r>
            <a:r>
              <a:rPr lang="en-US" sz="1100" dirty="0">
                <a:solidFill>
                  <a:srgbClr val="178CCB"/>
                </a:solidFill>
              </a:rPr>
              <a:t>), color = "white") +</a:t>
            </a:r>
            <a:br>
              <a:rPr lang="en-US" sz="1100" dirty="0">
                <a:solidFill>
                  <a:srgbClr val="178CCB"/>
                </a:solidFill>
              </a:rPr>
            </a:br>
            <a:r>
              <a:rPr lang="en-US" sz="1100" dirty="0" err="1">
                <a:solidFill>
                  <a:srgbClr val="178CCB"/>
                </a:solidFill>
              </a:rPr>
              <a:t>scale_fill_gradient</a:t>
            </a:r>
            <a:r>
              <a:rPr lang="en-US" sz="1100" dirty="0">
                <a:solidFill>
                  <a:srgbClr val="178CCB"/>
                </a:solidFill>
              </a:rPr>
              <a:t>(low = "red", high = "green", name = "Literacy Rate (%)") +</a:t>
            </a:r>
            <a:br>
              <a:rPr lang="en-US" sz="1100" dirty="0">
                <a:solidFill>
                  <a:srgbClr val="178CCB"/>
                </a:solidFill>
              </a:rPr>
            </a:br>
            <a:r>
              <a:rPr lang="en-US" sz="1100" dirty="0">
                <a:solidFill>
                  <a:srgbClr val="178CCB"/>
                </a:solidFill>
              </a:rPr>
              <a:t>labs(title = "Literacy Rate by Province in Vietnam") +</a:t>
            </a:r>
            <a:br>
              <a:rPr lang="en-US" sz="1100" dirty="0">
                <a:solidFill>
                  <a:srgbClr val="178CCB"/>
                </a:solidFill>
              </a:rPr>
            </a:br>
            <a:r>
              <a:rPr lang="en-US" sz="1100" dirty="0" err="1">
                <a:solidFill>
                  <a:srgbClr val="178CCB"/>
                </a:solidFill>
              </a:rPr>
              <a:t>theme_void</a:t>
            </a:r>
            <a:r>
              <a:rPr lang="en-US" sz="1100" dirty="0">
                <a:solidFill>
                  <a:srgbClr val="178CCB"/>
                </a:solidFill>
              </a:rPr>
              <a:t>()</a:t>
            </a:r>
            <a:endParaRPr sz="1100" dirty="0">
              <a:solidFill>
                <a:srgbClr val="178CCB"/>
              </a:solidFill>
            </a:endParaRPr>
          </a:p>
        </p:txBody>
      </p:sp>
      <p:pic>
        <p:nvPicPr>
          <p:cNvPr id="5" name="Picture 4">
            <a:extLst>
              <a:ext uri="{FF2B5EF4-FFF2-40B4-BE49-F238E27FC236}">
                <a16:creationId xmlns:a16="http://schemas.microsoft.com/office/drawing/2014/main" id="{23D64C02-B6D8-D8B8-5D5A-1CC006D1FF59}"/>
              </a:ext>
            </a:extLst>
          </p:cNvPr>
          <p:cNvPicPr>
            <a:picLocks noChangeAspect="1"/>
          </p:cNvPicPr>
          <p:nvPr/>
        </p:nvPicPr>
        <p:blipFill>
          <a:blip r:embed="rId3"/>
          <a:stretch>
            <a:fillRect/>
          </a:stretch>
        </p:blipFill>
        <p:spPr>
          <a:xfrm>
            <a:off x="6170808" y="526774"/>
            <a:ext cx="2973192" cy="4089952"/>
          </a:xfrm>
          <a:prstGeom prst="rect">
            <a:avLst/>
          </a:prstGeom>
        </p:spPr>
      </p:pic>
      <p:sp>
        <p:nvSpPr>
          <p:cNvPr id="6" name="TextBox 5">
            <a:extLst>
              <a:ext uri="{FF2B5EF4-FFF2-40B4-BE49-F238E27FC236}">
                <a16:creationId xmlns:a16="http://schemas.microsoft.com/office/drawing/2014/main" id="{3FADB6C3-1C4C-7600-A6F7-64CF158BDB91}"/>
              </a:ext>
            </a:extLst>
          </p:cNvPr>
          <p:cNvSpPr txBox="1"/>
          <p:nvPr/>
        </p:nvSpPr>
        <p:spPr bwMode="auto">
          <a:xfrm>
            <a:off x="4572000" y="3929169"/>
            <a:ext cx="2240365" cy="307777"/>
          </a:xfrm>
          <a:prstGeom prst="rect">
            <a:avLst/>
          </a:prstGeom>
          <a:noFill/>
          <a:ln w="19050" algn="ctr">
            <a:noFill/>
            <a:miter lim="800000"/>
            <a:headEnd/>
            <a:tailEnd/>
          </a:ln>
        </p:spPr>
        <p:txBody>
          <a:bodyPr wrap="square">
            <a:spAutoFit/>
          </a:bodyPr>
          <a:lstStyle/>
          <a:p>
            <a:r>
              <a:rPr lang="en-US" sz="1400" dirty="0"/>
              <a:t>Gradient (red </a:t>
            </a:r>
            <a:r>
              <a:rPr lang="en-US" sz="1400" dirty="0">
                <a:sym typeface="Wingdings" pitchFamily="2" charset="2"/>
              </a:rPr>
              <a:t> green)</a:t>
            </a:r>
            <a:r>
              <a:rPr lang="en-US" sz="1400" dirty="0"/>
              <a:t> </a:t>
            </a:r>
          </a:p>
        </p:txBody>
      </p:sp>
      <p:cxnSp>
        <p:nvCxnSpPr>
          <p:cNvPr id="7" name="Straight Arrow Connector 6">
            <a:extLst>
              <a:ext uri="{FF2B5EF4-FFF2-40B4-BE49-F238E27FC236}">
                <a16:creationId xmlns:a16="http://schemas.microsoft.com/office/drawing/2014/main" id="{E61EE023-A830-3B24-E9E2-EC9D68D773C8}"/>
              </a:ext>
            </a:extLst>
          </p:cNvPr>
          <p:cNvCxnSpPr>
            <a:cxnSpLocks/>
          </p:cNvCxnSpPr>
          <p:nvPr/>
        </p:nvCxnSpPr>
        <p:spPr>
          <a:xfrm flipV="1">
            <a:off x="3747052" y="4083058"/>
            <a:ext cx="824948" cy="216735"/>
          </a:xfrm>
          <a:prstGeom prst="straightConnector1">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5565954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Các </a:t>
            </a:r>
            <a:r>
              <a:rPr lang="en-US" dirty="0" err="1"/>
              <a:t>mẹo</a:t>
            </a:r>
            <a:r>
              <a:rPr lang="en-US" dirty="0"/>
              <a:t> </a:t>
            </a:r>
            <a:r>
              <a:rPr lang="en-US" dirty="0" err="1"/>
              <a:t>khi</a:t>
            </a:r>
            <a:r>
              <a:rPr lang="en-US" dirty="0"/>
              <a:t> </a:t>
            </a:r>
            <a:r>
              <a:rPr lang="en-US" dirty="0" err="1"/>
              <a:t>lập</a:t>
            </a:r>
            <a:r>
              <a:rPr lang="en-US" dirty="0"/>
              <a:t> </a:t>
            </a:r>
            <a:r>
              <a:rPr lang="en-US" dirty="0" err="1"/>
              <a:t>bản</a:t>
            </a:r>
            <a:r>
              <a:rPr lang="en-US" dirty="0"/>
              <a:t> </a:t>
            </a:r>
            <a:r>
              <a:rPr lang="en-US" dirty="0" err="1"/>
              <a:t>đồ</a:t>
            </a:r>
            <a:r>
              <a:rPr lang="en-US" dirty="0"/>
              <a:t>.</a:t>
            </a:r>
            <a:br>
              <a:rPr lang="en-US" dirty="0"/>
            </a:br>
            <a:endParaRPr dirty="0"/>
          </a:p>
        </p:txBody>
      </p:sp>
      <p:sp>
        <p:nvSpPr>
          <p:cNvPr id="3" name="Content Placeholder 2"/>
          <p:cNvSpPr>
            <a:spLocks noGrp="1"/>
          </p:cNvSpPr>
          <p:nvPr>
            <p:ph idx="1"/>
          </p:nvPr>
        </p:nvSpPr>
        <p:spPr>
          <a:xfrm>
            <a:off x="459686" y="1401417"/>
            <a:ext cx="4154356" cy="2932045"/>
          </a:xfrm>
        </p:spPr>
        <p:txBody>
          <a:bodyPr/>
          <a:lstStyle/>
          <a:p>
            <a:r>
              <a:rPr lang="en-US" dirty="0" err="1"/>
              <a:t>Sử</a:t>
            </a:r>
            <a:r>
              <a:rPr lang="en-US" dirty="0"/>
              <a:t> </a:t>
            </a:r>
            <a:r>
              <a:rPr lang="en-US" dirty="0" err="1"/>
              <a:t>dụng</a:t>
            </a:r>
            <a:r>
              <a:rPr lang="en-US" dirty="0"/>
              <a:t> thang </a:t>
            </a:r>
            <a:r>
              <a:rPr lang="en-US" dirty="0" err="1"/>
              <a:t>màu</a:t>
            </a:r>
            <a:r>
              <a:rPr lang="en-US" dirty="0"/>
              <a:t> </a:t>
            </a:r>
            <a:r>
              <a:rPr lang="en-US" dirty="0" err="1"/>
              <a:t>trực</a:t>
            </a:r>
            <a:r>
              <a:rPr lang="en-US" dirty="0"/>
              <a:t> </a:t>
            </a:r>
            <a:r>
              <a:rPr lang="en-US" dirty="0" err="1"/>
              <a:t>quan</a:t>
            </a:r>
            <a:r>
              <a:rPr lang="en-US" dirty="0"/>
              <a:t>, </a:t>
            </a:r>
            <a:r>
              <a:rPr lang="en-US" dirty="0" err="1"/>
              <a:t>dễ</a:t>
            </a:r>
            <a:r>
              <a:rPr lang="en-US" dirty="0"/>
              <a:t> </a:t>
            </a:r>
            <a:r>
              <a:rPr lang="en-US" dirty="0" err="1"/>
              <a:t>hiểu</a:t>
            </a:r>
            <a:endParaRPr dirty="0"/>
          </a:p>
          <a:p>
            <a:r>
              <a:rPr lang="en-US" dirty="0" err="1"/>
              <a:t>Tránh</a:t>
            </a:r>
            <a:r>
              <a:rPr lang="en-US" dirty="0"/>
              <a:t> </a:t>
            </a:r>
            <a:r>
              <a:rPr lang="en-US" dirty="0" err="1"/>
              <a:t>dùng</a:t>
            </a:r>
            <a:r>
              <a:rPr lang="en-US" dirty="0"/>
              <a:t> </a:t>
            </a:r>
            <a:r>
              <a:rPr lang="en-US" dirty="0" err="1"/>
              <a:t>quá</a:t>
            </a:r>
            <a:r>
              <a:rPr lang="en-US" dirty="0"/>
              <a:t> </a:t>
            </a:r>
            <a:r>
              <a:rPr lang="en-US" dirty="0" err="1"/>
              <a:t>nhiều</a:t>
            </a:r>
            <a:r>
              <a:rPr lang="en-US" dirty="0"/>
              <a:t> </a:t>
            </a:r>
            <a:r>
              <a:rPr lang="en-US" dirty="0" err="1"/>
              <a:t>nhóm</a:t>
            </a:r>
            <a:r>
              <a:rPr lang="en-US" dirty="0"/>
              <a:t> </a:t>
            </a:r>
            <a:r>
              <a:rPr lang="en-US" dirty="0" err="1"/>
              <a:t>phân</a:t>
            </a:r>
            <a:r>
              <a:rPr lang="en-US" dirty="0"/>
              <a:t> </a:t>
            </a:r>
            <a:r>
              <a:rPr lang="en-US" dirty="0" err="1"/>
              <a:t>loại</a:t>
            </a:r>
            <a:endParaRPr dirty="0"/>
          </a:p>
          <a:p>
            <a:r>
              <a:rPr lang="en-US" dirty="0" err="1"/>
              <a:t>Bổ</a:t>
            </a:r>
            <a:r>
              <a:rPr lang="en-US" dirty="0"/>
              <a:t> sung </a:t>
            </a:r>
            <a:r>
              <a:rPr lang="en-US" dirty="0" err="1"/>
              <a:t>chú</a:t>
            </a:r>
            <a:r>
              <a:rPr lang="en-US" dirty="0"/>
              <a:t> </a:t>
            </a:r>
            <a:r>
              <a:rPr lang="en-US" dirty="0" err="1"/>
              <a:t>giải</a:t>
            </a:r>
            <a:r>
              <a:rPr lang="en-US" dirty="0"/>
              <a:t> </a:t>
            </a:r>
            <a:r>
              <a:rPr lang="en-US" dirty="0" err="1"/>
              <a:t>và</a:t>
            </a:r>
            <a:r>
              <a:rPr lang="en-US" dirty="0"/>
              <a:t> </a:t>
            </a:r>
            <a:r>
              <a:rPr lang="en-US" dirty="0" err="1"/>
              <a:t>nhãn</a:t>
            </a:r>
            <a:endParaRPr lang="en-US" dirty="0"/>
          </a:p>
          <a:p>
            <a:r>
              <a:rPr lang="en-US" dirty="0"/>
              <a:t>Bảo </a:t>
            </a:r>
            <a:r>
              <a:rPr lang="en-US" dirty="0" err="1"/>
              <a:t>đảm</a:t>
            </a:r>
            <a:r>
              <a:rPr lang="en-US" dirty="0"/>
              <a:t> </a:t>
            </a:r>
            <a:r>
              <a:rPr lang="en-US" dirty="0" err="1"/>
              <a:t>tính</a:t>
            </a:r>
            <a:r>
              <a:rPr lang="en-US" dirty="0"/>
              <a:t> </a:t>
            </a:r>
            <a:r>
              <a:rPr lang="en-US" dirty="0" err="1"/>
              <a:t>chính</a:t>
            </a:r>
            <a:r>
              <a:rPr lang="en-US" dirty="0"/>
              <a:t> </a:t>
            </a:r>
            <a:r>
              <a:rPr lang="en-US" dirty="0" err="1"/>
              <a:t>xác</a:t>
            </a:r>
            <a:r>
              <a:rPr lang="en-US" dirty="0"/>
              <a:t> </a:t>
            </a:r>
            <a:r>
              <a:rPr lang="en-US" dirty="0" err="1"/>
              <a:t>về</a:t>
            </a:r>
            <a:r>
              <a:rPr lang="en-US" dirty="0"/>
              <a:t> </a:t>
            </a:r>
            <a:r>
              <a:rPr lang="en-US" dirty="0" err="1"/>
              <a:t>mặt</a:t>
            </a:r>
            <a:r>
              <a:rPr lang="en-US" dirty="0"/>
              <a:t> </a:t>
            </a:r>
            <a:r>
              <a:rPr lang="en-US" dirty="0" err="1"/>
              <a:t>địa</a:t>
            </a:r>
            <a:r>
              <a:rPr lang="en-US" dirty="0"/>
              <a:t> </a:t>
            </a:r>
            <a:r>
              <a:rPr lang="en-US" dirty="0" err="1"/>
              <a:t>lý</a:t>
            </a:r>
            <a:endParaRPr lang="en-US" dirty="0"/>
          </a:p>
        </p:txBody>
      </p:sp>
      <p:pic>
        <p:nvPicPr>
          <p:cNvPr id="4" name="Picture 3">
            <a:extLst>
              <a:ext uri="{FF2B5EF4-FFF2-40B4-BE49-F238E27FC236}">
                <a16:creationId xmlns:a16="http://schemas.microsoft.com/office/drawing/2014/main" id="{BFF81F8C-81A6-94CE-AA81-0D2A4ABF7420}"/>
              </a:ext>
            </a:extLst>
          </p:cNvPr>
          <p:cNvPicPr>
            <a:picLocks noChangeAspect="1"/>
          </p:cNvPicPr>
          <p:nvPr/>
        </p:nvPicPr>
        <p:blipFill>
          <a:blip r:embed="rId3"/>
          <a:stretch>
            <a:fillRect/>
          </a:stretch>
        </p:blipFill>
        <p:spPr>
          <a:xfrm>
            <a:off x="4764157" y="1712014"/>
            <a:ext cx="1795670" cy="2693505"/>
          </a:xfrm>
          <a:prstGeom prst="rect">
            <a:avLst/>
          </a:prstGeom>
        </p:spPr>
      </p:pic>
      <p:pic>
        <p:nvPicPr>
          <p:cNvPr id="5" name="Picture 4">
            <a:extLst>
              <a:ext uri="{FF2B5EF4-FFF2-40B4-BE49-F238E27FC236}">
                <a16:creationId xmlns:a16="http://schemas.microsoft.com/office/drawing/2014/main" id="{94F6DFA3-AECD-4286-C458-7AD7924193D5}"/>
              </a:ext>
            </a:extLst>
          </p:cNvPr>
          <p:cNvPicPr>
            <a:picLocks noChangeAspect="1"/>
          </p:cNvPicPr>
          <p:nvPr/>
        </p:nvPicPr>
        <p:blipFill>
          <a:blip r:embed="rId4"/>
          <a:stretch>
            <a:fillRect/>
          </a:stretch>
        </p:blipFill>
        <p:spPr>
          <a:xfrm>
            <a:off x="7086599" y="1712014"/>
            <a:ext cx="1958009" cy="2693457"/>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5210" y="192627"/>
            <a:ext cx="8173580" cy="937235"/>
          </a:xfrm>
        </p:spPr>
        <p:txBody>
          <a:bodyPr/>
          <a:lstStyle/>
          <a:p>
            <a:r>
              <a:rPr lang="en-US" sz="3200" dirty="0"/>
              <a:t>Quy </a:t>
            </a:r>
            <a:r>
              <a:rPr lang="en-US" sz="3200" dirty="0" err="1"/>
              <a:t>trình</a:t>
            </a:r>
            <a:r>
              <a:rPr lang="en-US" sz="3200" dirty="0"/>
              <a:t> </a:t>
            </a:r>
            <a:r>
              <a:rPr lang="en-US" sz="3200" dirty="0" err="1"/>
              <a:t>làm</a:t>
            </a:r>
            <a:r>
              <a:rPr lang="en-US" sz="3200" dirty="0"/>
              <a:t> </a:t>
            </a:r>
            <a:r>
              <a:rPr lang="en-US" sz="3200" dirty="0" err="1"/>
              <a:t>việc</a:t>
            </a:r>
            <a:r>
              <a:rPr lang="en-US" sz="3200" dirty="0"/>
              <a:t> </a:t>
            </a:r>
            <a:r>
              <a:rPr lang="en-US" sz="3200" dirty="0" err="1"/>
              <a:t>có</a:t>
            </a:r>
            <a:r>
              <a:rPr lang="en-US" sz="3200" dirty="0"/>
              <a:t> </a:t>
            </a:r>
            <a:r>
              <a:rPr lang="en-US" sz="3200" dirty="0" err="1"/>
              <a:t>thể</a:t>
            </a:r>
            <a:r>
              <a:rPr lang="en-US" sz="3200" dirty="0"/>
              <a:t> </a:t>
            </a:r>
            <a:r>
              <a:rPr lang="en-US" sz="3200" dirty="0" err="1"/>
              <a:t>lặp</a:t>
            </a:r>
            <a:r>
              <a:rPr lang="en-US" sz="3200" dirty="0"/>
              <a:t> </a:t>
            </a:r>
            <a:r>
              <a:rPr lang="en-US" sz="3200" dirty="0" err="1"/>
              <a:t>lại</a:t>
            </a:r>
            <a:r>
              <a:rPr lang="en-US" sz="3200" dirty="0"/>
              <a:t> </a:t>
            </a:r>
            <a:r>
              <a:rPr lang="en-US" sz="3200" dirty="0" err="1"/>
              <a:t>cùng</a:t>
            </a:r>
            <a:r>
              <a:rPr lang="en-US" sz="3200" dirty="0"/>
              <a:t> </a:t>
            </a:r>
            <a:r>
              <a:rPr lang="en-US" sz="3200" dirty="0" err="1"/>
              <a:t>kết</a:t>
            </a:r>
            <a:r>
              <a:rPr lang="en-US" sz="3200" dirty="0"/>
              <a:t> </a:t>
            </a:r>
            <a:r>
              <a:rPr lang="en-US" sz="3200" dirty="0" err="1"/>
              <a:t>quả</a:t>
            </a:r>
            <a:r>
              <a:rPr lang="en-US" sz="3200" dirty="0"/>
              <a:t> (Quy </a:t>
            </a:r>
            <a:r>
              <a:rPr lang="en-US" sz="3200" dirty="0" err="1"/>
              <a:t>trình</a:t>
            </a:r>
            <a:r>
              <a:rPr lang="en-US" sz="3200" dirty="0"/>
              <a:t> </a:t>
            </a:r>
            <a:r>
              <a:rPr lang="en-US" sz="3200" dirty="0" err="1"/>
              <a:t>làm</a:t>
            </a:r>
            <a:r>
              <a:rPr lang="en-US" sz="3200" dirty="0"/>
              <a:t> </a:t>
            </a:r>
            <a:r>
              <a:rPr lang="en-US" sz="3200" dirty="0" err="1"/>
              <a:t>việc</a:t>
            </a:r>
            <a:r>
              <a:rPr lang="en-US" sz="3200" dirty="0"/>
              <a:t> </a:t>
            </a:r>
            <a:r>
              <a:rPr lang="en-US" sz="3200" dirty="0" err="1"/>
              <a:t>có</a:t>
            </a:r>
            <a:r>
              <a:rPr lang="en-US" sz="3200" dirty="0"/>
              <a:t> </a:t>
            </a:r>
            <a:r>
              <a:rPr lang="en-US" sz="3200" dirty="0" err="1"/>
              <a:t>thể</a:t>
            </a:r>
            <a:r>
              <a:rPr lang="en-US" sz="3200" dirty="0"/>
              <a:t> </a:t>
            </a:r>
            <a:r>
              <a:rPr lang="en-US" sz="3200" dirty="0" err="1"/>
              <a:t>tái</a:t>
            </a:r>
            <a:r>
              <a:rPr lang="en-US" sz="3200" dirty="0"/>
              <a:t> </a:t>
            </a:r>
            <a:r>
              <a:rPr lang="en-US" sz="3200" dirty="0" err="1"/>
              <a:t>lập</a:t>
            </a:r>
            <a:r>
              <a:rPr lang="en-US" sz="3200" dirty="0"/>
              <a:t>) </a:t>
            </a:r>
            <a:endParaRPr sz="3200" dirty="0"/>
          </a:p>
        </p:txBody>
      </p:sp>
      <p:sp>
        <p:nvSpPr>
          <p:cNvPr id="3" name="Content Placeholder 2"/>
          <p:cNvSpPr>
            <a:spLocks noGrp="1"/>
          </p:cNvSpPr>
          <p:nvPr>
            <p:ph idx="1"/>
          </p:nvPr>
        </p:nvSpPr>
        <p:spPr>
          <a:xfrm>
            <a:off x="485210" y="1553817"/>
            <a:ext cx="8137665" cy="2932045"/>
          </a:xfrm>
        </p:spPr>
        <p:txBody>
          <a:bodyPr/>
          <a:lstStyle/>
          <a:p>
            <a:pPr marL="0" indent="0">
              <a:buNone/>
            </a:pPr>
            <a:r>
              <a:rPr lang="en-US" dirty="0"/>
              <a:t>Các </a:t>
            </a:r>
            <a:r>
              <a:rPr lang="en-US" dirty="0" err="1"/>
              <a:t>thực</a:t>
            </a:r>
            <a:r>
              <a:rPr lang="en-US" dirty="0"/>
              <a:t> </a:t>
            </a:r>
            <a:r>
              <a:rPr lang="en-US" dirty="0" err="1"/>
              <a:t>hành</a:t>
            </a:r>
            <a:r>
              <a:rPr lang="en-US" dirty="0"/>
              <a:t> </a:t>
            </a:r>
            <a:r>
              <a:rPr lang="en-US" dirty="0" err="1"/>
              <a:t>tốt</a:t>
            </a:r>
            <a:r>
              <a:rPr lang="en-US" dirty="0"/>
              <a:t> </a:t>
            </a:r>
            <a:r>
              <a:rPr lang="en-US" dirty="0" err="1"/>
              <a:t>nhất</a:t>
            </a:r>
            <a:r>
              <a:rPr lang="en-US" dirty="0"/>
              <a:t>:</a:t>
            </a:r>
            <a:endParaRPr dirty="0"/>
          </a:p>
          <a:p>
            <a:r>
              <a:rPr lang="en-US" dirty="0" err="1"/>
              <a:t>Sắp</a:t>
            </a:r>
            <a:r>
              <a:rPr lang="en-US" dirty="0"/>
              <a:t> </a:t>
            </a:r>
            <a:r>
              <a:rPr lang="en-US" dirty="0" err="1"/>
              <a:t>xếp</a:t>
            </a:r>
            <a:r>
              <a:rPr lang="en-US" dirty="0"/>
              <a:t> </a:t>
            </a:r>
            <a:r>
              <a:rPr lang="en-US" dirty="0" err="1"/>
              <a:t>các</a:t>
            </a:r>
            <a:r>
              <a:rPr lang="en-US" dirty="0"/>
              <a:t> </a:t>
            </a:r>
            <a:r>
              <a:rPr lang="en-US" dirty="0" err="1"/>
              <a:t>tệp</a:t>
            </a:r>
            <a:r>
              <a:rPr lang="en-US" dirty="0"/>
              <a:t> </a:t>
            </a:r>
            <a:r>
              <a:rPr lang="en-US" dirty="0" err="1"/>
              <a:t>lệnh</a:t>
            </a:r>
            <a:r>
              <a:rPr lang="en-US" dirty="0"/>
              <a:t> (scripts) </a:t>
            </a:r>
            <a:r>
              <a:rPr lang="en-US" dirty="0" err="1"/>
              <a:t>một</a:t>
            </a:r>
            <a:r>
              <a:rPr lang="en-US" dirty="0"/>
              <a:t> </a:t>
            </a:r>
            <a:r>
              <a:rPr lang="en-US" dirty="0" err="1"/>
              <a:t>cách</a:t>
            </a:r>
            <a:r>
              <a:rPr lang="en-US" dirty="0"/>
              <a:t> </a:t>
            </a:r>
            <a:r>
              <a:rPr lang="en-US" dirty="0" err="1"/>
              <a:t>có</a:t>
            </a:r>
            <a:r>
              <a:rPr lang="en-US" dirty="0"/>
              <a:t> </a:t>
            </a:r>
            <a:r>
              <a:rPr lang="en-US" dirty="0" err="1"/>
              <a:t>tổ</a:t>
            </a:r>
            <a:r>
              <a:rPr lang="en-US" dirty="0"/>
              <a:t> </a:t>
            </a:r>
            <a:r>
              <a:rPr lang="en-US" dirty="0" err="1"/>
              <a:t>chức</a:t>
            </a:r>
            <a:endParaRPr dirty="0"/>
          </a:p>
          <a:p>
            <a:r>
              <a:rPr lang="en-US" dirty="0" err="1"/>
              <a:t>Sử</a:t>
            </a:r>
            <a:r>
              <a:rPr lang="en-US" dirty="0"/>
              <a:t> </a:t>
            </a:r>
            <a:r>
              <a:rPr lang="en-US" dirty="0" err="1"/>
              <a:t>dụng</a:t>
            </a:r>
            <a:r>
              <a:rPr lang="en-US" dirty="0"/>
              <a:t> </a:t>
            </a:r>
            <a:r>
              <a:rPr lang="en-US" dirty="0" err="1"/>
              <a:t>hệ</a:t>
            </a:r>
            <a:r>
              <a:rPr lang="en-US" dirty="0"/>
              <a:t> </a:t>
            </a:r>
            <a:r>
              <a:rPr lang="en-US" dirty="0" err="1"/>
              <a:t>thống</a:t>
            </a:r>
            <a:r>
              <a:rPr lang="en-US" dirty="0"/>
              <a:t> </a:t>
            </a:r>
            <a:r>
              <a:rPr lang="en-US" dirty="0" err="1"/>
              <a:t>kiểm</a:t>
            </a:r>
            <a:r>
              <a:rPr lang="en-US" dirty="0"/>
              <a:t> </a:t>
            </a:r>
            <a:r>
              <a:rPr lang="en-US" dirty="0" err="1"/>
              <a:t>soát</a:t>
            </a:r>
            <a:r>
              <a:rPr lang="en-US" dirty="0"/>
              <a:t> </a:t>
            </a:r>
            <a:r>
              <a:rPr lang="en-US" dirty="0" err="1"/>
              <a:t>phiên</a:t>
            </a:r>
            <a:r>
              <a:rPr lang="en-US" dirty="0"/>
              <a:t> </a:t>
            </a:r>
            <a:r>
              <a:rPr lang="en-US" dirty="0" err="1"/>
              <a:t>bản</a:t>
            </a:r>
            <a:r>
              <a:rPr dirty="0"/>
              <a:t> (Git</a:t>
            </a:r>
            <a:r>
              <a:rPr lang="en-US" dirty="0"/>
              <a:t>Hub</a:t>
            </a:r>
            <a:r>
              <a:rPr dirty="0"/>
              <a:t>)</a:t>
            </a:r>
          </a:p>
          <a:p>
            <a:r>
              <a:rPr lang="vi-VN" dirty="0"/>
              <a:t>Ghi lại các bước phân tích và trực quan hóa</a:t>
            </a:r>
            <a:endParaRPr dirty="0"/>
          </a:p>
          <a:p>
            <a:r>
              <a:rPr lang="en-US" dirty="0"/>
              <a:t>ự </a:t>
            </a:r>
            <a:r>
              <a:rPr lang="en-US" dirty="0" err="1"/>
              <a:t>động</a:t>
            </a:r>
            <a:r>
              <a:rPr lang="en-US" dirty="0"/>
              <a:t> </a:t>
            </a:r>
            <a:r>
              <a:rPr lang="en-US" dirty="0" err="1"/>
              <a:t>hóa</a:t>
            </a:r>
            <a:r>
              <a:rPr lang="en-US" dirty="0"/>
              <a:t> </a:t>
            </a:r>
            <a:r>
              <a:rPr lang="en-US" dirty="0" err="1"/>
              <a:t>báo</a:t>
            </a:r>
            <a:r>
              <a:rPr lang="en-US" dirty="0"/>
              <a:t> </a:t>
            </a:r>
            <a:r>
              <a:rPr lang="en-US" dirty="0" err="1"/>
              <a:t>cáo</a:t>
            </a:r>
            <a:r>
              <a:rPr lang="en-US" dirty="0"/>
              <a:t> </a:t>
            </a:r>
            <a:r>
              <a:rPr lang="en-US" dirty="0" err="1"/>
              <a:t>bằng</a:t>
            </a:r>
            <a:r>
              <a:rPr lang="en-US" dirty="0"/>
              <a:t>:</a:t>
            </a:r>
          </a:p>
          <a:p>
            <a:pPr lvl="1"/>
            <a:r>
              <a:rPr dirty="0"/>
              <a:t>Markdown</a:t>
            </a:r>
            <a:endParaRPr lang="en-US" dirty="0"/>
          </a:p>
          <a:p>
            <a:pPr lvl="1"/>
            <a:r>
              <a:rPr dirty="0"/>
              <a:t>Quarto</a:t>
            </a:r>
            <a:endParaRPr lang="en-US" dirty="0"/>
          </a:p>
          <a:p>
            <a:pPr lvl="1"/>
            <a:endParaRPr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3585" y="113799"/>
            <a:ext cx="8173580" cy="458587"/>
          </a:xfrm>
        </p:spPr>
        <p:txBody>
          <a:bodyPr/>
          <a:lstStyle/>
          <a:p>
            <a:r>
              <a:rPr lang="en-US" dirty="0" err="1"/>
              <a:t>Xuất</a:t>
            </a:r>
            <a:r>
              <a:rPr lang="en-US" dirty="0"/>
              <a:t> </a:t>
            </a:r>
            <a:r>
              <a:rPr lang="en-US" dirty="0" err="1"/>
              <a:t>biểu</a:t>
            </a:r>
            <a:r>
              <a:rPr lang="en-US" dirty="0"/>
              <a:t> </a:t>
            </a:r>
            <a:r>
              <a:rPr lang="en-US" dirty="0" err="1"/>
              <a:t>đồ</a:t>
            </a:r>
            <a:r>
              <a:rPr lang="en-US" dirty="0"/>
              <a:t> </a:t>
            </a:r>
            <a:r>
              <a:rPr lang="en-US" dirty="0" err="1"/>
              <a:t>đạt</a:t>
            </a:r>
            <a:r>
              <a:rPr lang="en-US" dirty="0"/>
              <a:t> </a:t>
            </a:r>
            <a:r>
              <a:rPr lang="en-US" dirty="0" err="1"/>
              <a:t>chuẩn</a:t>
            </a:r>
            <a:r>
              <a:rPr lang="en-US" dirty="0"/>
              <a:t> </a:t>
            </a:r>
            <a:r>
              <a:rPr lang="en-US" dirty="0" err="1"/>
              <a:t>công</a:t>
            </a:r>
            <a:r>
              <a:rPr lang="en-US" dirty="0"/>
              <a:t> </a:t>
            </a:r>
            <a:r>
              <a:rPr lang="en-US" dirty="0" err="1"/>
              <a:t>bố</a:t>
            </a:r>
            <a:endParaRPr dirty="0"/>
          </a:p>
        </p:txBody>
      </p:sp>
      <p:sp>
        <p:nvSpPr>
          <p:cNvPr id="3" name="Content Placeholder 2"/>
          <p:cNvSpPr>
            <a:spLocks noGrp="1"/>
          </p:cNvSpPr>
          <p:nvPr>
            <p:ph idx="1"/>
          </p:nvPr>
        </p:nvSpPr>
        <p:spPr>
          <a:xfrm>
            <a:off x="453585" y="944217"/>
            <a:ext cx="8137665" cy="2932045"/>
          </a:xfrm>
        </p:spPr>
        <p:txBody>
          <a:bodyPr/>
          <a:lstStyle/>
          <a:p>
            <a:pPr marL="0" indent="0">
              <a:buNone/>
            </a:pPr>
            <a:endParaRPr lang="en-US" sz="1400" dirty="0">
              <a:solidFill>
                <a:srgbClr val="178CCB"/>
              </a:solidFill>
            </a:endParaRPr>
          </a:p>
          <a:p>
            <a:pPr marL="0" indent="0">
              <a:buNone/>
            </a:pPr>
            <a:r>
              <a:rPr lang="en-US" sz="1400" dirty="0">
                <a:solidFill>
                  <a:srgbClr val="178CCB"/>
                </a:solidFill>
              </a:rPr>
              <a:t>p &lt;- </a:t>
            </a:r>
            <a:r>
              <a:rPr lang="en-US" sz="1400" dirty="0" err="1">
                <a:solidFill>
                  <a:srgbClr val="178CCB"/>
                </a:solidFill>
              </a:rPr>
              <a:t>ggplot</a:t>
            </a:r>
            <a:r>
              <a:rPr lang="en-US" sz="1400" dirty="0">
                <a:solidFill>
                  <a:srgbClr val="178CCB"/>
                </a:solidFill>
              </a:rPr>
              <a:t>(V, </a:t>
            </a:r>
            <a:r>
              <a:rPr lang="en-US" sz="1400" dirty="0" err="1">
                <a:solidFill>
                  <a:srgbClr val="178CCB"/>
                </a:solidFill>
              </a:rPr>
              <a:t>aes</a:t>
            </a:r>
            <a:r>
              <a:rPr lang="en-US" sz="1400" dirty="0">
                <a:solidFill>
                  <a:srgbClr val="178CCB"/>
                </a:solidFill>
              </a:rPr>
              <a:t>(x = region, y = </a:t>
            </a:r>
            <a:r>
              <a:rPr lang="en-US" sz="1400" dirty="0" err="1">
                <a:solidFill>
                  <a:srgbClr val="178CCB"/>
                </a:solidFill>
              </a:rPr>
              <a:t>poverty_rate</a:t>
            </a:r>
            <a:r>
              <a:rPr lang="en-US" sz="1400" dirty="0">
                <a:solidFill>
                  <a:srgbClr val="178CCB"/>
                </a:solidFill>
              </a:rPr>
              <a:t>)) +</a:t>
            </a:r>
          </a:p>
          <a:p>
            <a:pPr marL="0" indent="0">
              <a:buNone/>
            </a:pPr>
            <a:r>
              <a:rPr lang="en-US" sz="1400" dirty="0">
                <a:solidFill>
                  <a:srgbClr val="178CCB"/>
                </a:solidFill>
              </a:rPr>
              <a:t>  </a:t>
            </a:r>
            <a:r>
              <a:rPr lang="en-US" sz="1400" dirty="0" err="1">
                <a:solidFill>
                  <a:srgbClr val="178CCB"/>
                </a:solidFill>
              </a:rPr>
              <a:t>geom_boxplot</a:t>
            </a:r>
            <a:r>
              <a:rPr lang="en-US" sz="1400" dirty="0">
                <a:solidFill>
                  <a:srgbClr val="178CCB"/>
                </a:solidFill>
              </a:rPr>
              <a:t>(fill = "</a:t>
            </a:r>
            <a:r>
              <a:rPr lang="en-US" sz="1400" dirty="0" err="1">
                <a:solidFill>
                  <a:srgbClr val="178CCB"/>
                </a:solidFill>
              </a:rPr>
              <a:t>steelblue</a:t>
            </a:r>
            <a:r>
              <a:rPr lang="en-US" sz="1400" dirty="0">
                <a:solidFill>
                  <a:srgbClr val="178CCB"/>
                </a:solidFill>
              </a:rPr>
              <a:t>", alpha = 0.7) +</a:t>
            </a:r>
          </a:p>
          <a:p>
            <a:pPr marL="0" indent="0">
              <a:buNone/>
            </a:pPr>
            <a:r>
              <a:rPr lang="en-US" sz="1400" dirty="0">
                <a:solidFill>
                  <a:srgbClr val="178CCB"/>
                </a:solidFill>
              </a:rPr>
              <a:t>  labs(</a:t>
            </a:r>
          </a:p>
          <a:p>
            <a:pPr marL="0" indent="0">
              <a:buNone/>
            </a:pPr>
            <a:r>
              <a:rPr lang="en-US" sz="1400" dirty="0">
                <a:solidFill>
                  <a:srgbClr val="178CCB"/>
                </a:solidFill>
              </a:rPr>
              <a:t>    title = "Poverty Rate by Region",</a:t>
            </a:r>
          </a:p>
          <a:p>
            <a:pPr marL="0" indent="0">
              <a:buNone/>
            </a:pPr>
            <a:r>
              <a:rPr lang="en-US" sz="1400" dirty="0">
                <a:solidFill>
                  <a:srgbClr val="178CCB"/>
                </a:solidFill>
              </a:rPr>
              <a:t>    x = "Region",</a:t>
            </a:r>
          </a:p>
          <a:p>
            <a:pPr marL="0" indent="0">
              <a:buNone/>
            </a:pPr>
            <a:r>
              <a:rPr lang="en-US" sz="1400" dirty="0">
                <a:solidFill>
                  <a:srgbClr val="178CCB"/>
                </a:solidFill>
              </a:rPr>
              <a:t>    y = "Poverty Rate (%)"</a:t>
            </a:r>
          </a:p>
          <a:p>
            <a:pPr marL="0" indent="0">
              <a:buNone/>
            </a:pPr>
            <a:r>
              <a:rPr lang="en-US" sz="1400" dirty="0">
                <a:solidFill>
                  <a:srgbClr val="178CCB"/>
                </a:solidFill>
              </a:rPr>
              <a:t>  ) +</a:t>
            </a:r>
          </a:p>
          <a:p>
            <a:pPr marL="0" indent="0">
              <a:buNone/>
            </a:pPr>
            <a:r>
              <a:rPr lang="en-US" sz="1400" dirty="0">
                <a:solidFill>
                  <a:srgbClr val="178CCB"/>
                </a:solidFill>
              </a:rPr>
              <a:t>  </a:t>
            </a:r>
            <a:r>
              <a:rPr lang="en-US" sz="1400" dirty="0" err="1">
                <a:solidFill>
                  <a:srgbClr val="178CCB"/>
                </a:solidFill>
              </a:rPr>
              <a:t>theme_minimal</a:t>
            </a:r>
            <a:r>
              <a:rPr lang="en-US" sz="1400" dirty="0">
                <a:solidFill>
                  <a:srgbClr val="178CCB"/>
                </a:solidFill>
              </a:rPr>
              <a:t>()</a:t>
            </a:r>
          </a:p>
          <a:p>
            <a:pPr marL="0" indent="0">
              <a:buNone/>
            </a:pPr>
            <a:endParaRPr lang="en-US" sz="1400" dirty="0">
              <a:solidFill>
                <a:srgbClr val="178CCB"/>
              </a:solidFill>
            </a:endParaRPr>
          </a:p>
          <a:p>
            <a:pPr marL="0" indent="0">
              <a:buNone/>
            </a:pPr>
            <a:r>
              <a:rPr lang="en-US" sz="1400" dirty="0">
                <a:solidFill>
                  <a:srgbClr val="178CCB"/>
                </a:solidFill>
              </a:rPr>
              <a:t># Save as JPG</a:t>
            </a:r>
          </a:p>
          <a:p>
            <a:pPr marL="0" indent="0">
              <a:buNone/>
            </a:pPr>
            <a:r>
              <a:rPr lang="en-US" sz="1400" dirty="0" err="1">
                <a:solidFill>
                  <a:srgbClr val="178CCB"/>
                </a:solidFill>
              </a:rPr>
              <a:t>ggsave</a:t>
            </a:r>
            <a:r>
              <a:rPr lang="en-US" sz="1400" dirty="0">
                <a:solidFill>
                  <a:srgbClr val="178CCB"/>
                </a:solidFill>
              </a:rPr>
              <a:t>("</a:t>
            </a:r>
            <a:r>
              <a:rPr lang="en-US" sz="1400" dirty="0" err="1">
                <a:solidFill>
                  <a:srgbClr val="178CCB"/>
                </a:solidFill>
              </a:rPr>
              <a:t>poverty_rate_boxplot.jpg</a:t>
            </a:r>
            <a:r>
              <a:rPr lang="en-US" sz="1400" dirty="0">
                <a:solidFill>
                  <a:srgbClr val="178CCB"/>
                </a:solidFill>
              </a:rPr>
              <a:t>", plot = p, width = 8, height = 6, dpi = 300)</a:t>
            </a:r>
          </a:p>
        </p:txBody>
      </p:sp>
      <p:pic>
        <p:nvPicPr>
          <p:cNvPr id="4" name="Picture 3">
            <a:extLst>
              <a:ext uri="{FF2B5EF4-FFF2-40B4-BE49-F238E27FC236}">
                <a16:creationId xmlns:a16="http://schemas.microsoft.com/office/drawing/2014/main" id="{70045143-96D6-10E4-346F-BB97C60F4CAF}"/>
              </a:ext>
            </a:extLst>
          </p:cNvPr>
          <p:cNvPicPr>
            <a:picLocks noChangeAspect="1"/>
          </p:cNvPicPr>
          <p:nvPr/>
        </p:nvPicPr>
        <p:blipFill>
          <a:blip r:embed="rId3"/>
          <a:stretch>
            <a:fillRect/>
          </a:stretch>
        </p:blipFill>
        <p:spPr>
          <a:xfrm>
            <a:off x="5997437" y="3611495"/>
            <a:ext cx="2476500" cy="292100"/>
          </a:xfrm>
          <a:prstGeom prst="rect">
            <a:avLst/>
          </a:prstGeom>
        </p:spPr>
      </p:pic>
      <p:cxnSp>
        <p:nvCxnSpPr>
          <p:cNvPr id="6" name="Elbow Connector 5">
            <a:extLst>
              <a:ext uri="{FF2B5EF4-FFF2-40B4-BE49-F238E27FC236}">
                <a16:creationId xmlns:a16="http://schemas.microsoft.com/office/drawing/2014/main" id="{191BD33A-E74E-C647-AB6E-65204BC10103}"/>
              </a:ext>
            </a:extLst>
          </p:cNvPr>
          <p:cNvCxnSpPr/>
          <p:nvPr/>
        </p:nvCxnSpPr>
        <p:spPr>
          <a:xfrm flipV="1">
            <a:off x="5357191" y="3747052"/>
            <a:ext cx="496957" cy="238539"/>
          </a:xfrm>
          <a:prstGeom prst="bentConnector3">
            <a:avLst>
              <a:gd name="adj1" fmla="val -4000"/>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E2B769-D7B4-0F32-1B51-CD2A6AD70B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7B9A6A-5100-71DA-6BE9-6E29F6586C0E}"/>
              </a:ext>
            </a:extLst>
          </p:cNvPr>
          <p:cNvSpPr>
            <a:spLocks noGrp="1"/>
          </p:cNvSpPr>
          <p:nvPr>
            <p:ph type="title"/>
          </p:nvPr>
        </p:nvSpPr>
        <p:spPr>
          <a:xfrm>
            <a:off x="573882" y="131956"/>
            <a:ext cx="7886700" cy="787701"/>
          </a:xfrm>
        </p:spPr>
        <p:txBody>
          <a:bodyPr/>
          <a:lstStyle/>
          <a:p>
            <a:r>
              <a:rPr lang="en-US" sz="2800" dirty="0" err="1"/>
              <a:t>Trực</a:t>
            </a:r>
            <a:r>
              <a:rPr lang="en-US" sz="2800" dirty="0"/>
              <a:t> </a:t>
            </a:r>
            <a:r>
              <a:rPr lang="en-US" sz="2800" dirty="0" err="1"/>
              <a:t>quan</a:t>
            </a:r>
            <a:r>
              <a:rPr lang="en-US" sz="2800" dirty="0"/>
              <a:t> </a:t>
            </a:r>
            <a:r>
              <a:rPr lang="en-US" sz="2800" dirty="0" err="1"/>
              <a:t>hóa</a:t>
            </a:r>
            <a:r>
              <a:rPr lang="en-US" sz="2800" dirty="0"/>
              <a:t> </a:t>
            </a:r>
            <a:r>
              <a:rPr lang="en-US" sz="2800" dirty="0" err="1"/>
              <a:t>dữ</a:t>
            </a:r>
            <a:r>
              <a:rPr lang="en-US" sz="2800" dirty="0"/>
              <a:t> </a:t>
            </a:r>
            <a:r>
              <a:rPr lang="en-US" sz="2800" dirty="0" err="1"/>
              <a:t>liệu</a:t>
            </a:r>
            <a:r>
              <a:rPr lang="en-US" sz="2800" dirty="0"/>
              <a:t> </a:t>
            </a:r>
            <a:r>
              <a:rPr lang="en-US" sz="2800" dirty="0" err="1"/>
              <a:t>bằng</a:t>
            </a:r>
            <a:r>
              <a:rPr lang="en-US" sz="2800" dirty="0"/>
              <a:t> R</a:t>
            </a:r>
            <a:br>
              <a:rPr lang="en-US" sz="2800" dirty="0"/>
            </a:br>
            <a:r>
              <a:rPr lang="en-US" sz="2800" dirty="0" err="1"/>
              <a:t>Thử</a:t>
            </a:r>
            <a:r>
              <a:rPr lang="en-US" sz="2800" dirty="0"/>
              <a:t> </a:t>
            </a:r>
            <a:r>
              <a:rPr lang="en-US" sz="2800" dirty="0" err="1"/>
              <a:t>sử</a:t>
            </a:r>
            <a:r>
              <a:rPr lang="en-US" sz="2800" dirty="0"/>
              <a:t> </a:t>
            </a:r>
            <a:r>
              <a:rPr lang="en-US" sz="2800" dirty="0" err="1"/>
              <a:t>dụng</a:t>
            </a:r>
            <a:r>
              <a:rPr lang="en-US" sz="2800" dirty="0"/>
              <a:t> AI </a:t>
            </a:r>
            <a:r>
              <a:rPr lang="en-US" sz="2800" dirty="0" err="1"/>
              <a:t>và</a:t>
            </a:r>
            <a:r>
              <a:rPr lang="en-US" sz="2800" dirty="0"/>
              <a:t> </a:t>
            </a:r>
            <a:r>
              <a:rPr lang="en-US" sz="2800" dirty="0" err="1"/>
              <a:t>lập</a:t>
            </a:r>
            <a:r>
              <a:rPr lang="en-US" sz="2800" dirty="0"/>
              <a:t> </a:t>
            </a:r>
            <a:r>
              <a:rPr lang="en-US" sz="2800" dirty="0" err="1"/>
              <a:t>báo</a:t>
            </a:r>
            <a:r>
              <a:rPr lang="en-US" sz="2800" dirty="0"/>
              <a:t> </a:t>
            </a:r>
            <a:r>
              <a:rPr lang="en-US" sz="2800" dirty="0" err="1"/>
              <a:t>cáo</a:t>
            </a:r>
            <a:r>
              <a:rPr lang="en-US" sz="2800" dirty="0"/>
              <a:t> (5 </a:t>
            </a:r>
            <a:r>
              <a:rPr lang="en-US" sz="2800" dirty="0" err="1"/>
              <a:t>phút</a:t>
            </a:r>
            <a:r>
              <a:rPr lang="en-US" sz="2800" dirty="0"/>
              <a:t>)</a:t>
            </a:r>
          </a:p>
        </p:txBody>
      </p:sp>
      <p:sp>
        <p:nvSpPr>
          <p:cNvPr id="5" name="Text Placeholder 4">
            <a:extLst>
              <a:ext uri="{FF2B5EF4-FFF2-40B4-BE49-F238E27FC236}">
                <a16:creationId xmlns:a16="http://schemas.microsoft.com/office/drawing/2014/main" id="{D9A207F9-6E12-E7E9-8D7C-7817BE3B9CE9}"/>
              </a:ext>
            </a:extLst>
          </p:cNvPr>
          <p:cNvSpPr>
            <a:spLocks noGrp="1"/>
          </p:cNvSpPr>
          <p:nvPr>
            <p:ph type="body" idx="1"/>
          </p:nvPr>
        </p:nvSpPr>
        <p:spPr>
          <a:xfrm>
            <a:off x="135319" y="1140008"/>
            <a:ext cx="2299970" cy="411173"/>
          </a:xfrm>
        </p:spPr>
        <p:txBody>
          <a:bodyPr>
            <a:normAutofit fontScale="92500" lnSpcReduction="10000"/>
          </a:bodyPr>
          <a:lstStyle/>
          <a:p>
            <a:r>
              <a:rPr lang="en-US" sz="1200" dirty="0" err="1"/>
              <a:t>Chọn</a:t>
            </a:r>
            <a:r>
              <a:rPr lang="en-US" sz="1200" dirty="0"/>
              <a:t> </a:t>
            </a:r>
            <a:r>
              <a:rPr lang="en-US" sz="1200" dirty="0" err="1"/>
              <a:t>bất</a:t>
            </a:r>
            <a:r>
              <a:rPr lang="en-US" sz="1200" dirty="0"/>
              <a:t> </a:t>
            </a:r>
            <a:r>
              <a:rPr lang="en-US" sz="1200" dirty="0" err="1"/>
              <a:t>kỳ</a:t>
            </a:r>
            <a:r>
              <a:rPr lang="en-US" sz="1200" dirty="0"/>
              <a:t> </a:t>
            </a:r>
            <a:r>
              <a:rPr lang="en-US" sz="1200" dirty="0" err="1"/>
              <a:t>công</a:t>
            </a:r>
            <a:r>
              <a:rPr lang="en-US" sz="1200" dirty="0"/>
              <a:t> </a:t>
            </a:r>
            <a:r>
              <a:rPr lang="en-US" sz="1200" dirty="0" err="1"/>
              <a:t>cụ</a:t>
            </a:r>
            <a:r>
              <a:rPr lang="en-US" sz="1200" dirty="0"/>
              <a:t> AI </a:t>
            </a:r>
            <a:r>
              <a:rPr lang="en-US" sz="1200" dirty="0" err="1"/>
              <a:t>nào</a:t>
            </a:r>
            <a:r>
              <a:rPr lang="en-US" sz="1200" dirty="0"/>
              <a:t> </a:t>
            </a:r>
            <a:r>
              <a:rPr lang="en-US" sz="1200" dirty="0" err="1"/>
              <a:t>trong</a:t>
            </a:r>
            <a:r>
              <a:rPr lang="en-US" sz="1200" dirty="0"/>
              <a:t> </a:t>
            </a:r>
            <a:r>
              <a:rPr lang="en-US" sz="1200" dirty="0" err="1"/>
              <a:t>số</a:t>
            </a:r>
            <a:r>
              <a:rPr lang="en-US" sz="1200" dirty="0"/>
              <a:t> </a:t>
            </a:r>
            <a:r>
              <a:rPr lang="en-US" sz="1200" dirty="0" err="1"/>
              <a:t>các</a:t>
            </a:r>
            <a:r>
              <a:rPr lang="en-US" sz="1200" dirty="0"/>
              <a:t> </a:t>
            </a:r>
            <a:r>
              <a:rPr lang="en-US" sz="1200" dirty="0" err="1"/>
              <a:t>công</a:t>
            </a:r>
            <a:r>
              <a:rPr lang="en-US" sz="1200" dirty="0"/>
              <a:t> </a:t>
            </a:r>
            <a:r>
              <a:rPr lang="en-US" sz="1200" dirty="0" err="1"/>
              <a:t>cụ</a:t>
            </a:r>
            <a:r>
              <a:rPr lang="en-US" sz="1200" dirty="0"/>
              <a:t> </a:t>
            </a:r>
            <a:r>
              <a:rPr lang="en-US" sz="1200" dirty="0" err="1"/>
              <a:t>sau</a:t>
            </a:r>
            <a:endParaRPr lang="en-US" sz="1200" dirty="0"/>
          </a:p>
        </p:txBody>
      </p:sp>
      <p:sp>
        <p:nvSpPr>
          <p:cNvPr id="3" name="Content Placeholder 2">
            <a:extLst>
              <a:ext uri="{FF2B5EF4-FFF2-40B4-BE49-F238E27FC236}">
                <a16:creationId xmlns:a16="http://schemas.microsoft.com/office/drawing/2014/main" id="{ED8111B6-5667-6BBE-BB26-1931A2BB7316}"/>
              </a:ext>
            </a:extLst>
          </p:cNvPr>
          <p:cNvSpPr>
            <a:spLocks noGrp="1"/>
          </p:cNvSpPr>
          <p:nvPr>
            <p:ph sz="half" idx="2"/>
          </p:nvPr>
        </p:nvSpPr>
        <p:spPr>
          <a:xfrm>
            <a:off x="135319" y="1683296"/>
            <a:ext cx="2299970" cy="2763441"/>
          </a:xfrm>
        </p:spPr>
        <p:txBody>
          <a:bodyPr>
            <a:noAutofit/>
          </a:bodyPr>
          <a:lstStyle/>
          <a:p>
            <a:pPr marL="0" indent="0">
              <a:buNone/>
            </a:pPr>
            <a:r>
              <a:rPr lang="en-US" sz="900" b="1" dirty="0"/>
              <a:t>General</a:t>
            </a:r>
          </a:p>
          <a:p>
            <a:r>
              <a:rPr lang="en-US" sz="900" dirty="0"/>
              <a:t>ChatGPT: </a:t>
            </a:r>
            <a:r>
              <a:rPr lang="en-US" sz="900" dirty="0">
                <a:hlinkClick r:id="rId3"/>
              </a:rPr>
              <a:t>https://chatgpt.com</a:t>
            </a:r>
            <a:r>
              <a:rPr lang="en-US" sz="900" dirty="0"/>
              <a:t> </a:t>
            </a:r>
          </a:p>
          <a:p>
            <a:r>
              <a:rPr lang="en-US" sz="900" dirty="0"/>
              <a:t>Claude: </a:t>
            </a:r>
            <a:r>
              <a:rPr lang="en-US" sz="900" dirty="0">
                <a:hlinkClick r:id="rId4"/>
              </a:rPr>
              <a:t>https://claude.ai</a:t>
            </a:r>
            <a:r>
              <a:rPr lang="en-US" sz="900" dirty="0"/>
              <a:t> </a:t>
            </a:r>
          </a:p>
          <a:p>
            <a:r>
              <a:rPr lang="en-US" sz="900" dirty="0"/>
              <a:t>Copilot: </a:t>
            </a:r>
            <a:r>
              <a:rPr lang="en-US" sz="900" dirty="0">
                <a:hlinkClick r:id="rId5"/>
              </a:rPr>
              <a:t>https://copilot.microsoft.com</a:t>
            </a:r>
            <a:r>
              <a:rPr lang="en-US" sz="900" dirty="0"/>
              <a:t> </a:t>
            </a:r>
          </a:p>
          <a:p>
            <a:r>
              <a:rPr lang="en-US" sz="900" dirty="0"/>
              <a:t>Gemini: </a:t>
            </a:r>
            <a:r>
              <a:rPr lang="en-US" sz="900" dirty="0">
                <a:hlinkClick r:id="rId6"/>
              </a:rPr>
              <a:t>https://gemini.google.com</a:t>
            </a:r>
            <a:r>
              <a:rPr lang="en-US" sz="900" dirty="0"/>
              <a:t> </a:t>
            </a:r>
          </a:p>
          <a:p>
            <a:r>
              <a:rPr lang="en-US" sz="900" dirty="0"/>
              <a:t>Perplexity: </a:t>
            </a:r>
            <a:r>
              <a:rPr lang="en-US" sz="900" dirty="0">
                <a:hlinkClick r:id="rId7"/>
              </a:rPr>
              <a:t>https://perplexity.ai</a:t>
            </a:r>
            <a:endParaRPr lang="en-US" sz="900" dirty="0"/>
          </a:p>
        </p:txBody>
      </p:sp>
      <p:sp>
        <p:nvSpPr>
          <p:cNvPr id="6" name="Text Placeholder 5">
            <a:extLst>
              <a:ext uri="{FF2B5EF4-FFF2-40B4-BE49-F238E27FC236}">
                <a16:creationId xmlns:a16="http://schemas.microsoft.com/office/drawing/2014/main" id="{99304D40-47BD-850C-39BF-65D43532461C}"/>
              </a:ext>
            </a:extLst>
          </p:cNvPr>
          <p:cNvSpPr>
            <a:spLocks noGrp="1"/>
          </p:cNvSpPr>
          <p:nvPr>
            <p:ph type="body" sz="quarter" idx="3"/>
          </p:nvPr>
        </p:nvSpPr>
        <p:spPr>
          <a:xfrm>
            <a:off x="2511104" y="1140007"/>
            <a:ext cx="3887391" cy="411173"/>
          </a:xfrm>
        </p:spPr>
        <p:txBody>
          <a:bodyPr>
            <a:normAutofit fontScale="92500" lnSpcReduction="10000"/>
          </a:bodyPr>
          <a:lstStyle/>
          <a:p>
            <a:r>
              <a:rPr lang="en-US" sz="1200" dirty="0"/>
              <a:t>Prompt AI </a:t>
            </a:r>
            <a:r>
              <a:rPr lang="en-US" sz="1200" dirty="0" err="1"/>
              <a:t>để</a:t>
            </a:r>
            <a:r>
              <a:rPr lang="en-US" sz="1200" dirty="0"/>
              <a:t> </a:t>
            </a:r>
            <a:r>
              <a:rPr lang="en-US" sz="1200" dirty="0" err="1"/>
              <a:t>tạo</a:t>
            </a:r>
            <a:r>
              <a:rPr lang="en-US" sz="1200" dirty="0"/>
              <a:t> </a:t>
            </a:r>
            <a:r>
              <a:rPr lang="en-US" sz="1200" dirty="0" err="1"/>
              <a:t>mã</a:t>
            </a:r>
            <a:r>
              <a:rPr lang="en-US" sz="1200" dirty="0"/>
              <a:t> R </a:t>
            </a:r>
            <a:r>
              <a:rPr lang="en-US" sz="1200" dirty="0" err="1"/>
              <a:t>cho</a:t>
            </a:r>
            <a:r>
              <a:rPr lang="en-US" sz="1200" dirty="0"/>
              <a:t> </a:t>
            </a:r>
            <a:r>
              <a:rPr lang="en-US" sz="1200" dirty="0" err="1"/>
              <a:t>trực</a:t>
            </a:r>
            <a:r>
              <a:rPr lang="en-US" sz="1200" dirty="0"/>
              <a:t> </a:t>
            </a:r>
            <a:r>
              <a:rPr lang="en-US" sz="1200" dirty="0" err="1"/>
              <a:t>quan</a:t>
            </a:r>
            <a:r>
              <a:rPr lang="en-US" sz="1200" dirty="0"/>
              <a:t> </a:t>
            </a:r>
            <a:r>
              <a:rPr lang="en-US" sz="1200" dirty="0" err="1"/>
              <a:t>hóa</a:t>
            </a:r>
            <a:r>
              <a:rPr lang="en-US" sz="1200" dirty="0"/>
              <a:t> </a:t>
            </a:r>
            <a:r>
              <a:rPr lang="en-US" sz="1200" dirty="0" err="1"/>
              <a:t>dữ</a:t>
            </a:r>
            <a:r>
              <a:rPr lang="en-US" sz="1200" dirty="0"/>
              <a:t> </a:t>
            </a:r>
            <a:r>
              <a:rPr lang="en-US" sz="1200" dirty="0" err="1"/>
              <a:t>liệu</a:t>
            </a:r>
            <a:r>
              <a:rPr lang="en-US" sz="1200" dirty="0"/>
              <a:t>.</a:t>
            </a:r>
            <a:endParaRPr lang="en-US" sz="1200" dirty="0">
              <a:solidFill>
                <a:srgbClr val="FF0000"/>
              </a:solidFill>
            </a:endParaRPr>
          </a:p>
        </p:txBody>
      </p:sp>
      <p:sp>
        <p:nvSpPr>
          <p:cNvPr id="4" name="Content Placeholder 3">
            <a:extLst>
              <a:ext uri="{FF2B5EF4-FFF2-40B4-BE49-F238E27FC236}">
                <a16:creationId xmlns:a16="http://schemas.microsoft.com/office/drawing/2014/main" id="{4B520DA9-7298-F3BF-8444-F436B4A4CA02}"/>
              </a:ext>
            </a:extLst>
          </p:cNvPr>
          <p:cNvSpPr>
            <a:spLocks noGrp="1"/>
          </p:cNvSpPr>
          <p:nvPr>
            <p:ph sz="quarter" idx="4"/>
          </p:nvPr>
        </p:nvSpPr>
        <p:spPr>
          <a:xfrm>
            <a:off x="2435289" y="1551181"/>
            <a:ext cx="6573391" cy="2895556"/>
          </a:xfrm>
        </p:spPr>
        <p:txBody>
          <a:bodyPr>
            <a:noAutofit/>
          </a:bodyPr>
          <a:lstStyle/>
          <a:p>
            <a:r>
              <a:rPr lang="vi-VN" sz="1000" b="1" dirty="0"/>
              <a:t>HỆ THỐNG / BỐI CẢNH:</a:t>
            </a:r>
            <a:r>
              <a:rPr lang="vi-VN" sz="1000" dirty="0"/>
              <a:t> Bạn là trợ lý hỗ trợ tạo mã </a:t>
            </a:r>
            <a:r>
              <a:rPr lang="vi-VN" sz="1000" b="1" dirty="0"/>
              <a:t>R</a:t>
            </a:r>
            <a:r>
              <a:rPr lang="vi-VN" sz="1000" dirty="0"/>
              <a:t> để trực quan hóa dữ liệu. Hãy giữ mã R đơn giản, dễ đọc và bổ sung chú thích khi cần. Bạn không cần tạo dữ liệu. Tên của bộ dữ liệu và các biến sẽ được cung cấp. Nếu cần, hãy cung cấp mã R để tải bản đồ từ</a:t>
            </a:r>
            <a:r>
              <a:rPr lang="en-US" sz="1000" dirty="0"/>
              <a:t> </a:t>
            </a:r>
            <a:r>
              <a:rPr lang="en-US" sz="1000" dirty="0">
                <a:solidFill>
                  <a:srgbClr val="178CCB"/>
                </a:solidFill>
                <a:hlinkClick r:id="rId8"/>
              </a:rPr>
              <a:t>https://gadm.org/</a:t>
            </a:r>
            <a:r>
              <a:rPr lang="en-US" sz="1000" dirty="0"/>
              <a:t>.</a:t>
            </a:r>
          </a:p>
          <a:p>
            <a:r>
              <a:rPr lang="en-US" sz="1000" b="1" dirty="0"/>
              <a:t>YÊU CẦU NGƯỜI DÙNG:</a:t>
            </a:r>
            <a:endParaRPr lang="en-US" sz="1000" dirty="0"/>
          </a:p>
          <a:p>
            <a:pPr lvl="0"/>
            <a:r>
              <a:rPr lang="vi-VN" sz="1000" dirty="0"/>
              <a:t>Tôi muốn có mã R sử dụng </a:t>
            </a:r>
            <a:r>
              <a:rPr lang="vi-VN" sz="1000" b="1" dirty="0"/>
              <a:t>“</a:t>
            </a:r>
            <a:r>
              <a:rPr lang="vi-VN" sz="1000" dirty="0">
                <a:solidFill>
                  <a:srgbClr val="FF0000"/>
                </a:solidFill>
              </a:rPr>
              <a:t>bộ dữ liệu (ví dụ: V)” </a:t>
            </a:r>
            <a:r>
              <a:rPr lang="vi-VN" sz="1000" dirty="0"/>
              <a:t>để tạo một trong các dạng biểu đồ sau: </a:t>
            </a:r>
            <a:r>
              <a:rPr lang="vi-VN" sz="1000" dirty="0">
                <a:solidFill>
                  <a:srgbClr val="FF0000"/>
                </a:solidFill>
              </a:rPr>
              <a:t>biểu đồ cột, biểu đồ đường, biểu đồ mosaic, biểu đồ tần suất (histogram), biểu đồ hộp (boxplot), biểu đồ phân tán kèm đường hồi quy, hoặc bản đồ </a:t>
            </a:r>
            <a:r>
              <a:rPr lang="vi-VN" sz="1000" dirty="0"/>
              <a:t>nhằm thể hiện </a:t>
            </a:r>
            <a:r>
              <a:rPr lang="vi-VN" sz="1000" b="1" dirty="0"/>
              <a:t>“</a:t>
            </a:r>
            <a:r>
              <a:rPr lang="vi-VN" sz="1000" dirty="0">
                <a:solidFill>
                  <a:srgbClr val="FF0000"/>
                </a:solidFill>
              </a:rPr>
              <a:t>mối quan hệ giữa tỷ lệ nghèo cấp tỉnh (biến: poverty_rate) và tỷ lệ biết chữ (biến: literacy_rate)” </a:t>
            </a:r>
            <a:r>
              <a:rPr lang="vi-VN" sz="1000" dirty="0"/>
              <a:t>tại Việt Nam</a:t>
            </a:r>
            <a:r>
              <a:rPr lang="vi-VN" sz="1000" dirty="0">
                <a:solidFill>
                  <a:srgbClr val="FF0000"/>
                </a:solidFill>
              </a:rPr>
              <a:t>.</a:t>
            </a:r>
            <a:r>
              <a:rPr lang="en-US" sz="1000" dirty="0">
                <a:solidFill>
                  <a:srgbClr val="FF0000"/>
                </a:solidFill>
              </a:rPr>
              <a:t> </a:t>
            </a:r>
          </a:p>
          <a:p>
            <a:pPr marL="0" indent="0">
              <a:buNone/>
            </a:pPr>
            <a:r>
              <a:rPr lang="en-US" sz="1000" dirty="0" err="1"/>
              <a:t>Hãy</a:t>
            </a:r>
            <a:r>
              <a:rPr lang="en-US" sz="1000" dirty="0"/>
              <a:t> </a:t>
            </a:r>
            <a:r>
              <a:rPr lang="en-US" sz="1000" dirty="0" err="1"/>
              <a:t>tuân</a:t>
            </a:r>
            <a:r>
              <a:rPr lang="en-US" sz="1000" dirty="0"/>
              <a:t> </a:t>
            </a:r>
            <a:r>
              <a:rPr lang="en-US" sz="1000" dirty="0" err="1"/>
              <a:t>thủ</a:t>
            </a:r>
            <a:r>
              <a:rPr lang="en-US" sz="1000" dirty="0"/>
              <a:t> </a:t>
            </a:r>
            <a:r>
              <a:rPr lang="en-US" sz="1000" dirty="0" err="1"/>
              <a:t>chính</a:t>
            </a:r>
            <a:r>
              <a:rPr lang="en-US" sz="1000" dirty="0"/>
              <a:t> </a:t>
            </a:r>
            <a:r>
              <a:rPr lang="en-US" sz="1000" dirty="0" err="1"/>
              <a:t>xác</a:t>
            </a:r>
            <a:r>
              <a:rPr lang="en-US" sz="1000" dirty="0"/>
              <a:t> </a:t>
            </a:r>
            <a:r>
              <a:rPr lang="en-US" sz="1000" dirty="0" err="1"/>
              <a:t>các</a:t>
            </a:r>
            <a:r>
              <a:rPr lang="en-US" sz="1000" dirty="0"/>
              <a:t> </a:t>
            </a:r>
            <a:r>
              <a:rPr lang="en-US" sz="1000" dirty="0" err="1"/>
              <a:t>nguyên</a:t>
            </a:r>
            <a:r>
              <a:rPr lang="en-US" sz="1000" dirty="0"/>
              <a:t> </a:t>
            </a:r>
            <a:r>
              <a:rPr lang="en-US" sz="1000" dirty="0" err="1"/>
              <a:t>tắc</a:t>
            </a:r>
            <a:r>
              <a:rPr lang="en-US" sz="1000" dirty="0"/>
              <a:t> </a:t>
            </a:r>
            <a:r>
              <a:rPr lang="en-US" sz="1000" dirty="0" err="1"/>
              <a:t>của</a:t>
            </a:r>
            <a:r>
              <a:rPr lang="en-US" sz="1000" dirty="0"/>
              <a:t> </a:t>
            </a:r>
            <a:r>
              <a:rPr lang="en-US" sz="1000" dirty="0" err="1"/>
              <a:t>trực</a:t>
            </a:r>
            <a:r>
              <a:rPr lang="en-US" sz="1000" dirty="0"/>
              <a:t> </a:t>
            </a:r>
            <a:r>
              <a:rPr lang="en-US" sz="1000" dirty="0" err="1"/>
              <a:t>quan</a:t>
            </a:r>
            <a:r>
              <a:rPr lang="en-US" sz="1000" dirty="0"/>
              <a:t> </a:t>
            </a:r>
            <a:r>
              <a:rPr lang="en-US" sz="1000" dirty="0" err="1"/>
              <a:t>hóa</a:t>
            </a:r>
            <a:r>
              <a:rPr lang="en-US" sz="1000" dirty="0"/>
              <a:t> </a:t>
            </a:r>
            <a:r>
              <a:rPr lang="en-US" sz="1000" dirty="0" err="1"/>
              <a:t>hiệu</a:t>
            </a:r>
            <a:r>
              <a:rPr lang="en-US" sz="1000" dirty="0"/>
              <a:t> </a:t>
            </a:r>
            <a:r>
              <a:rPr lang="en-US" sz="1000" dirty="0" err="1"/>
              <a:t>quả</a:t>
            </a:r>
            <a:r>
              <a:rPr lang="en-US" sz="1000" dirty="0"/>
              <a:t>:</a:t>
            </a:r>
          </a:p>
          <a:p>
            <a:pPr lvl="0"/>
            <a:r>
              <a:rPr lang="vi-VN" sz="1000" b="1" dirty="0"/>
              <a:t>Đơn giản: </a:t>
            </a:r>
            <a:r>
              <a:rPr lang="vi-VN" sz="1000" dirty="0"/>
              <a:t>Giữ biểu đồ đơn giản, tránh các yếu tố không cần thiết (đường thừa, quá nhiều màu, không dùng lưới, v.v.) để thông điệp chính dễ hiểu.</a:t>
            </a:r>
            <a:endParaRPr lang="en-US" sz="1000" dirty="0"/>
          </a:p>
          <a:p>
            <a:pPr lvl="0"/>
            <a:r>
              <a:rPr lang="vi-VN" sz="1000" b="1" dirty="0"/>
              <a:t>Rõ ràng: </a:t>
            </a:r>
            <a:r>
              <a:rPr lang="vi-VN" sz="1000" dirty="0"/>
              <a:t>Sử dụng nhãn, tiêu đề và chú giải rõ ràng để người xem có thể nhanh chóng diễn giải thông tin.</a:t>
            </a:r>
            <a:endParaRPr lang="en-US" sz="1000" dirty="0"/>
          </a:p>
          <a:p>
            <a:pPr lvl="0"/>
            <a:r>
              <a:rPr lang="vi-VN" sz="1000" b="1" dirty="0"/>
              <a:t>Chính xác: </a:t>
            </a:r>
            <a:r>
              <a:rPr lang="vi-VN" sz="1000" dirty="0"/>
              <a:t>Bảo đảm dữ liệu được thể hiện trung thực, không dùng thang đo gây hiểu nhầm hoặc làm méo mó thông tin. Đặt giới hạn trục theo phạm vi dữ liệu.</a:t>
            </a:r>
            <a:endParaRPr lang="en-US" sz="1000" dirty="0"/>
          </a:p>
          <a:p>
            <a:pPr lvl="0"/>
            <a:r>
              <a:rPr lang="vi-VN" sz="1000" b="1" dirty="0"/>
              <a:t>Phù hợp: </a:t>
            </a:r>
            <a:r>
              <a:rPr lang="vi-VN" sz="1000" dirty="0"/>
              <a:t>Chọn loại biểu đồ phù hợp nhất với dữ liệu và câu hỏi nghiên cứu.</a:t>
            </a:r>
            <a:endParaRPr lang="en-US" sz="1000" dirty="0"/>
          </a:p>
          <a:p>
            <a:pPr lvl="0"/>
            <a:r>
              <a:rPr lang="vi-VN" sz="1000" b="1" dirty="0"/>
              <a:t>Định dạng nhất quán: </a:t>
            </a:r>
            <a:r>
              <a:rPr lang="vi-VN" sz="1000" dirty="0"/>
              <a:t>Sử dụng màu sắc, phông chữ và kiểu trình bày nhất quán giữa các biểu đồ để tăng khả năng đọc và so sánh.</a:t>
            </a:r>
            <a:endParaRPr lang="en-US" sz="1000" dirty="0"/>
          </a:p>
          <a:p>
            <a:pPr lvl="0"/>
            <a:r>
              <a:rPr lang="vi-VN" sz="1000" b="1" dirty="0"/>
              <a:t>Xuất hình đạt chuẩn công bố: </a:t>
            </a:r>
            <a:r>
              <a:rPr lang="vi-VN" sz="1000" dirty="0"/>
              <a:t>Hiển thị và lưu biểu đồ dưới định dạng jpg, với dpi = 300.</a:t>
            </a:r>
            <a:endParaRPr lang="en-US" sz="1000" dirty="0"/>
          </a:p>
        </p:txBody>
      </p:sp>
      <p:cxnSp>
        <p:nvCxnSpPr>
          <p:cNvPr id="13" name="Straight Connector 12">
            <a:extLst>
              <a:ext uri="{FF2B5EF4-FFF2-40B4-BE49-F238E27FC236}">
                <a16:creationId xmlns:a16="http://schemas.microsoft.com/office/drawing/2014/main" id="{E073EC13-6D0D-EFF2-F92F-3734855E4195}"/>
              </a:ext>
            </a:extLst>
          </p:cNvPr>
          <p:cNvCxnSpPr>
            <a:cxnSpLocks/>
          </p:cNvCxnSpPr>
          <p:nvPr/>
        </p:nvCxnSpPr>
        <p:spPr>
          <a:xfrm>
            <a:off x="135319" y="1672046"/>
            <a:ext cx="2215995"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4160ED79-C52B-31BD-B172-A95D290E50FF}"/>
              </a:ext>
            </a:extLst>
          </p:cNvPr>
          <p:cNvCxnSpPr>
            <a:cxnSpLocks/>
          </p:cNvCxnSpPr>
          <p:nvPr/>
        </p:nvCxnSpPr>
        <p:spPr>
          <a:xfrm>
            <a:off x="2511104" y="1672046"/>
            <a:ext cx="6427623"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1313161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err="1"/>
              <a:t>Những</a:t>
            </a:r>
            <a:r>
              <a:rPr dirty="0"/>
              <a:t> </a:t>
            </a:r>
            <a:r>
              <a:rPr dirty="0" err="1"/>
              <a:t>điểm</a:t>
            </a:r>
            <a:r>
              <a:rPr dirty="0"/>
              <a:t> </a:t>
            </a:r>
            <a:r>
              <a:rPr dirty="0" err="1"/>
              <a:t>chính</a:t>
            </a:r>
            <a:r>
              <a:rPr dirty="0"/>
              <a:t> </a:t>
            </a:r>
            <a:r>
              <a:rPr dirty="0" err="1"/>
              <a:t>cần</a:t>
            </a:r>
            <a:r>
              <a:rPr dirty="0"/>
              <a:t> </a:t>
            </a:r>
            <a:r>
              <a:rPr dirty="0" err="1"/>
              <a:t>ghi</a:t>
            </a:r>
            <a:r>
              <a:rPr dirty="0"/>
              <a:t> </a:t>
            </a:r>
            <a:r>
              <a:rPr dirty="0" err="1"/>
              <a:t>nhớ</a:t>
            </a:r>
            <a:endParaRPr dirty="0"/>
          </a:p>
        </p:txBody>
      </p:sp>
      <p:sp>
        <p:nvSpPr>
          <p:cNvPr id="3" name="Content Placeholder 2"/>
          <p:cNvSpPr>
            <a:spLocks noGrp="1"/>
          </p:cNvSpPr>
          <p:nvPr>
            <p:ph idx="1"/>
          </p:nvPr>
        </p:nvSpPr>
        <p:spPr/>
        <p:txBody>
          <a:bodyPr/>
          <a:lstStyle/>
          <a:p>
            <a:r>
              <a:rPr lang="vi-VN" dirty="0"/>
              <a:t>Trực quan hóa rõ ràng giúp tăng cường hiệu quả truyền đạt kết quả nghiên cứu</a:t>
            </a:r>
            <a:endParaRPr lang="en-US" dirty="0"/>
          </a:p>
          <a:p>
            <a:r>
              <a:rPr lang="vi-VN" dirty="0"/>
              <a:t>ggplot2 cho phép tạo các biểu đồ linh hoạt và chất lượng cao</a:t>
            </a:r>
            <a:endParaRPr lang="en-US" dirty="0"/>
          </a:p>
          <a:p>
            <a:r>
              <a:rPr lang="en-US" dirty="0" err="1"/>
              <a:t>Bản</a:t>
            </a:r>
            <a:r>
              <a:rPr lang="en-US" dirty="0"/>
              <a:t> </a:t>
            </a:r>
            <a:r>
              <a:rPr lang="en-US" dirty="0" err="1"/>
              <a:t>đồ</a:t>
            </a:r>
            <a:r>
              <a:rPr lang="en-US" dirty="0"/>
              <a:t> </a:t>
            </a:r>
            <a:r>
              <a:rPr lang="en-US" dirty="0" err="1"/>
              <a:t>giúp</a:t>
            </a:r>
            <a:r>
              <a:rPr lang="en-US" dirty="0"/>
              <a:t> </a:t>
            </a:r>
            <a:r>
              <a:rPr lang="en-US" dirty="0" err="1"/>
              <a:t>làm</a:t>
            </a:r>
            <a:r>
              <a:rPr lang="en-US" dirty="0"/>
              <a:t> </a:t>
            </a:r>
            <a:r>
              <a:rPr lang="en-US" dirty="0" err="1"/>
              <a:t>nổi</a:t>
            </a:r>
            <a:r>
              <a:rPr lang="en-US" dirty="0"/>
              <a:t> </a:t>
            </a:r>
            <a:r>
              <a:rPr lang="en-US" dirty="0" err="1"/>
              <a:t>bật</a:t>
            </a:r>
            <a:r>
              <a:rPr lang="en-US" dirty="0"/>
              <a:t> </a:t>
            </a:r>
            <a:r>
              <a:rPr lang="en-US" dirty="0" err="1"/>
              <a:t>các</a:t>
            </a:r>
            <a:r>
              <a:rPr lang="en-US" dirty="0"/>
              <a:t> </a:t>
            </a:r>
            <a:r>
              <a:rPr lang="en-US" dirty="0" err="1"/>
              <a:t>mô</a:t>
            </a:r>
            <a:r>
              <a:rPr lang="en-US" dirty="0"/>
              <a:t> </a:t>
            </a:r>
            <a:r>
              <a:rPr lang="en-US" dirty="0" err="1"/>
              <a:t>hình</a:t>
            </a:r>
            <a:r>
              <a:rPr lang="en-US" dirty="0"/>
              <a:t> </a:t>
            </a:r>
            <a:r>
              <a:rPr lang="en-US" dirty="0" err="1"/>
              <a:t>sức</a:t>
            </a:r>
            <a:r>
              <a:rPr lang="en-US" dirty="0"/>
              <a:t> </a:t>
            </a:r>
            <a:r>
              <a:rPr lang="en-US" dirty="0" err="1"/>
              <a:t>khỏe</a:t>
            </a:r>
            <a:r>
              <a:rPr lang="en-US" dirty="0"/>
              <a:t> </a:t>
            </a:r>
            <a:r>
              <a:rPr lang="en-US" dirty="0" err="1"/>
              <a:t>theo</a:t>
            </a:r>
            <a:r>
              <a:rPr lang="en-US" dirty="0"/>
              <a:t> </a:t>
            </a:r>
            <a:r>
              <a:rPr lang="en-US" dirty="0" err="1"/>
              <a:t>không</a:t>
            </a:r>
            <a:r>
              <a:rPr lang="en-US" dirty="0"/>
              <a:t> </a:t>
            </a:r>
            <a:r>
              <a:rPr lang="en-US" dirty="0" err="1"/>
              <a:t>gian</a:t>
            </a:r>
            <a:r>
              <a:rPr lang="en-US" dirty="0"/>
              <a:t> </a:t>
            </a:r>
            <a:r>
              <a:rPr lang="en-US" dirty="0" err="1"/>
              <a:t>địa</a:t>
            </a:r>
            <a:r>
              <a:rPr lang="en-US" dirty="0"/>
              <a:t> </a:t>
            </a:r>
            <a:r>
              <a:rPr lang="en-US" dirty="0" err="1"/>
              <a:t>lý</a:t>
            </a:r>
            <a:endParaRPr lang="en-US" dirty="0"/>
          </a:p>
          <a:p>
            <a:r>
              <a:rPr lang="en-US" dirty="0"/>
              <a:t>Quy </a:t>
            </a:r>
            <a:r>
              <a:rPr lang="en-US" dirty="0" err="1"/>
              <a:t>trình</a:t>
            </a:r>
            <a:r>
              <a:rPr lang="en-US" dirty="0"/>
              <a:t> </a:t>
            </a:r>
            <a:r>
              <a:rPr lang="en-US" dirty="0" err="1"/>
              <a:t>làm</a:t>
            </a:r>
            <a:r>
              <a:rPr lang="en-US" dirty="0"/>
              <a:t> </a:t>
            </a:r>
            <a:r>
              <a:rPr lang="en-US" dirty="0" err="1"/>
              <a:t>việc</a:t>
            </a:r>
            <a:r>
              <a:rPr lang="en-US" dirty="0"/>
              <a:t> </a:t>
            </a:r>
            <a:r>
              <a:rPr lang="en-US" dirty="0" err="1"/>
              <a:t>có</a:t>
            </a:r>
            <a:r>
              <a:rPr lang="en-US" dirty="0"/>
              <a:t> </a:t>
            </a:r>
            <a:r>
              <a:rPr lang="en-US" dirty="0" err="1"/>
              <a:t>thể</a:t>
            </a:r>
            <a:r>
              <a:rPr lang="en-US" dirty="0"/>
              <a:t> </a:t>
            </a:r>
            <a:r>
              <a:rPr lang="en-US" dirty="0" err="1"/>
              <a:t>tái</a:t>
            </a:r>
            <a:r>
              <a:rPr lang="en-US" dirty="0"/>
              <a:t> </a:t>
            </a:r>
            <a:r>
              <a:rPr lang="en-US" dirty="0" err="1"/>
              <a:t>lập</a:t>
            </a:r>
            <a:r>
              <a:rPr lang="en-US" dirty="0"/>
              <a:t> </a:t>
            </a:r>
            <a:r>
              <a:rPr lang="en-US" dirty="0" err="1"/>
              <a:t>giúp</a:t>
            </a:r>
            <a:r>
              <a:rPr lang="en-US" dirty="0"/>
              <a:t> </a:t>
            </a:r>
            <a:r>
              <a:rPr lang="en-US" dirty="0" err="1"/>
              <a:t>tăng</a:t>
            </a:r>
            <a:r>
              <a:rPr lang="en-US" dirty="0"/>
              <a:t> </a:t>
            </a:r>
            <a:r>
              <a:rPr lang="en-US" dirty="0" err="1"/>
              <a:t>tính</a:t>
            </a:r>
            <a:r>
              <a:rPr lang="en-US" dirty="0"/>
              <a:t> </a:t>
            </a:r>
            <a:r>
              <a:rPr lang="en-US" dirty="0" err="1"/>
              <a:t>minh</a:t>
            </a:r>
            <a:r>
              <a:rPr lang="en-US" dirty="0"/>
              <a:t> </a:t>
            </a:r>
            <a:r>
              <a:rPr lang="en-US" dirty="0" err="1"/>
              <a:t>bạch</a:t>
            </a:r>
            <a:endParaRPr 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B3403A-101D-F33F-263B-D4C393086E7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0630B14-8FBC-26C0-7CEC-A4E10D4CAEE2}"/>
              </a:ext>
            </a:extLst>
          </p:cNvPr>
          <p:cNvSpPr>
            <a:spLocks noGrp="1"/>
          </p:cNvSpPr>
          <p:nvPr>
            <p:ph type="title"/>
          </p:nvPr>
        </p:nvSpPr>
        <p:spPr/>
        <p:txBody>
          <a:bodyPr/>
          <a:lstStyle/>
          <a:p>
            <a:r>
              <a:rPr lang="en-US" dirty="0"/>
              <a:t>Thảo </a:t>
            </a:r>
            <a:r>
              <a:rPr lang="en-US" dirty="0" err="1"/>
              <a:t>luận</a:t>
            </a:r>
            <a:r>
              <a:rPr lang="en-US" dirty="0"/>
              <a:t>, </a:t>
            </a:r>
            <a:r>
              <a:rPr lang="en-US" dirty="0" err="1"/>
              <a:t>Hỏi</a:t>
            </a:r>
            <a:r>
              <a:rPr lang="en-US" dirty="0"/>
              <a:t> </a:t>
            </a:r>
            <a:r>
              <a:rPr lang="en-US" dirty="0" err="1"/>
              <a:t>và</a:t>
            </a:r>
            <a:r>
              <a:rPr lang="en-US" dirty="0"/>
              <a:t> </a:t>
            </a:r>
            <a:r>
              <a:rPr lang="en-US" dirty="0" err="1"/>
              <a:t>Trả</a:t>
            </a:r>
            <a:r>
              <a:rPr lang="en-US" dirty="0"/>
              <a:t> </a:t>
            </a:r>
            <a:r>
              <a:rPr lang="en-US" dirty="0" err="1"/>
              <a:t>lời</a:t>
            </a:r>
            <a:endParaRPr lang="en-US" dirty="0"/>
          </a:p>
        </p:txBody>
      </p:sp>
      <p:pic>
        <p:nvPicPr>
          <p:cNvPr id="5" name="Picture 4" descr="A colorful circle with lines on it&#10;&#10;Description automatically generated">
            <a:extLst>
              <a:ext uri="{FF2B5EF4-FFF2-40B4-BE49-F238E27FC236}">
                <a16:creationId xmlns:a16="http://schemas.microsoft.com/office/drawing/2014/main" id="{DDE7B232-BDCB-C9C7-74CF-F2A153928F6B}"/>
              </a:ext>
            </a:extLst>
          </p:cNvPr>
          <p:cNvPicPr>
            <a:picLocks noChangeAspect="1"/>
          </p:cNvPicPr>
          <p:nvPr/>
        </p:nvPicPr>
        <p:blipFill>
          <a:blip r:embed="rId3" cstate="screen">
            <a:extLst>
              <a:ext uri="{28A0092B-C50C-407E-A947-70E740481C1C}">
                <a14:useLocalDpi xmlns:a14="http://schemas.microsoft.com/office/drawing/2010/main"/>
              </a:ext>
            </a:extLst>
          </a:blip>
          <a:srcRect/>
          <a:stretch>
            <a:fillRect/>
          </a:stretch>
        </p:blipFill>
        <p:spPr>
          <a:xfrm>
            <a:off x="7600227" y="1497816"/>
            <a:ext cx="1543773" cy="3207617"/>
          </a:xfrm>
          <a:prstGeom prst="rect">
            <a:avLst/>
          </a:prstGeom>
        </p:spPr>
      </p:pic>
      <p:sp>
        <p:nvSpPr>
          <p:cNvPr id="2" name="TextBox 1">
            <a:extLst>
              <a:ext uri="{FF2B5EF4-FFF2-40B4-BE49-F238E27FC236}">
                <a16:creationId xmlns:a16="http://schemas.microsoft.com/office/drawing/2014/main" id="{1C9193E5-DA18-D8E6-31B5-9B469A496D6E}"/>
              </a:ext>
            </a:extLst>
          </p:cNvPr>
          <p:cNvSpPr txBox="1"/>
          <p:nvPr/>
        </p:nvSpPr>
        <p:spPr bwMode="auto">
          <a:xfrm>
            <a:off x="389369" y="3442995"/>
            <a:ext cx="5679632" cy="615553"/>
          </a:xfrm>
          <a:prstGeom prst="rect">
            <a:avLst/>
          </a:prstGeom>
          <a:noFill/>
          <a:ln w="19050" algn="ctr">
            <a:noFill/>
            <a:miter lim="800000"/>
            <a:headEnd/>
            <a:tailEnd/>
          </a:ln>
        </p:spPr>
        <p:txBody>
          <a:bodyPr wrap="none" lIns="0" tIns="0" rIns="0" bIns="0" rtlCol="0">
            <a:spAutoFit/>
          </a:bodyPr>
          <a:lstStyle/>
          <a:p>
            <a:r>
              <a:rPr lang="en-US" sz="2000" dirty="0"/>
              <a:t>Slides, Data sets, Stata, and R codes:</a:t>
            </a:r>
            <a:endParaRPr lang="en-US" sz="2000" dirty="0">
              <a:hlinkClick r:id="rId4"/>
            </a:endParaRPr>
          </a:p>
          <a:p>
            <a:r>
              <a:rPr lang="en-US" sz="2000" dirty="0">
                <a:hlinkClick r:id="rId5"/>
              </a:rPr>
              <a:t>https://github.com/amirzazadeh/DataVisualization</a:t>
            </a:r>
            <a:r>
              <a:rPr lang="en-US" sz="2000" dirty="0"/>
              <a:t> </a:t>
            </a:r>
          </a:p>
        </p:txBody>
      </p:sp>
    </p:spTree>
    <p:extLst>
      <p:ext uri="{BB962C8B-B14F-4D97-AF65-F5344CB8AC3E}">
        <p14:creationId xmlns:p14="http://schemas.microsoft.com/office/powerpoint/2010/main" val="3805778402"/>
      </p:ext>
    </p:extLst>
  </p:cSld>
  <p:clrMapOvr>
    <a:masterClrMapping/>
  </p:clrMapOvr>
  <p:transition>
    <p:fad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A0C56D-E988-3C95-5926-0E6BDBA1B6C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7676418-7644-5CD2-1B77-DDF17606CB30}"/>
              </a:ext>
            </a:extLst>
          </p:cNvPr>
          <p:cNvSpPr>
            <a:spLocks noGrp="1"/>
          </p:cNvSpPr>
          <p:nvPr>
            <p:ph type="sldNum" sz="quarter" idx="12"/>
          </p:nvPr>
        </p:nvSpPr>
        <p:spPr/>
        <p:txBody>
          <a:bodyPr/>
          <a:lstStyle/>
          <a:p>
            <a:fld id="{7BCC8D0D-EAEC-449D-9161-023DFF90F2E2}" type="slidenum">
              <a:rPr lang="en-US" smtClean="0"/>
              <a:pPr/>
              <a:t>37</a:t>
            </a:fld>
            <a:endParaRPr lang="en-US" dirty="0"/>
          </a:p>
        </p:txBody>
      </p:sp>
      <p:sp>
        <p:nvSpPr>
          <p:cNvPr id="8" name="Text Placeholder 7">
            <a:extLst>
              <a:ext uri="{FF2B5EF4-FFF2-40B4-BE49-F238E27FC236}">
                <a16:creationId xmlns:a16="http://schemas.microsoft.com/office/drawing/2014/main" id="{5C106CEC-B81E-9159-DB6B-9113CAAADEB6}"/>
              </a:ext>
            </a:extLst>
          </p:cNvPr>
          <p:cNvSpPr>
            <a:spLocks noGrp="1"/>
          </p:cNvSpPr>
          <p:nvPr>
            <p:ph type="body" sz="quarter" idx="13"/>
          </p:nvPr>
        </p:nvSpPr>
        <p:spPr>
          <a:xfrm>
            <a:off x="437601" y="1231641"/>
            <a:ext cx="8229323" cy="3370792"/>
          </a:xfrm>
        </p:spPr>
        <p:txBody>
          <a:bodyPr>
            <a:normAutofit fontScale="92500" lnSpcReduction="20000"/>
          </a:bodyPr>
          <a:lstStyle/>
          <a:p>
            <a:r>
              <a:rPr lang="en-US" sz="3000" b="1" dirty="0"/>
              <a:t>Tài </a:t>
            </a:r>
            <a:r>
              <a:rPr lang="en-US" sz="3000" b="1" dirty="0" err="1"/>
              <a:t>liệu</a:t>
            </a:r>
            <a:r>
              <a:rPr lang="en-US" sz="3000" b="1" dirty="0"/>
              <a:t> </a:t>
            </a:r>
            <a:r>
              <a:rPr lang="en-US" sz="3000" b="1" dirty="0" err="1"/>
              <a:t>giảng</a:t>
            </a:r>
            <a:r>
              <a:rPr lang="en-US" sz="3000" b="1" dirty="0"/>
              <a:t> </a:t>
            </a:r>
            <a:r>
              <a:rPr lang="en-US" sz="3000" b="1" dirty="0" err="1"/>
              <a:t>dạy</a:t>
            </a:r>
            <a:r>
              <a:rPr lang="en-US" sz="3000" b="1" dirty="0"/>
              <a:t> (Slides, Stata/R codes, Data):</a:t>
            </a:r>
          </a:p>
          <a:p>
            <a:endParaRPr lang="en-US" sz="1400" b="1" dirty="0"/>
          </a:p>
          <a:p>
            <a:r>
              <a:rPr lang="en-US" sz="1400" b="1" dirty="0" err="1"/>
              <a:t>Buổi</a:t>
            </a:r>
            <a:r>
              <a:rPr lang="en-US" sz="1400" b="1" dirty="0"/>
              <a:t> 1: </a:t>
            </a:r>
            <a:r>
              <a:rPr lang="en-US" sz="1400" b="1" dirty="0" err="1"/>
              <a:t>Phân</a:t>
            </a:r>
            <a:r>
              <a:rPr lang="en-US" sz="1400" b="1" dirty="0"/>
              <a:t> </a:t>
            </a:r>
            <a:r>
              <a:rPr lang="en-US" sz="1400" b="1" dirty="0" err="1"/>
              <a:t>tích</a:t>
            </a:r>
            <a:r>
              <a:rPr lang="en-US" sz="1400" b="1" dirty="0"/>
              <a:t> </a:t>
            </a:r>
            <a:r>
              <a:rPr lang="en-US" sz="1400" b="1" dirty="0" err="1"/>
              <a:t>sống</a:t>
            </a:r>
            <a:r>
              <a:rPr lang="en-US" sz="1400" b="1" dirty="0"/>
              <a:t> </a:t>
            </a:r>
            <a:r>
              <a:rPr lang="en-US" sz="1400" b="1" dirty="0" err="1"/>
              <a:t>còn</a:t>
            </a:r>
            <a:r>
              <a:rPr lang="en-US" sz="1400" b="1" dirty="0"/>
              <a:t> </a:t>
            </a:r>
            <a:r>
              <a:rPr lang="en-US" sz="1400" b="1" dirty="0" err="1"/>
              <a:t>với</a:t>
            </a:r>
            <a:r>
              <a:rPr lang="en-US" sz="1400" b="1" dirty="0"/>
              <a:t> </a:t>
            </a:r>
            <a:r>
              <a:rPr lang="en-US" sz="1400" b="1" dirty="0" err="1"/>
              <a:t>các</a:t>
            </a:r>
            <a:r>
              <a:rPr lang="en-US" sz="1400" b="1" dirty="0"/>
              <a:t> </a:t>
            </a:r>
            <a:r>
              <a:rPr lang="en-US" sz="1400" b="1" dirty="0" err="1"/>
              <a:t>biến</a:t>
            </a:r>
            <a:r>
              <a:rPr lang="en-US" sz="1400" b="1" dirty="0"/>
              <a:t> </a:t>
            </a:r>
            <a:r>
              <a:rPr lang="en-US" sz="1400" b="1" dirty="0" err="1"/>
              <a:t>đồng</a:t>
            </a:r>
            <a:r>
              <a:rPr lang="en-US" sz="1400" b="1" dirty="0"/>
              <a:t> </a:t>
            </a:r>
            <a:r>
              <a:rPr lang="en-US" sz="1400" b="1" dirty="0" err="1"/>
              <a:t>biến</a:t>
            </a:r>
            <a:r>
              <a:rPr lang="en-US" sz="1400" b="1" dirty="0"/>
              <a:t> </a:t>
            </a:r>
            <a:r>
              <a:rPr lang="en-US" sz="1400" b="1" dirty="0" err="1"/>
              <a:t>thay</a:t>
            </a:r>
            <a:r>
              <a:rPr lang="en-US" sz="1400" b="1" dirty="0"/>
              <a:t> </a:t>
            </a:r>
            <a:r>
              <a:rPr lang="en-US" sz="1400" b="1" dirty="0" err="1"/>
              <a:t>đổi</a:t>
            </a:r>
            <a:r>
              <a:rPr lang="en-US" sz="1400" b="1" dirty="0"/>
              <a:t> </a:t>
            </a:r>
            <a:r>
              <a:rPr lang="en-US" sz="1400" b="1" dirty="0" err="1"/>
              <a:t>theo</a:t>
            </a:r>
            <a:r>
              <a:rPr lang="en-US" sz="1400" b="1" dirty="0"/>
              <a:t> </a:t>
            </a:r>
            <a:r>
              <a:rPr lang="en-US" sz="1400" b="1" dirty="0" err="1"/>
              <a:t>thời</a:t>
            </a:r>
            <a:r>
              <a:rPr lang="en-US" sz="1400" b="1" dirty="0"/>
              <a:t> </a:t>
            </a:r>
            <a:r>
              <a:rPr lang="en-US" sz="1400" b="1" dirty="0" err="1"/>
              <a:t>gian</a:t>
            </a:r>
            <a:r>
              <a:rPr lang="en-US" sz="1400" b="1" dirty="0"/>
              <a:t>.</a:t>
            </a:r>
          </a:p>
          <a:p>
            <a:pPr marL="457200" indent="-457200">
              <a:buFont typeface="Arial" panose="020B0604020202020204" pitchFamily="34" charset="0"/>
              <a:buChar char="•"/>
            </a:pPr>
            <a:r>
              <a:rPr lang="en-US" sz="1400" dirty="0"/>
              <a:t>5/3/2026 </a:t>
            </a:r>
            <a:r>
              <a:rPr lang="en-US" sz="1400" dirty="0" err="1"/>
              <a:t>từ</a:t>
            </a:r>
            <a:r>
              <a:rPr lang="en-US" sz="1400" dirty="0"/>
              <a:t>  9-10am Vietnam time</a:t>
            </a:r>
          </a:p>
          <a:p>
            <a:pPr marL="457200" indent="-457200">
              <a:buFont typeface="Arial" panose="020B0604020202020204" pitchFamily="34" charset="0"/>
              <a:buChar char="•"/>
            </a:pPr>
            <a:r>
              <a:rPr lang="en-US" sz="1400" dirty="0">
                <a:hlinkClick r:id="rId3"/>
              </a:rPr>
              <a:t>https://github.com/amirzazadeh/survival</a:t>
            </a:r>
            <a:r>
              <a:rPr lang="en-US" sz="1400" dirty="0"/>
              <a:t> </a:t>
            </a:r>
          </a:p>
          <a:p>
            <a:endParaRPr lang="en-US" sz="1400" b="1" dirty="0"/>
          </a:p>
          <a:p>
            <a:r>
              <a:rPr lang="en-US" sz="1400" b="1" dirty="0" err="1"/>
              <a:t>Buổi</a:t>
            </a:r>
            <a:r>
              <a:rPr lang="en-US" sz="1400" b="1" dirty="0"/>
              <a:t> </a:t>
            </a:r>
            <a:r>
              <a:rPr lang="vi-VN" sz="1400" b="1" dirty="0"/>
              <a:t>2: Chiến lược lựa chọn biến dự báo trong các mô hình hồi quy</a:t>
            </a:r>
            <a:r>
              <a:rPr lang="vi-VN" sz="1400" dirty="0"/>
              <a:t>.</a:t>
            </a:r>
          </a:p>
          <a:p>
            <a:pPr marL="457200" indent="-457200">
              <a:buFont typeface="Arial" panose="020B0604020202020204" pitchFamily="34" charset="0"/>
              <a:buChar char="•"/>
            </a:pPr>
            <a:r>
              <a:rPr lang="en-US" sz="1400" dirty="0"/>
              <a:t>Date/time: March 12 at 9-10am Vietnam time</a:t>
            </a:r>
          </a:p>
          <a:p>
            <a:pPr marL="457200" indent="-457200">
              <a:buFont typeface="Arial" panose="020B0604020202020204" pitchFamily="34" charset="0"/>
              <a:buChar char="•"/>
            </a:pPr>
            <a:r>
              <a:rPr lang="en-US" sz="1400" dirty="0">
                <a:hlinkClick r:id="rId4"/>
              </a:rPr>
              <a:t>https://github.com/amirzazadeh/predictor-selection</a:t>
            </a:r>
            <a:r>
              <a:rPr lang="en-US" sz="1400" dirty="0"/>
              <a:t> </a:t>
            </a:r>
          </a:p>
          <a:p>
            <a:endParaRPr lang="en-US" sz="1400" b="1" dirty="0"/>
          </a:p>
          <a:p>
            <a:r>
              <a:rPr lang="en-US" sz="1400" b="1" dirty="0" err="1"/>
              <a:t>Buổi</a:t>
            </a:r>
            <a:r>
              <a:rPr lang="en-US" sz="1400" b="1" dirty="0"/>
              <a:t> 3: </a:t>
            </a:r>
            <a:r>
              <a:rPr lang="en-US" sz="1400" b="1" dirty="0" err="1"/>
              <a:t>Trực</a:t>
            </a:r>
            <a:r>
              <a:rPr lang="en-US" sz="1400" b="1" dirty="0"/>
              <a:t> </a:t>
            </a:r>
            <a:r>
              <a:rPr lang="en-US" sz="1400" b="1" dirty="0" err="1"/>
              <a:t>quan</a:t>
            </a:r>
            <a:r>
              <a:rPr lang="en-US" sz="1400" b="1" dirty="0"/>
              <a:t> </a:t>
            </a:r>
            <a:r>
              <a:rPr lang="en-US" sz="1400" b="1" dirty="0" err="1"/>
              <a:t>hóa</a:t>
            </a:r>
            <a:r>
              <a:rPr lang="en-US" sz="1400" b="1" dirty="0"/>
              <a:t> </a:t>
            </a:r>
            <a:r>
              <a:rPr lang="en-US" sz="1400" b="1" dirty="0" err="1"/>
              <a:t>dữ</a:t>
            </a:r>
            <a:r>
              <a:rPr lang="en-US" sz="1400" b="1" dirty="0"/>
              <a:t> </a:t>
            </a:r>
            <a:r>
              <a:rPr lang="en-US" sz="1400" b="1" dirty="0" err="1"/>
              <a:t>liệu</a:t>
            </a:r>
            <a:r>
              <a:rPr lang="en-US" sz="1400" b="1" dirty="0"/>
              <a:t> </a:t>
            </a:r>
            <a:r>
              <a:rPr lang="en-US" sz="1400" b="1" dirty="0" err="1"/>
              <a:t>trong</a:t>
            </a:r>
            <a:r>
              <a:rPr lang="en-US" sz="1400" b="1" dirty="0"/>
              <a:t> R (</a:t>
            </a:r>
            <a:r>
              <a:rPr lang="en-US" sz="1400" b="1" dirty="0" err="1"/>
              <a:t>biểu</a:t>
            </a:r>
            <a:r>
              <a:rPr lang="en-US" sz="1400" b="1" dirty="0"/>
              <a:t> </a:t>
            </a:r>
            <a:r>
              <a:rPr lang="en-US" sz="1400" b="1" dirty="0" err="1"/>
              <a:t>đồ</a:t>
            </a:r>
            <a:r>
              <a:rPr lang="en-US" sz="1400" b="1" dirty="0"/>
              <a:t> </a:t>
            </a:r>
            <a:r>
              <a:rPr lang="en-US" sz="1400" b="1" dirty="0" err="1"/>
              <a:t>và</a:t>
            </a:r>
            <a:r>
              <a:rPr lang="en-US" sz="1400" b="1" dirty="0"/>
              <a:t> </a:t>
            </a:r>
            <a:r>
              <a:rPr lang="en-US" sz="1400" b="1" dirty="0" err="1"/>
              <a:t>bản</a:t>
            </a:r>
            <a:r>
              <a:rPr lang="en-US" sz="1400" b="1" dirty="0"/>
              <a:t> </a:t>
            </a:r>
            <a:r>
              <a:rPr lang="en-US" sz="1400" b="1" dirty="0" err="1"/>
              <a:t>đồ</a:t>
            </a:r>
            <a:r>
              <a:rPr lang="en-US" sz="1400" b="1" dirty="0"/>
              <a:t>) </a:t>
            </a:r>
            <a:r>
              <a:rPr lang="en-US" sz="1400" b="1" dirty="0" err="1"/>
              <a:t>để</a:t>
            </a:r>
            <a:r>
              <a:rPr lang="en-US" sz="1400" b="1" dirty="0"/>
              <a:t> </a:t>
            </a:r>
            <a:r>
              <a:rPr lang="en-US" sz="1400" b="1" dirty="0" err="1"/>
              <a:t>xây</a:t>
            </a:r>
            <a:r>
              <a:rPr lang="en-US" sz="1400" b="1" dirty="0"/>
              <a:t> </a:t>
            </a:r>
            <a:r>
              <a:rPr lang="en-US" sz="1400" b="1" dirty="0" err="1"/>
              <a:t>dựng</a:t>
            </a:r>
            <a:r>
              <a:rPr lang="en-US" sz="1400" b="1" dirty="0"/>
              <a:t> </a:t>
            </a:r>
            <a:r>
              <a:rPr lang="en-US" sz="1400" b="1" dirty="0" err="1"/>
              <a:t>báo</a:t>
            </a:r>
            <a:r>
              <a:rPr lang="en-US" sz="1400" b="1" dirty="0"/>
              <a:t> </a:t>
            </a:r>
            <a:r>
              <a:rPr lang="en-US" sz="1400" b="1" dirty="0" err="1"/>
              <a:t>cáo</a:t>
            </a:r>
            <a:r>
              <a:rPr lang="en-US" sz="1400" b="1" dirty="0"/>
              <a:t>/</a:t>
            </a:r>
            <a:r>
              <a:rPr lang="en-US" sz="1400" b="1" dirty="0" err="1"/>
              <a:t>tờ</a:t>
            </a:r>
            <a:r>
              <a:rPr lang="en-US" sz="1400" b="1" dirty="0"/>
              <a:t> </a:t>
            </a:r>
            <a:r>
              <a:rPr lang="en-US" sz="1400" b="1" dirty="0" err="1"/>
              <a:t>thông</a:t>
            </a:r>
            <a:r>
              <a:rPr lang="en-US" sz="1400" b="1" dirty="0"/>
              <a:t> tin </a:t>
            </a:r>
            <a:r>
              <a:rPr lang="en-US" sz="1400" b="1" dirty="0" err="1"/>
              <a:t>tóm</a:t>
            </a:r>
            <a:r>
              <a:rPr lang="en-US" sz="1400" b="1" dirty="0"/>
              <a:t> </a:t>
            </a:r>
            <a:r>
              <a:rPr lang="en-US" sz="1400" b="1" dirty="0" err="1"/>
              <a:t>tắt</a:t>
            </a:r>
            <a:endParaRPr lang="en-US" sz="1400" b="1" dirty="0"/>
          </a:p>
          <a:p>
            <a:r>
              <a:rPr lang="en-US" sz="1400" dirty="0"/>
              <a:t>Date/time: March 19 at 9-10am Vietnam time</a:t>
            </a:r>
          </a:p>
          <a:p>
            <a:pPr marL="457200" indent="-457200">
              <a:buFont typeface="Arial" panose="020B0604020202020204" pitchFamily="34" charset="0"/>
              <a:buChar char="•"/>
            </a:pPr>
            <a:r>
              <a:rPr lang="en-US" sz="1400" dirty="0">
                <a:hlinkClick r:id="rId5"/>
              </a:rPr>
              <a:t>https://github.com/amirzazadeh/DataVisualization</a:t>
            </a:r>
            <a:r>
              <a:rPr lang="en-US" sz="1400" dirty="0"/>
              <a:t> </a:t>
            </a:r>
          </a:p>
        </p:txBody>
      </p:sp>
      <p:sp>
        <p:nvSpPr>
          <p:cNvPr id="14" name="TextBox 13">
            <a:extLst>
              <a:ext uri="{FF2B5EF4-FFF2-40B4-BE49-F238E27FC236}">
                <a16:creationId xmlns:a16="http://schemas.microsoft.com/office/drawing/2014/main" id="{ABFFE3E9-83E3-3B4B-14FC-E8AB47AAFC52}"/>
              </a:ext>
            </a:extLst>
          </p:cNvPr>
          <p:cNvSpPr txBox="1"/>
          <p:nvPr/>
        </p:nvSpPr>
        <p:spPr bwMode="auto">
          <a:xfrm>
            <a:off x="499505" y="2403938"/>
            <a:ext cx="265603" cy="307777"/>
          </a:xfrm>
          <a:prstGeom prst="rect">
            <a:avLst/>
          </a:prstGeom>
          <a:noFill/>
          <a:ln w="19050" algn="ctr">
            <a:noFill/>
            <a:miter lim="800000"/>
            <a:headEnd/>
            <a:tailEnd/>
          </a:ln>
        </p:spPr>
        <p:txBody>
          <a:bodyPr wrap="square" lIns="0" tIns="0" rIns="0" bIns="0" rtlCol="0">
            <a:spAutoFit/>
          </a:bodyPr>
          <a:lstStyle/>
          <a:p>
            <a:r>
              <a:rPr lang="en-US" sz="2000" dirty="0"/>
              <a:t>✅</a:t>
            </a:r>
          </a:p>
        </p:txBody>
      </p:sp>
      <p:sp>
        <p:nvSpPr>
          <p:cNvPr id="4" name="TextBox 3">
            <a:extLst>
              <a:ext uri="{FF2B5EF4-FFF2-40B4-BE49-F238E27FC236}">
                <a16:creationId xmlns:a16="http://schemas.microsoft.com/office/drawing/2014/main" id="{F0278FD0-41E2-F033-1E09-FA19BBAC073A}"/>
              </a:ext>
            </a:extLst>
          </p:cNvPr>
          <p:cNvSpPr txBox="1"/>
          <p:nvPr/>
        </p:nvSpPr>
        <p:spPr bwMode="auto">
          <a:xfrm>
            <a:off x="490174" y="3359160"/>
            <a:ext cx="265603" cy="307777"/>
          </a:xfrm>
          <a:prstGeom prst="rect">
            <a:avLst/>
          </a:prstGeom>
          <a:noFill/>
          <a:ln w="19050" algn="ctr">
            <a:noFill/>
            <a:miter lim="800000"/>
            <a:headEnd/>
            <a:tailEnd/>
          </a:ln>
        </p:spPr>
        <p:txBody>
          <a:bodyPr wrap="square" lIns="0" tIns="0" rIns="0" bIns="0" rtlCol="0">
            <a:spAutoFit/>
          </a:bodyPr>
          <a:lstStyle/>
          <a:p>
            <a:r>
              <a:rPr lang="en-US" sz="2000" dirty="0"/>
              <a:t>✅</a:t>
            </a:r>
          </a:p>
        </p:txBody>
      </p:sp>
      <p:sp>
        <p:nvSpPr>
          <p:cNvPr id="3" name="TextBox 2">
            <a:extLst>
              <a:ext uri="{FF2B5EF4-FFF2-40B4-BE49-F238E27FC236}">
                <a16:creationId xmlns:a16="http://schemas.microsoft.com/office/drawing/2014/main" id="{C93FB454-CFC0-88F6-D65B-144474D108A6}"/>
              </a:ext>
            </a:extLst>
          </p:cNvPr>
          <p:cNvSpPr txBox="1"/>
          <p:nvPr/>
        </p:nvSpPr>
        <p:spPr bwMode="auto">
          <a:xfrm>
            <a:off x="467745" y="4333042"/>
            <a:ext cx="265603" cy="307777"/>
          </a:xfrm>
          <a:prstGeom prst="rect">
            <a:avLst/>
          </a:prstGeom>
          <a:noFill/>
          <a:ln w="19050" algn="ctr">
            <a:noFill/>
            <a:miter lim="800000"/>
            <a:headEnd/>
            <a:tailEnd/>
          </a:ln>
        </p:spPr>
        <p:txBody>
          <a:bodyPr wrap="square" lIns="0" tIns="0" rIns="0" bIns="0" rtlCol="0">
            <a:spAutoFit/>
          </a:bodyPr>
          <a:lstStyle/>
          <a:p>
            <a:r>
              <a:rPr lang="en-US" sz="2000" dirty="0"/>
              <a:t>✅</a:t>
            </a:r>
          </a:p>
        </p:txBody>
      </p:sp>
    </p:spTree>
    <p:extLst>
      <p:ext uri="{BB962C8B-B14F-4D97-AF65-F5344CB8AC3E}">
        <p14:creationId xmlns:p14="http://schemas.microsoft.com/office/powerpoint/2010/main" val="467849560"/>
      </p:ext>
    </p:extLst>
  </p:cSld>
  <p:clrMapOvr>
    <a:masterClrMapping/>
  </p:clrMapOvr>
  <p:transition>
    <p:fad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84C9719-A4FF-DBEA-DCDF-5C0BF2E43AB4}"/>
              </a:ext>
            </a:extLst>
          </p:cNvPr>
          <p:cNvSpPr>
            <a:spLocks noGrp="1"/>
          </p:cNvSpPr>
          <p:nvPr>
            <p:ph type="sldNum" sz="quarter" idx="12"/>
          </p:nvPr>
        </p:nvSpPr>
        <p:spPr/>
        <p:txBody>
          <a:bodyPr/>
          <a:lstStyle/>
          <a:p>
            <a:fld id="{7BCC8D0D-EAEC-449D-9161-023DFF90F2E2}" type="slidenum">
              <a:rPr lang="en-US" smtClean="0"/>
              <a:pPr/>
              <a:t>38</a:t>
            </a:fld>
            <a:endParaRPr lang="en-US" dirty="0"/>
          </a:p>
        </p:txBody>
      </p:sp>
      <p:pic>
        <p:nvPicPr>
          <p:cNvPr id="7" name="Picture 6">
            <a:extLst>
              <a:ext uri="{FF2B5EF4-FFF2-40B4-BE49-F238E27FC236}">
                <a16:creationId xmlns:a16="http://schemas.microsoft.com/office/drawing/2014/main" id="{54ABC9CB-6D98-C0B6-083E-32CB4B2444BB}"/>
              </a:ext>
            </a:extLst>
          </p:cNvPr>
          <p:cNvPicPr>
            <a:picLocks noChangeAspect="1"/>
          </p:cNvPicPr>
          <p:nvPr/>
        </p:nvPicPr>
        <p:blipFill>
          <a:blip r:embed="rId3"/>
          <a:srcRect t="30839"/>
          <a:stretch>
            <a:fillRect/>
          </a:stretch>
        </p:blipFill>
        <p:spPr>
          <a:xfrm>
            <a:off x="2081816" y="1422400"/>
            <a:ext cx="4422615" cy="2595515"/>
          </a:xfrm>
          <a:prstGeom prst="rect">
            <a:avLst/>
          </a:prstGeom>
        </p:spPr>
      </p:pic>
      <p:pic>
        <p:nvPicPr>
          <p:cNvPr id="11" name="Picture 10">
            <a:extLst>
              <a:ext uri="{FF2B5EF4-FFF2-40B4-BE49-F238E27FC236}">
                <a16:creationId xmlns:a16="http://schemas.microsoft.com/office/drawing/2014/main" id="{A65E18D2-853C-E8E4-06B5-A486C35A841D}"/>
              </a:ext>
            </a:extLst>
          </p:cNvPr>
          <p:cNvPicPr>
            <a:picLocks noChangeAspect="1"/>
          </p:cNvPicPr>
          <p:nvPr/>
        </p:nvPicPr>
        <p:blipFill>
          <a:blip r:embed="rId4"/>
          <a:stretch>
            <a:fillRect/>
          </a:stretch>
        </p:blipFill>
        <p:spPr>
          <a:xfrm>
            <a:off x="7376160" y="438765"/>
            <a:ext cx="1351280" cy="1351280"/>
          </a:xfrm>
          <a:prstGeom prst="rect">
            <a:avLst/>
          </a:prstGeom>
        </p:spPr>
      </p:pic>
      <p:sp>
        <p:nvSpPr>
          <p:cNvPr id="12" name="TextBox 11">
            <a:extLst>
              <a:ext uri="{FF2B5EF4-FFF2-40B4-BE49-F238E27FC236}">
                <a16:creationId xmlns:a16="http://schemas.microsoft.com/office/drawing/2014/main" id="{11764177-52DB-078F-800D-E4B23D6A443F}"/>
              </a:ext>
            </a:extLst>
          </p:cNvPr>
          <p:cNvSpPr txBox="1"/>
          <p:nvPr/>
        </p:nvSpPr>
        <p:spPr bwMode="auto">
          <a:xfrm>
            <a:off x="2201704" y="4338320"/>
            <a:ext cx="5578450" cy="246221"/>
          </a:xfrm>
          <a:prstGeom prst="rect">
            <a:avLst/>
          </a:prstGeom>
          <a:noFill/>
          <a:ln w="19050" algn="ctr">
            <a:noFill/>
            <a:miter lim="800000"/>
            <a:headEnd/>
            <a:tailEnd/>
          </a:ln>
        </p:spPr>
        <p:txBody>
          <a:bodyPr wrap="none" lIns="0" tIns="0" rIns="0" bIns="0" rtlCol="0">
            <a:spAutoFit/>
          </a:bodyPr>
          <a:lstStyle/>
          <a:p>
            <a:r>
              <a:rPr lang="en-US" sz="1600" dirty="0">
                <a:hlinkClick r:id="rId5"/>
              </a:rPr>
              <a:t>https://ucsf.co1.qualtrics.com/jfe/form/SV_0T9P2PqlLB3LoIS</a:t>
            </a:r>
            <a:r>
              <a:rPr lang="en-US" sz="1600" dirty="0"/>
              <a:t> </a:t>
            </a:r>
          </a:p>
        </p:txBody>
      </p:sp>
      <p:sp>
        <p:nvSpPr>
          <p:cNvPr id="13" name="TextBox 12">
            <a:extLst>
              <a:ext uri="{FF2B5EF4-FFF2-40B4-BE49-F238E27FC236}">
                <a16:creationId xmlns:a16="http://schemas.microsoft.com/office/drawing/2014/main" id="{179F7D52-2AC5-C32D-958F-AEF98AD871C1}"/>
              </a:ext>
            </a:extLst>
          </p:cNvPr>
          <p:cNvSpPr txBox="1"/>
          <p:nvPr/>
        </p:nvSpPr>
        <p:spPr bwMode="auto">
          <a:xfrm>
            <a:off x="2201704" y="987085"/>
            <a:ext cx="2911053" cy="276999"/>
          </a:xfrm>
          <a:prstGeom prst="rect">
            <a:avLst/>
          </a:prstGeom>
          <a:solidFill>
            <a:schemeClr val="bg1"/>
          </a:solidFill>
          <a:ln w="19050" algn="ctr">
            <a:noFill/>
            <a:miter lim="800000"/>
            <a:headEnd/>
            <a:tailEnd/>
          </a:ln>
        </p:spPr>
        <p:txBody>
          <a:bodyPr wrap="none" lIns="0" tIns="0" rIns="0" bIns="0" rtlCol="0">
            <a:spAutoFit/>
          </a:bodyPr>
          <a:lstStyle/>
          <a:p>
            <a:r>
              <a:rPr lang="en-US" b="1" dirty="0">
                <a:solidFill>
                  <a:srgbClr val="FF0000"/>
                </a:solidFill>
              </a:rPr>
              <a:t>3-Minute Feedback Survey</a:t>
            </a:r>
          </a:p>
        </p:txBody>
      </p:sp>
    </p:spTree>
    <p:extLst>
      <p:ext uri="{BB962C8B-B14F-4D97-AF65-F5344CB8AC3E}">
        <p14:creationId xmlns:p14="http://schemas.microsoft.com/office/powerpoint/2010/main" val="1645285712"/>
      </p:ext>
    </p:extLst>
  </p:cSld>
  <p:clrMapOvr>
    <a:masterClrMapping/>
  </p:clrMapOvr>
  <p:transition>
    <p:fad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F020B19A-C81C-AABC-3B3A-7DC70A947394}"/>
              </a:ext>
            </a:extLst>
          </p:cNvPr>
          <p:cNvSpPr>
            <a:spLocks noGrp="1"/>
          </p:cNvSpPr>
          <p:nvPr>
            <p:ph type="body" sz="quarter" idx="13"/>
          </p:nvPr>
        </p:nvSpPr>
        <p:spPr/>
        <p:txBody>
          <a:bodyPr>
            <a:normAutofit fontScale="55000" lnSpcReduction="20000"/>
          </a:bodyPr>
          <a:lstStyle/>
          <a:p>
            <a:r>
              <a:rPr lang="en-US" b="1" dirty="0"/>
              <a:t>Online Statistical Data Consultation</a:t>
            </a:r>
            <a:endParaRPr lang="en-US" dirty="0"/>
          </a:p>
          <a:p>
            <a:r>
              <a:rPr lang="en-US" dirty="0"/>
              <a:t>These online consultation sessions provide individualized</a:t>
            </a:r>
            <a:br>
              <a:rPr lang="en-US" dirty="0"/>
            </a:br>
            <a:r>
              <a:rPr lang="en-US" dirty="0"/>
              <a:t>support for data analysis and statistical questions to colleagues from Vietnam.</a:t>
            </a:r>
          </a:p>
          <a:p>
            <a:r>
              <a:rPr lang="en-US" b="1" dirty="0"/>
              <a:t>Format</a:t>
            </a:r>
            <a:r>
              <a:rPr lang="en-US" dirty="0"/>
              <a:t>: 30-minute online consultation</a:t>
            </a:r>
          </a:p>
          <a:p>
            <a:r>
              <a:rPr lang="en-US" b="1" dirty="0"/>
              <a:t>Schedule</a:t>
            </a:r>
            <a:r>
              <a:rPr lang="en-US" dirty="0"/>
              <a:t>: Every Thursday</a:t>
            </a:r>
          </a:p>
          <a:p>
            <a:pPr marL="457200" lvl="0" indent="-457200">
              <a:buFont typeface="Arial" panose="020B0604020202020204" pitchFamily="34" charset="0"/>
              <a:buChar char="•"/>
            </a:pPr>
            <a:r>
              <a:rPr lang="en-US" dirty="0"/>
              <a:t>Time 1: 9:00 - 9:30 AM (Vietnam time)</a:t>
            </a:r>
          </a:p>
          <a:p>
            <a:pPr marL="457200" lvl="0" indent="-457200">
              <a:buFont typeface="Arial" panose="020B0604020202020204" pitchFamily="34" charset="0"/>
              <a:buChar char="•"/>
            </a:pPr>
            <a:r>
              <a:rPr lang="en-US" dirty="0"/>
              <a:t>Time 2: 9:30 - 10:00 AM (Vietnam time)</a:t>
            </a:r>
          </a:p>
          <a:p>
            <a:r>
              <a:rPr lang="en-US" b="1" dirty="0"/>
              <a:t>Mode</a:t>
            </a:r>
            <a:r>
              <a:rPr lang="en-US" dirty="0"/>
              <a:t>: Online (Zoom)</a:t>
            </a:r>
          </a:p>
          <a:p>
            <a:endParaRPr lang="en-US" dirty="0"/>
          </a:p>
        </p:txBody>
      </p:sp>
      <p:sp>
        <p:nvSpPr>
          <p:cNvPr id="9" name="Text Placeholder 8">
            <a:extLst>
              <a:ext uri="{FF2B5EF4-FFF2-40B4-BE49-F238E27FC236}">
                <a16:creationId xmlns:a16="http://schemas.microsoft.com/office/drawing/2014/main" id="{81CCB8A7-A8B3-FE33-2392-5582D926A444}"/>
              </a:ext>
            </a:extLst>
          </p:cNvPr>
          <p:cNvSpPr>
            <a:spLocks noGrp="1"/>
          </p:cNvSpPr>
          <p:nvPr>
            <p:ph type="body" sz="quarter" idx="14"/>
          </p:nvPr>
        </p:nvSpPr>
        <p:spPr>
          <a:xfrm>
            <a:off x="447674" y="3696829"/>
            <a:ext cx="7959208" cy="430429"/>
          </a:xfrm>
        </p:spPr>
        <p:txBody>
          <a:bodyPr>
            <a:normAutofit lnSpcReduction="10000"/>
          </a:bodyPr>
          <a:lstStyle/>
          <a:p>
            <a:r>
              <a:rPr lang="en-US" dirty="0">
                <a:hlinkClick r:id="rId3"/>
              </a:rPr>
              <a:t>https://calendly.com/ali-mirzazadeh/30-min-vietnam-statistical-consultation</a:t>
            </a:r>
            <a:endParaRPr lang="en-US" dirty="0"/>
          </a:p>
          <a:p>
            <a:endParaRPr lang="en-US" dirty="0"/>
          </a:p>
        </p:txBody>
      </p:sp>
      <p:pic>
        <p:nvPicPr>
          <p:cNvPr id="11" name="Picture 10">
            <a:extLst>
              <a:ext uri="{FF2B5EF4-FFF2-40B4-BE49-F238E27FC236}">
                <a16:creationId xmlns:a16="http://schemas.microsoft.com/office/drawing/2014/main" id="{3D033866-7CC4-98B8-ABD4-7BEC0D6E118A}"/>
              </a:ext>
            </a:extLst>
          </p:cNvPr>
          <p:cNvPicPr>
            <a:picLocks noChangeAspect="1"/>
          </p:cNvPicPr>
          <p:nvPr/>
        </p:nvPicPr>
        <p:blipFill>
          <a:blip r:embed="rId4"/>
          <a:stretch>
            <a:fillRect/>
          </a:stretch>
        </p:blipFill>
        <p:spPr>
          <a:xfrm>
            <a:off x="7269713" y="129439"/>
            <a:ext cx="1573568" cy="1560119"/>
          </a:xfrm>
          <a:prstGeom prst="rect">
            <a:avLst/>
          </a:prstGeom>
        </p:spPr>
      </p:pic>
    </p:spTree>
    <p:extLst>
      <p:ext uri="{BB962C8B-B14F-4D97-AF65-F5344CB8AC3E}">
        <p14:creationId xmlns:p14="http://schemas.microsoft.com/office/powerpoint/2010/main" val="515031273"/>
      </p:ext>
    </p:extLst>
  </p:cSld>
  <p:clrMapOvr>
    <a:masterClrMapping/>
  </p:clrMapOvr>
  <p:transition>
    <p:fad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162356611"/>
      </p:ext>
    </p:extLst>
  </p:cSld>
  <p:clrMapOvr>
    <a:masterClrMapping/>
  </p:clrMapOvr>
  <p:transition>
    <p:fade/>
  </p:transition>
</p:sld>
</file>

<file path=ppt/theme/theme1.xml><?xml version="1.0" encoding="utf-8"?>
<a:theme xmlns:a="http://schemas.openxmlformats.org/drawingml/2006/main" name="UCSF Classic">
  <a:themeElements>
    <a:clrScheme name="UCSF 1">
      <a:dk1>
        <a:srgbClr val="052049"/>
      </a:dk1>
      <a:lt1>
        <a:srgbClr val="FFFFFF"/>
      </a:lt1>
      <a:dk2>
        <a:srgbClr val="052049"/>
      </a:dk2>
      <a:lt2>
        <a:srgbClr val="FFFFFF"/>
      </a:lt2>
      <a:accent1>
        <a:srgbClr val="0093D0"/>
      </a:accent1>
      <a:accent2>
        <a:srgbClr val="16A0AC"/>
      </a:accent2>
      <a:accent3>
        <a:srgbClr val="32A03E"/>
      </a:accent3>
      <a:accent4>
        <a:srgbClr val="A238BA"/>
      </a:accent4>
      <a:accent5>
        <a:srgbClr val="C32882"/>
      </a:accent5>
      <a:accent6>
        <a:srgbClr val="6C61D0"/>
      </a:accent6>
      <a:hlink>
        <a:srgbClr val="178CCB"/>
      </a:hlink>
      <a:folHlink>
        <a:srgbClr val="5F5F5F"/>
      </a:folHlink>
    </a:clrScheme>
    <a:fontScheme name="Garamond">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w="19050" algn="ctr">
          <a:noFill/>
          <a:miter lim="800000"/>
          <a:headEnd/>
          <a:tailEnd/>
        </a:ln>
      </a:spPr>
      <a:bodyPr wrap="none" rtlCol="0" anchor="ctr"/>
      <a:lstStyle>
        <a:defPPr algn="ctr">
          <a:lnSpc>
            <a:spcPct val="90000"/>
          </a:lnSpc>
          <a:defRPr sz="1600" b="1" dirty="0" err="1" smtClean="0">
            <a:solidFill>
              <a:schemeClr val="bg1"/>
            </a:solidFill>
            <a:latin typeface="+mj-lt"/>
          </a:defRPr>
        </a:defPPr>
      </a:lstStyle>
    </a:spDef>
    <a:lnDef>
      <a:spPr>
        <a:ln w="28575">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bwMode="auto">
        <a:noFill/>
        <a:ln w="19050" algn="ctr">
          <a:noFill/>
          <a:miter lim="800000"/>
          <a:headEnd/>
          <a:tailEnd/>
        </a:ln>
      </a:spPr>
      <a:bodyPr wrap="square" lIns="0" tIns="0" rIns="0" bIns="0" rtlCol="0">
        <a:noAutofit/>
      </a:bodyPr>
      <a:lstStyle>
        <a:defPPr marL="342900" indent="-342900">
          <a:buClr>
            <a:schemeClr val="accent1"/>
          </a:buClr>
          <a:buSzPct val="80000"/>
          <a:buFont typeface="Wingdings" charset="2"/>
          <a:buChar char="§"/>
          <a:defRPr sz="2000" dirty="0" smtClean="0">
            <a:solidFill>
              <a:schemeClr val="tx1"/>
            </a:solidFill>
          </a:defRPr>
        </a:defPPr>
      </a:lstStyle>
    </a:txDef>
  </a:objectDefaults>
  <a:extraClrSchemeLst/>
  <a:extLst>
    <a:ext uri="{05A4C25C-085E-4340-85A3-A5531E510DB2}">
      <thm15:themeFamily xmlns:thm15="http://schemas.microsoft.com/office/thememl/2012/main" name="e3_UCSF-16x9-FontA_test2" id="{24DA3907-1B0C-0B4F-8531-D21433304D1E}" vid="{D9C2AF2E-EB53-994D-B007-E3AEEE4B0E8B}"/>
    </a:ext>
  </a:extLst>
</a:theme>
</file>

<file path=ppt/theme/theme2.xml><?xml version="1.0" encoding="utf-8"?>
<a:theme xmlns:a="http://schemas.openxmlformats.org/drawingml/2006/main" name="UCSF Contemporary Pattern 1">
  <a:themeElements>
    <a:clrScheme name="USCF Template">
      <a:dk1>
        <a:srgbClr val="052049"/>
      </a:dk1>
      <a:lt1>
        <a:srgbClr val="FFFFFF"/>
      </a:lt1>
      <a:dk2>
        <a:srgbClr val="052049"/>
      </a:dk2>
      <a:lt2>
        <a:srgbClr val="FFFFFF"/>
      </a:lt2>
      <a:accent1>
        <a:srgbClr val="178CCB"/>
      </a:accent1>
      <a:accent2>
        <a:srgbClr val="16A0AC"/>
      </a:accent2>
      <a:accent3>
        <a:srgbClr val="32A03E"/>
      </a:accent3>
      <a:accent4>
        <a:srgbClr val="6E61D7"/>
      </a:accent4>
      <a:accent5>
        <a:srgbClr val="A238BA"/>
      </a:accent5>
      <a:accent6>
        <a:srgbClr val="C32882"/>
      </a:accent6>
      <a:hlink>
        <a:srgbClr val="178CCB"/>
      </a:hlink>
      <a:folHlink>
        <a:srgbClr val="5F5F5F"/>
      </a:folHlink>
    </a:clrScheme>
    <a:fontScheme name="UCSF">
      <a:majorFont>
        <a:latin typeface="Garamond"/>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w="19050" algn="ctr">
          <a:noFill/>
          <a:miter lim="800000"/>
          <a:headEnd/>
          <a:tailEnd/>
        </a:ln>
      </a:spPr>
      <a:bodyPr wrap="none" rtlCol="0" anchor="ctr"/>
      <a:lstStyle>
        <a:defPPr algn="ctr">
          <a:lnSpc>
            <a:spcPct val="90000"/>
          </a:lnSpc>
          <a:defRPr sz="1600" b="1" dirty="0" err="1" smtClean="0">
            <a:solidFill>
              <a:schemeClr val="bg1"/>
            </a:solidFill>
            <a:latin typeface="+mj-lt"/>
          </a:defRPr>
        </a:defPPr>
      </a:lstStyle>
    </a:spDef>
    <a:lnDef>
      <a:spPr>
        <a:ln w="28575">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bwMode="auto">
        <a:noFill/>
        <a:ln w="19050" algn="ctr">
          <a:noFill/>
          <a:miter lim="800000"/>
          <a:headEnd/>
          <a:tailEnd/>
        </a:ln>
      </a:spPr>
      <a:bodyPr wrap="square" lIns="0" tIns="0" rIns="0" bIns="0" rtlCol="0">
        <a:spAutoFit/>
      </a:bodyPr>
      <a:lstStyle>
        <a:defPPr>
          <a:defRPr sz="2000" dirty="0" err="1" smtClean="0"/>
        </a:defPPr>
      </a:lstStyle>
    </a:txDef>
  </a:objectDefaults>
  <a:extraClrSchemeLst/>
  <a:extLst>
    <a:ext uri="{05A4C25C-085E-4340-85A3-A5531E510DB2}">
      <thm15:themeFamily xmlns:thm15="http://schemas.microsoft.com/office/thememl/2012/main" name="e3_UCSF-16x9-FontA_test2" id="{24DA3907-1B0C-0B4F-8531-D21433304D1E}" vid="{5AF78529-A89B-1E41-BE10-0E2BEF66F84E}"/>
    </a:ext>
  </a:extLst>
</a:theme>
</file>

<file path=ppt/theme/theme3.xml><?xml version="1.0" encoding="utf-8"?>
<a:theme xmlns:a="http://schemas.openxmlformats.org/drawingml/2006/main" name="Office Theme">
  <a:themeElements>
    <a:clrScheme name="Coalesse Palette">
      <a:dk1>
        <a:sysClr val="windowText" lastClr="000000"/>
      </a:dk1>
      <a:lt1>
        <a:sysClr val="window" lastClr="FFFFFF"/>
      </a:lt1>
      <a:dk2>
        <a:srgbClr val="342B2A"/>
      </a:dk2>
      <a:lt2>
        <a:srgbClr val="DAD6CB"/>
      </a:lt2>
      <a:accent1>
        <a:srgbClr val="E55302"/>
      </a:accent1>
      <a:accent2>
        <a:srgbClr val="5F3032"/>
      </a:accent2>
      <a:accent3>
        <a:srgbClr val="005774"/>
      </a:accent3>
      <a:accent4>
        <a:srgbClr val="9BA03C"/>
      </a:accent4>
      <a:accent5>
        <a:srgbClr val="34AA71"/>
      </a:accent5>
      <a:accent6>
        <a:srgbClr val="F3BD48"/>
      </a:accent6>
      <a:hlink>
        <a:srgbClr val="34AA71"/>
      </a:hlink>
      <a:folHlink>
        <a:srgbClr val="8C8C8C"/>
      </a:folHlink>
    </a:clrScheme>
    <a:fontScheme name="Coalesse">
      <a:majorFont>
        <a:latin typeface="Arial"/>
        <a:ea typeface=""/>
        <a:cs typeface=""/>
      </a:majorFont>
      <a:minorFont>
        <a:latin typeface="Garamond"/>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Coalesse Palette">
      <a:dk1>
        <a:sysClr val="windowText" lastClr="000000"/>
      </a:dk1>
      <a:lt1>
        <a:sysClr val="window" lastClr="FFFFFF"/>
      </a:lt1>
      <a:dk2>
        <a:srgbClr val="342B2A"/>
      </a:dk2>
      <a:lt2>
        <a:srgbClr val="DAD6CB"/>
      </a:lt2>
      <a:accent1>
        <a:srgbClr val="E55302"/>
      </a:accent1>
      <a:accent2>
        <a:srgbClr val="5F3032"/>
      </a:accent2>
      <a:accent3>
        <a:srgbClr val="005774"/>
      </a:accent3>
      <a:accent4>
        <a:srgbClr val="9BA03C"/>
      </a:accent4>
      <a:accent5>
        <a:srgbClr val="34AA71"/>
      </a:accent5>
      <a:accent6>
        <a:srgbClr val="F3BD48"/>
      </a:accent6>
      <a:hlink>
        <a:srgbClr val="34AA71"/>
      </a:hlink>
      <a:folHlink>
        <a:srgbClr val="8C8C8C"/>
      </a:folHlink>
    </a:clrScheme>
    <a:fontScheme name="Coalesse">
      <a:majorFont>
        <a:latin typeface="Arial"/>
        <a:ea typeface=""/>
        <a:cs typeface=""/>
      </a:majorFont>
      <a:minorFont>
        <a:latin typeface="Garamond"/>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09BFD5D484ED57438231C5F4848B6EC7" ma:contentTypeVersion="0" ma:contentTypeDescription="Create a new document." ma:contentTypeScope="" ma:versionID="48808eaeca51724a2208bf8797897858">
  <xsd:schema xmlns:xsd="http://www.w3.org/2001/XMLSchema" xmlns:p="http://schemas.microsoft.com/office/2006/metadata/properties" targetNamespace="http://schemas.microsoft.com/office/2006/metadata/properties" ma:root="true" ma:fieldsID="4aeb20c0e3442673af7ee10786458764">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office/internal/2005/internalDocumentation"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ma:readOnly="tru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lastPrinted" minOccurs="0" maxOccurs="1" type="xsd:dateTime"/>
        <xsd:element name="contentStatus" minOccurs="0" maxOccurs="1" type="xsd:string"/>
      </xsd:all>
    </xsd:complexType>
  </xsd: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DB48DB2A-A2BB-49B9-B517-04CB45F2482A}">
  <ds:schemaRefs>
    <ds:schemaRef ds:uri="http://purl.org/dc/elements/1.1/"/>
    <ds:schemaRef ds:uri="http://schemas.microsoft.com/office/2006/metadata/properties"/>
    <ds:schemaRef ds:uri="http://schemas.microsoft.com/office/2006/documentManagement/types"/>
    <ds:schemaRef ds:uri="http://purl.org/dc/terms/"/>
    <ds:schemaRef ds:uri="http://schemas.openxmlformats.org/package/2006/metadata/core-properties"/>
    <ds:schemaRef ds:uri="http://purl.org/dc/dcmitype/"/>
    <ds:schemaRef ds:uri="http://www.w3.org/XML/1998/namespace"/>
  </ds:schemaRefs>
</ds:datastoreItem>
</file>

<file path=customXml/itemProps2.xml><?xml version="1.0" encoding="utf-8"?>
<ds:datastoreItem xmlns:ds="http://schemas.openxmlformats.org/officeDocument/2006/customXml" ds:itemID="{E5686649-89C0-47C3-BB59-3DECE68F346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office/internal/2005/internalDocumentation"/>
  </ds:schemaRefs>
</ds:datastoreItem>
</file>

<file path=customXml/itemProps3.xml><?xml version="1.0" encoding="utf-8"?>
<ds:datastoreItem xmlns:ds="http://schemas.openxmlformats.org/officeDocument/2006/customXml" ds:itemID="{F8A51949-CE2D-4D1D-81B7-CD96A131197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e3_UCSF-16x9-FontA_Draft4 (1)</Template>
  <TotalTime>12544</TotalTime>
  <Words>4728</Words>
  <Application>Microsoft Macintosh PowerPoint</Application>
  <PresentationFormat>On-screen Show (16:9)</PresentationFormat>
  <Paragraphs>464</Paragraphs>
  <Slides>40</Slides>
  <Notes>39</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40</vt:i4>
      </vt:variant>
    </vt:vector>
  </HeadingPairs>
  <TitlesOfParts>
    <vt:vector size="47" baseType="lpstr">
      <vt:lpstr>.AppleSystemUIFont</vt:lpstr>
      <vt:lpstr>Arial</vt:lpstr>
      <vt:lpstr>Calibri</vt:lpstr>
      <vt:lpstr>Garamond</vt:lpstr>
      <vt:lpstr>Wingdings</vt:lpstr>
      <vt:lpstr>UCSF Classic</vt:lpstr>
      <vt:lpstr>UCSF Contemporary Pattern 1</vt:lpstr>
      <vt:lpstr>Trực quan hóa dữ liệu trong R (biểu đồ và bản đồ)</vt:lpstr>
      <vt:lpstr>Mục tiêu bài học</vt:lpstr>
      <vt:lpstr>Giới thiệu về tôi </vt:lpstr>
      <vt:lpstr>Các nguyên tắc của trực quan hóa dữ liệu hiệu quả</vt:lpstr>
      <vt:lpstr>Vì sao trực quan hóa dữ liệu lại quan trọng trong y tế công cộng</vt:lpstr>
      <vt:lpstr>Các nguyên tắc của trực quan hóa hiệu quả</vt:lpstr>
      <vt:lpstr>Ví dụ về trực quan hóa hiệu quả</vt:lpstr>
      <vt:lpstr>Các loại hình trực quan hóa dữ liệu phổ biến trong y tế công cộng</vt:lpstr>
      <vt:lpstr>Các loại hình trực quan hóa dữ liệu phổ biến trong y tế công cộng </vt:lpstr>
      <vt:lpstr>Biểu đồ cột (Bar charts)</vt:lpstr>
      <vt:lpstr>Biểu đồ dây (Line charts)</vt:lpstr>
      <vt:lpstr>Biểu đồ khảm (Mozaic charts)</vt:lpstr>
      <vt:lpstr>Biểu đồ tần xuất  (Histograms)</vt:lpstr>
      <vt:lpstr>Biểu đồ hộp (Boxplots)</vt:lpstr>
      <vt:lpstr>Biểu đồ phân tán (Scatterplots)</vt:lpstr>
      <vt:lpstr>Bản đồ (Maps)</vt:lpstr>
      <vt:lpstr>Tạo biểu đồ bằng R (ggplot2).</vt:lpstr>
      <vt:lpstr>Giới thiệu về ggplot2. </vt:lpstr>
      <vt:lpstr>Cấu trúc cơ bản của ggplot2.</vt:lpstr>
      <vt:lpstr>Ví dụ: Biểu đồ phân tán trong ggplot2.</vt:lpstr>
      <vt:lpstr>Các geom (hình học) thường dùng trong ggplot2 (Common Geoms)</vt:lpstr>
      <vt:lpstr>Ví dụ: Biểu đồ phân tán được cải thiện trong ggplot2.</vt:lpstr>
      <vt:lpstr>BÀI TẬP 1 – Sử dụng bộ dữ liệu V, tạo một biểu đồ cột đơn giản thể hiện số lượng tỉnh ở mỗi vùng.</vt:lpstr>
      <vt:lpstr>BÀI TẬP 2 – Sử dụng bộ dữ liệu V, tạo một biểu đồ hộp (boxplot) đơn giản để thể hiện phân bố tỷ lệ nghèo giữa các vùng, hiển thị tỷ lệ nghèo của các tỉnh trong từng vùng.</vt:lpstr>
      <vt:lpstr>Xây dựng bản đồ và quy trình làm việc có thể tái lập trong R.</vt:lpstr>
      <vt:lpstr>Tại sao trực quan hóa không gian lại quan trọng</vt:lpstr>
      <vt:lpstr>Tại sao thực hiện phân tích và trực quan hóa dữ liệu không gian trong R?</vt:lpstr>
      <vt:lpstr>Tạo bản đồ Việt Nam (mã R)</vt:lpstr>
      <vt:lpstr>Hiển thị tỷ lệ biết chữ ở Việt Nam (mã R)</vt:lpstr>
      <vt:lpstr>Hiển thị tỷ lệ biết chữ ở Việt Nam (mã R)</vt:lpstr>
      <vt:lpstr>Các mẹo khi lập bản đồ. </vt:lpstr>
      <vt:lpstr>Quy trình làm việc có thể lặp lại cùng kết quả (Quy trình làm việc có thể tái lập) </vt:lpstr>
      <vt:lpstr>Xuất biểu đồ đạt chuẩn công bố</vt:lpstr>
      <vt:lpstr>Trực quan hóa dữ liệu bằng R Thử sử dụng AI và lập báo cáo (5 phút)</vt:lpstr>
      <vt:lpstr>Những điểm chính cần ghi nhớ</vt:lpstr>
      <vt:lpstr>Thảo luận, Hỏi và Trả lời</vt:lpstr>
      <vt:lpstr>PowerPoint Presentation</vt:lpstr>
      <vt:lpstr>PowerPoint Presentation</vt:lpstr>
      <vt:lpstr>PowerPoint Presentation</vt:lpstr>
      <vt:lpstr>PowerPoint Presentation</vt:lpstr>
    </vt:vector>
  </TitlesOfParts>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Welcome to your template!</dc:title>
  <dc:subject>Presentation Template</dc:subject>
  <dc:creator>Microsoft Office User</dc:creator>
  <dc:description>Derek MacDavid | derek@bigpicdesign.com</dc:description>
  <cp:lastModifiedBy>Mirzazadeh, Ali</cp:lastModifiedBy>
  <cp:revision>206</cp:revision>
  <dcterms:created xsi:type="dcterms:W3CDTF">2017-04-18T17:07:44Z</dcterms:created>
  <dcterms:modified xsi:type="dcterms:W3CDTF">2026-03-17T17:58:57Z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0x01010009BFD5D484ED57438231C5F4848B6EC7</vt:lpwstr>
  </property>
</Properties>
</file>